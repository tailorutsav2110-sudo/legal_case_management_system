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3" d="100"/>
          <a:sy n="53" d="100"/>
        </p:scale>
        <p:origin x="2539"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6" name="Holder 6"/>
          <p:cNvSpPr>
            <a:spLocks noGrp="1"/>
          </p:cNvSpPr>
          <p:nvPr>
            <p:ph type="sldNum" sz="quarter" idx="7"/>
          </p:nvPr>
        </p:nvSpPr>
        <p:spPr/>
        <p:txBody>
          <a:bodyPr lIns="0" tIns="0" rIns="0" bIns="0"/>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6" name="Holder 6"/>
          <p:cNvSpPr>
            <a:spLocks noGrp="1"/>
          </p:cNvSpPr>
          <p:nvPr>
            <p:ph type="sldNum" sz="quarter" idx="7"/>
          </p:nvPr>
        </p:nvSpPr>
        <p:spPr/>
        <p:txBody>
          <a:bodyPr lIns="0" tIns="0" rIns="0" bIns="0"/>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7" name="Holder 7"/>
          <p:cNvSpPr>
            <a:spLocks noGrp="1"/>
          </p:cNvSpPr>
          <p:nvPr>
            <p:ph type="sldNum" sz="quarter" idx="7"/>
          </p:nvPr>
        </p:nvSpPr>
        <p:spPr/>
        <p:txBody>
          <a:bodyPr lIns="0" tIns="0" rIns="0" bIns="0"/>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5" name="Holder 5"/>
          <p:cNvSpPr>
            <a:spLocks noGrp="1"/>
          </p:cNvSpPr>
          <p:nvPr>
            <p:ph type="sldNum" sz="quarter" idx="7"/>
          </p:nvPr>
        </p:nvSpPr>
        <p:spPr/>
        <p:txBody>
          <a:bodyPr lIns="0" tIns="0" rIns="0" bIns="0"/>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4/8/2026</a:t>
            </a:fld>
            <a:endParaRPr lang="en-US"/>
          </a:p>
        </p:txBody>
      </p:sp>
      <p:sp>
        <p:nvSpPr>
          <p:cNvPr id="4" name="Holder 4"/>
          <p:cNvSpPr>
            <a:spLocks noGrp="1"/>
          </p:cNvSpPr>
          <p:nvPr>
            <p:ph type="sldNum" sz="quarter" idx="7"/>
          </p:nvPr>
        </p:nvSpPr>
        <p:spPr/>
        <p:txBody>
          <a:bodyPr lIns="0" tIns="0" rIns="0" bIns="0"/>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4/8/2026</a:t>
            </a:fld>
            <a:endParaRPr lang="en-US"/>
          </a:p>
        </p:txBody>
      </p:sp>
      <p:sp>
        <p:nvSpPr>
          <p:cNvPr id="6" name="Holder 6"/>
          <p:cNvSpPr>
            <a:spLocks noGrp="1"/>
          </p:cNvSpPr>
          <p:nvPr>
            <p:ph type="sldNum" sz="quarter" idx="7"/>
          </p:nvPr>
        </p:nvSpPr>
        <p:spPr>
          <a:xfrm>
            <a:off x="6115684" y="9275733"/>
            <a:ext cx="721995" cy="180340"/>
          </a:xfrm>
          <a:prstGeom prst="rect">
            <a:avLst/>
          </a:prstGeom>
        </p:spPr>
        <p:txBody>
          <a:bodyPr wrap="square" lIns="0" tIns="0" rIns="0" bIns="0">
            <a:spAutoFit/>
          </a:bodyPr>
          <a:lstStyle>
            <a:lvl1pPr>
              <a:defRPr sz="1100" b="0" i="0">
                <a:solidFill>
                  <a:srgbClr val="7E7E7E"/>
                </a:solidFill>
                <a:latin typeface="Times New Roman"/>
                <a:cs typeface="Times New Roman"/>
              </a:defRPr>
            </a:lvl1pPr>
          </a:lstStyle>
          <a:p>
            <a:pPr marL="152400">
              <a:lnSpc>
                <a:spcPts val="1300"/>
              </a:lnSpc>
            </a:pPr>
            <a:fld id="{81D60167-4931-47E6-BA6A-407CBD079E47}" type="slidenum">
              <a:rPr dirty="0">
                <a:solidFill>
                  <a:srgbClr val="000000"/>
                </a:solidFill>
              </a:rPr>
              <a:t>‹#›</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4.jp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jp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jp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46.png"/></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1.jp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image" Target="../media/image52.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6.jp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9.jp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image" Target="../media/image60.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2.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image" Target="../media/image63.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6.pn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7.jp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0.jp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image" Target="../media/image71.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3.jp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image" Target="../media/image76.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8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68.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9.png"/><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0.jp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1.jpg"/><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jpg"/><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jpg"/><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jp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86.png"/><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89.png"/></Relationships>
</file>

<file path=ppt/slides/_rels/slide9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9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92.jpg"/><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3.png"/><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image" Target="../media/image95.jpg"/><Relationship Id="rId2" Type="http://schemas.openxmlformats.org/officeDocument/2006/relationships/image" Target="../media/image94.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0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96.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7.jpg"/><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0.png"/><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jpg"/><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3" Type="http://schemas.openxmlformats.org/officeDocument/2006/relationships/image" Target="../media/image104.jpg"/><Relationship Id="rId2" Type="http://schemas.openxmlformats.org/officeDocument/2006/relationships/image" Target="../media/image103.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11.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image" Target="../media/image105.jp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12.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image" Target="../media/image107.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1.jpg"/><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9.jpg"/><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110.png"/><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111.png"/></Relationships>
</file>

<file path=ppt/slides/_rels/slide11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91.png"/></Relationships>
</file>

<file path=ppt/slides/_rels/slide1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14.jpg"/><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3" Type="http://schemas.openxmlformats.org/officeDocument/2006/relationships/image" Target="../media/image115.jpg"/><Relationship Id="rId2" Type="http://schemas.openxmlformats.org/officeDocument/2006/relationships/image" Target="../media/image93.png"/><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116.jpg"/></Relationships>
</file>

<file path=ppt/slides/_rels/slide119.xml.rels><?xml version="1.0" encoding="UTF-8" standalone="yes"?>
<Relationships xmlns="http://schemas.openxmlformats.org/package/2006/relationships"><Relationship Id="rId3" Type="http://schemas.openxmlformats.org/officeDocument/2006/relationships/image" Target="../media/image117.jpg"/><Relationship Id="rId2" Type="http://schemas.openxmlformats.org/officeDocument/2006/relationships/image" Target="../media/image94.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96.png"/><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8.jpg"/><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9.png"/><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0.jpg"/><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1.jpg"/><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jpg"/><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952817" y="884173"/>
            <a:ext cx="5862955" cy="4088129"/>
          </a:xfrm>
          <a:prstGeom prst="rect">
            <a:avLst/>
          </a:prstGeom>
        </p:spPr>
        <p:txBody>
          <a:bodyPr vert="horz" wrap="square" lIns="0" tIns="12700" rIns="0" bIns="0" rtlCol="0">
            <a:spAutoFit/>
          </a:bodyPr>
          <a:lstStyle/>
          <a:p>
            <a:pPr algn="ctr">
              <a:lnSpc>
                <a:spcPct val="100000"/>
              </a:lnSpc>
              <a:spcBef>
                <a:spcPts val="100"/>
              </a:spcBef>
            </a:pPr>
            <a:r>
              <a:rPr sz="2200" b="1" spc="-40" dirty="0">
                <a:latin typeface="Times New Roman"/>
                <a:cs typeface="Times New Roman"/>
              </a:rPr>
              <a:t>Veer</a:t>
            </a:r>
            <a:r>
              <a:rPr sz="2200" b="1" spc="-100" dirty="0">
                <a:latin typeface="Times New Roman"/>
                <a:cs typeface="Times New Roman"/>
              </a:rPr>
              <a:t> </a:t>
            </a:r>
            <a:r>
              <a:rPr sz="2200" b="1" dirty="0">
                <a:latin typeface="Times New Roman"/>
                <a:cs typeface="Times New Roman"/>
              </a:rPr>
              <a:t>Narmad</a:t>
            </a:r>
            <a:r>
              <a:rPr sz="2200" b="1" spc="-70" dirty="0">
                <a:latin typeface="Times New Roman"/>
                <a:cs typeface="Times New Roman"/>
              </a:rPr>
              <a:t> </a:t>
            </a:r>
            <a:r>
              <a:rPr sz="2200" b="1" dirty="0">
                <a:latin typeface="Times New Roman"/>
                <a:cs typeface="Times New Roman"/>
              </a:rPr>
              <a:t>South</a:t>
            </a:r>
            <a:r>
              <a:rPr sz="2200" b="1" spc="-90" dirty="0">
                <a:latin typeface="Times New Roman"/>
                <a:cs typeface="Times New Roman"/>
              </a:rPr>
              <a:t> </a:t>
            </a:r>
            <a:r>
              <a:rPr sz="2200" b="1" dirty="0">
                <a:latin typeface="Times New Roman"/>
                <a:cs typeface="Times New Roman"/>
              </a:rPr>
              <a:t>Gujarat</a:t>
            </a:r>
            <a:r>
              <a:rPr sz="2200" b="1" spc="-75" dirty="0">
                <a:latin typeface="Times New Roman"/>
                <a:cs typeface="Times New Roman"/>
              </a:rPr>
              <a:t> </a:t>
            </a:r>
            <a:r>
              <a:rPr sz="2200" b="1" spc="-10" dirty="0">
                <a:latin typeface="Times New Roman"/>
                <a:cs typeface="Times New Roman"/>
              </a:rPr>
              <a:t>University,</a:t>
            </a:r>
            <a:r>
              <a:rPr sz="2200" b="1" spc="-80" dirty="0">
                <a:latin typeface="Times New Roman"/>
                <a:cs typeface="Times New Roman"/>
              </a:rPr>
              <a:t> </a:t>
            </a:r>
            <a:r>
              <a:rPr sz="2200" b="1" spc="-10" dirty="0">
                <a:latin typeface="Times New Roman"/>
                <a:cs typeface="Times New Roman"/>
              </a:rPr>
              <a:t>Surat.</a:t>
            </a:r>
            <a:endParaRPr sz="2200" dirty="0">
              <a:latin typeface="Times New Roman"/>
              <a:cs typeface="Times New Roman"/>
            </a:endParaRPr>
          </a:p>
          <a:p>
            <a:pPr marL="37465" marR="30480" algn="ctr">
              <a:lnSpc>
                <a:spcPct val="143300"/>
              </a:lnSpc>
              <a:spcBef>
                <a:spcPts val="815"/>
              </a:spcBef>
            </a:pPr>
            <a:r>
              <a:rPr sz="2200" b="1" dirty="0">
                <a:latin typeface="Times New Roman"/>
                <a:cs typeface="Times New Roman"/>
              </a:rPr>
              <a:t>Department</a:t>
            </a:r>
            <a:r>
              <a:rPr sz="2200" b="1" spc="-70" dirty="0">
                <a:latin typeface="Times New Roman"/>
                <a:cs typeface="Times New Roman"/>
              </a:rPr>
              <a:t> </a:t>
            </a:r>
            <a:r>
              <a:rPr sz="2200" b="1" dirty="0">
                <a:latin typeface="Times New Roman"/>
                <a:cs typeface="Times New Roman"/>
              </a:rPr>
              <a:t>of</a:t>
            </a:r>
            <a:r>
              <a:rPr sz="2200" b="1" spc="-65" dirty="0">
                <a:latin typeface="Times New Roman"/>
                <a:cs typeface="Times New Roman"/>
              </a:rPr>
              <a:t> </a:t>
            </a:r>
            <a:r>
              <a:rPr sz="2200" b="1" dirty="0">
                <a:latin typeface="Times New Roman"/>
                <a:cs typeface="Times New Roman"/>
              </a:rPr>
              <a:t>Information</a:t>
            </a:r>
            <a:r>
              <a:rPr sz="2200" b="1" spc="-75" dirty="0">
                <a:latin typeface="Times New Roman"/>
                <a:cs typeface="Times New Roman"/>
              </a:rPr>
              <a:t> </a:t>
            </a:r>
            <a:r>
              <a:rPr sz="2200" b="1" dirty="0">
                <a:latin typeface="Times New Roman"/>
                <a:cs typeface="Times New Roman"/>
              </a:rPr>
              <a:t>and</a:t>
            </a:r>
            <a:r>
              <a:rPr sz="2200" b="1" spc="-90" dirty="0">
                <a:latin typeface="Times New Roman"/>
                <a:cs typeface="Times New Roman"/>
              </a:rPr>
              <a:t> </a:t>
            </a:r>
            <a:r>
              <a:rPr sz="2200" b="1" spc="-10" dirty="0">
                <a:latin typeface="Times New Roman"/>
                <a:cs typeface="Times New Roman"/>
              </a:rPr>
              <a:t>Communication Technology</a:t>
            </a:r>
            <a:endParaRPr sz="2200" dirty="0">
              <a:latin typeface="Times New Roman"/>
              <a:cs typeface="Times New Roman"/>
            </a:endParaRPr>
          </a:p>
          <a:p>
            <a:pPr marL="1905" algn="ctr">
              <a:lnSpc>
                <a:spcPct val="100000"/>
              </a:lnSpc>
              <a:spcBef>
                <a:spcPts val="1960"/>
              </a:spcBef>
            </a:pPr>
            <a:r>
              <a:rPr sz="2000" b="1" dirty="0">
                <a:latin typeface="Times New Roman"/>
                <a:cs typeface="Times New Roman"/>
              </a:rPr>
              <a:t>B.Sc.</a:t>
            </a:r>
            <a:r>
              <a:rPr sz="2000" b="1" spc="-40" dirty="0">
                <a:latin typeface="Times New Roman"/>
                <a:cs typeface="Times New Roman"/>
              </a:rPr>
              <a:t> </a:t>
            </a:r>
            <a:r>
              <a:rPr sz="2000" b="1" dirty="0">
                <a:latin typeface="Times New Roman"/>
                <a:cs typeface="Times New Roman"/>
              </a:rPr>
              <a:t>(Information</a:t>
            </a:r>
            <a:r>
              <a:rPr sz="2000" b="1" spc="-70" dirty="0">
                <a:latin typeface="Times New Roman"/>
                <a:cs typeface="Times New Roman"/>
              </a:rPr>
              <a:t> </a:t>
            </a:r>
            <a:r>
              <a:rPr sz="2000" b="1" spc="-10" dirty="0">
                <a:latin typeface="Times New Roman"/>
                <a:cs typeface="Times New Roman"/>
              </a:rPr>
              <a:t>Technology)</a:t>
            </a:r>
            <a:endParaRPr sz="2000" dirty="0">
              <a:latin typeface="Times New Roman"/>
              <a:cs typeface="Times New Roman"/>
            </a:endParaRPr>
          </a:p>
          <a:p>
            <a:pPr marL="4445" algn="ctr">
              <a:lnSpc>
                <a:spcPct val="100000"/>
              </a:lnSpc>
              <a:spcBef>
                <a:spcPts val="880"/>
              </a:spcBef>
            </a:pPr>
            <a:r>
              <a:rPr sz="2200" b="1" dirty="0">
                <a:latin typeface="Times New Roman"/>
                <a:cs typeface="Times New Roman"/>
              </a:rPr>
              <a:t>Project</a:t>
            </a:r>
            <a:r>
              <a:rPr sz="2200" b="1" spc="-114" dirty="0">
                <a:latin typeface="Times New Roman"/>
                <a:cs typeface="Times New Roman"/>
              </a:rPr>
              <a:t> </a:t>
            </a:r>
            <a:r>
              <a:rPr sz="2200" b="1" spc="-10" dirty="0">
                <a:latin typeface="Times New Roman"/>
                <a:cs typeface="Times New Roman"/>
              </a:rPr>
              <a:t>Report</a:t>
            </a:r>
            <a:endParaRPr sz="2200" dirty="0">
              <a:latin typeface="Times New Roman"/>
              <a:cs typeface="Times New Roman"/>
            </a:endParaRPr>
          </a:p>
          <a:p>
            <a:pPr marL="8255" algn="ctr">
              <a:lnSpc>
                <a:spcPct val="100000"/>
              </a:lnSpc>
              <a:spcBef>
                <a:spcPts val="919"/>
              </a:spcBef>
            </a:pPr>
            <a:r>
              <a:rPr sz="1800" b="1" dirty="0">
                <a:latin typeface="Times New Roman"/>
                <a:cs typeface="Times New Roman"/>
              </a:rPr>
              <a:t>6</a:t>
            </a:r>
            <a:r>
              <a:rPr sz="1725" b="1" baseline="31400" dirty="0">
                <a:latin typeface="Times New Roman"/>
                <a:cs typeface="Times New Roman"/>
              </a:rPr>
              <a:t>th</a:t>
            </a:r>
            <a:r>
              <a:rPr sz="1725" b="1" spc="232" baseline="31400" dirty="0">
                <a:latin typeface="Times New Roman"/>
                <a:cs typeface="Times New Roman"/>
              </a:rPr>
              <a:t> </a:t>
            </a:r>
            <a:r>
              <a:rPr sz="1800" b="1" spc="-10" dirty="0">
                <a:latin typeface="Times New Roman"/>
                <a:cs typeface="Times New Roman"/>
              </a:rPr>
              <a:t>Semester</a:t>
            </a:r>
            <a:endParaRPr sz="1800" dirty="0">
              <a:latin typeface="Times New Roman"/>
              <a:cs typeface="Times New Roman"/>
            </a:endParaRPr>
          </a:p>
          <a:p>
            <a:pPr marL="6985" algn="ctr">
              <a:lnSpc>
                <a:spcPct val="100000"/>
              </a:lnSpc>
              <a:spcBef>
                <a:spcPts val="1720"/>
              </a:spcBef>
            </a:pPr>
            <a:r>
              <a:rPr sz="2000" b="1" dirty="0">
                <a:latin typeface="Times New Roman"/>
                <a:cs typeface="Times New Roman"/>
              </a:rPr>
              <a:t>M.Sc.</a:t>
            </a:r>
            <a:r>
              <a:rPr sz="2000" b="1" spc="-25" dirty="0">
                <a:latin typeface="Times New Roman"/>
                <a:cs typeface="Times New Roman"/>
              </a:rPr>
              <a:t> </a:t>
            </a:r>
            <a:r>
              <a:rPr sz="2000" b="1" dirty="0">
                <a:latin typeface="Times New Roman"/>
                <a:cs typeface="Times New Roman"/>
              </a:rPr>
              <a:t>(Information</a:t>
            </a:r>
            <a:r>
              <a:rPr sz="2000" b="1" spc="-65" dirty="0">
                <a:latin typeface="Times New Roman"/>
                <a:cs typeface="Times New Roman"/>
              </a:rPr>
              <a:t> </a:t>
            </a:r>
            <a:r>
              <a:rPr sz="2000" b="1" spc="-10" dirty="0">
                <a:latin typeface="Times New Roman"/>
                <a:cs typeface="Times New Roman"/>
              </a:rPr>
              <a:t>Technology)</a:t>
            </a:r>
            <a:endParaRPr sz="2000" dirty="0">
              <a:latin typeface="Times New Roman"/>
              <a:cs typeface="Times New Roman"/>
            </a:endParaRPr>
          </a:p>
          <a:p>
            <a:pPr marL="60960" algn="ctr">
              <a:lnSpc>
                <a:spcPct val="100000"/>
              </a:lnSpc>
              <a:spcBef>
                <a:spcPts val="919"/>
              </a:spcBef>
            </a:pPr>
            <a:r>
              <a:rPr sz="1800" b="1" dirty="0">
                <a:latin typeface="Times New Roman"/>
                <a:cs typeface="Times New Roman"/>
              </a:rPr>
              <a:t>5</a:t>
            </a:r>
            <a:r>
              <a:rPr sz="1800" b="1" spc="-110" dirty="0">
                <a:latin typeface="Times New Roman"/>
                <a:cs typeface="Times New Roman"/>
              </a:rPr>
              <a:t> </a:t>
            </a:r>
            <a:r>
              <a:rPr sz="1800" b="1" spc="-30" dirty="0">
                <a:latin typeface="Times New Roman"/>
                <a:cs typeface="Times New Roman"/>
              </a:rPr>
              <a:t>Years </a:t>
            </a:r>
            <a:r>
              <a:rPr sz="1800" b="1" spc="-10" dirty="0">
                <a:latin typeface="Times New Roman"/>
                <a:cs typeface="Times New Roman"/>
              </a:rPr>
              <a:t>Integrated</a:t>
            </a:r>
            <a:r>
              <a:rPr sz="1800" b="1" spc="-30" dirty="0">
                <a:latin typeface="Times New Roman"/>
                <a:cs typeface="Times New Roman"/>
              </a:rPr>
              <a:t> </a:t>
            </a:r>
            <a:r>
              <a:rPr sz="1800" b="1" spc="-10" dirty="0">
                <a:latin typeface="Times New Roman"/>
                <a:cs typeface="Times New Roman"/>
              </a:rPr>
              <a:t>Course</a:t>
            </a:r>
            <a:endParaRPr sz="1800" dirty="0">
              <a:latin typeface="Times New Roman"/>
              <a:cs typeface="Times New Roman"/>
            </a:endParaRPr>
          </a:p>
          <a:p>
            <a:pPr marL="6350" algn="ctr">
              <a:lnSpc>
                <a:spcPct val="100000"/>
              </a:lnSpc>
              <a:spcBef>
                <a:spcPts val="885"/>
              </a:spcBef>
            </a:pPr>
            <a:r>
              <a:rPr sz="1600" b="1" spc="-25" dirty="0">
                <a:latin typeface="Times New Roman"/>
                <a:cs typeface="Times New Roman"/>
              </a:rPr>
              <a:t>Year:</a:t>
            </a:r>
            <a:r>
              <a:rPr sz="1600" b="1" spc="-30" dirty="0">
                <a:latin typeface="Times New Roman"/>
                <a:cs typeface="Times New Roman"/>
              </a:rPr>
              <a:t> </a:t>
            </a:r>
            <a:r>
              <a:rPr sz="1600" b="1" spc="-10" dirty="0">
                <a:latin typeface="Times New Roman"/>
                <a:cs typeface="Times New Roman"/>
              </a:rPr>
              <a:t>202</a:t>
            </a:r>
            <a:r>
              <a:rPr lang="en-US" sz="1600" b="1" spc="-10" dirty="0">
                <a:latin typeface="Times New Roman"/>
                <a:cs typeface="Times New Roman"/>
              </a:rPr>
              <a:t>5</a:t>
            </a:r>
            <a:r>
              <a:rPr sz="1600" b="1" spc="-10" dirty="0">
                <a:latin typeface="Times New Roman"/>
                <a:cs typeface="Times New Roman"/>
              </a:rPr>
              <a:t>-</a:t>
            </a:r>
            <a:r>
              <a:rPr sz="1600" b="1" spc="-20" dirty="0">
                <a:latin typeface="Times New Roman"/>
                <a:cs typeface="Times New Roman"/>
              </a:rPr>
              <a:t>202</a:t>
            </a:r>
            <a:r>
              <a:rPr lang="en-US" sz="1600" b="1" spc="-20" dirty="0">
                <a:latin typeface="Times New Roman"/>
                <a:cs typeface="Times New Roman"/>
              </a:rPr>
              <a:t>6</a:t>
            </a:r>
            <a:endParaRPr sz="1600" dirty="0">
              <a:latin typeface="Times New Roman"/>
              <a:cs typeface="Times New Roman"/>
            </a:endParaRPr>
          </a:p>
        </p:txBody>
      </p:sp>
      <p:sp>
        <p:nvSpPr>
          <p:cNvPr id="4" name="object 4"/>
          <p:cNvSpPr txBox="1"/>
          <p:nvPr/>
        </p:nvSpPr>
        <p:spPr>
          <a:xfrm>
            <a:off x="970597" y="5568986"/>
            <a:ext cx="1608455" cy="1651734"/>
          </a:xfrm>
          <a:prstGeom prst="rect">
            <a:avLst/>
          </a:prstGeom>
        </p:spPr>
        <p:txBody>
          <a:bodyPr vert="horz" wrap="square" lIns="0" tIns="91440" rIns="0" bIns="0" rtlCol="0">
            <a:spAutoFit/>
          </a:bodyPr>
          <a:lstStyle/>
          <a:p>
            <a:pPr marL="12700">
              <a:lnSpc>
                <a:spcPct val="100000"/>
              </a:lnSpc>
              <a:spcBef>
                <a:spcPts val="720"/>
              </a:spcBef>
            </a:pPr>
            <a:r>
              <a:rPr sz="1800" b="1" u="sng" dirty="0">
                <a:uFill>
                  <a:solidFill>
                    <a:srgbClr val="000000"/>
                  </a:solidFill>
                </a:uFill>
                <a:latin typeface="Times New Roman"/>
                <a:cs typeface="Times New Roman"/>
              </a:rPr>
              <a:t>External</a:t>
            </a:r>
            <a:r>
              <a:rPr sz="1800" b="1" u="sng" spc="-60" dirty="0">
                <a:uFill>
                  <a:solidFill>
                    <a:srgbClr val="000000"/>
                  </a:solidFill>
                </a:uFill>
                <a:latin typeface="Times New Roman"/>
                <a:cs typeface="Times New Roman"/>
              </a:rPr>
              <a:t> </a:t>
            </a:r>
            <a:r>
              <a:rPr sz="1800" b="1" u="sng" spc="-10" dirty="0">
                <a:uFill>
                  <a:solidFill>
                    <a:srgbClr val="000000"/>
                  </a:solidFill>
                </a:uFill>
                <a:latin typeface="Times New Roman"/>
                <a:cs typeface="Times New Roman"/>
              </a:rPr>
              <a:t>Guide</a:t>
            </a:r>
            <a:r>
              <a:rPr sz="1800" b="1" spc="-10" dirty="0">
                <a:latin typeface="Times New Roman"/>
                <a:cs typeface="Times New Roman"/>
              </a:rPr>
              <a:t>:</a:t>
            </a:r>
            <a:endParaRPr sz="1800" dirty="0">
              <a:latin typeface="Times New Roman"/>
              <a:cs typeface="Times New Roman"/>
            </a:endParaRPr>
          </a:p>
          <a:p>
            <a:pPr marL="12700">
              <a:lnSpc>
                <a:spcPts val="2120"/>
              </a:lnSpc>
              <a:spcBef>
                <a:spcPts val="740"/>
              </a:spcBef>
            </a:pPr>
            <a:endParaRPr lang="en-US" sz="1800" b="1" u="sng" dirty="0">
              <a:uFill>
                <a:solidFill>
                  <a:srgbClr val="000000"/>
                </a:solidFill>
              </a:uFill>
              <a:latin typeface="Times New Roman"/>
              <a:cs typeface="Times New Roman"/>
            </a:endParaRPr>
          </a:p>
          <a:p>
            <a:pPr marL="12700">
              <a:lnSpc>
                <a:spcPts val="2120"/>
              </a:lnSpc>
              <a:spcBef>
                <a:spcPts val="740"/>
              </a:spcBef>
            </a:pPr>
            <a:endParaRPr lang="en-US" b="1" u="sng" dirty="0">
              <a:uFill>
                <a:solidFill>
                  <a:srgbClr val="000000"/>
                </a:solidFill>
              </a:uFill>
              <a:latin typeface="Times New Roman"/>
              <a:cs typeface="Times New Roman"/>
            </a:endParaRPr>
          </a:p>
          <a:p>
            <a:pPr marL="12700">
              <a:lnSpc>
                <a:spcPts val="2120"/>
              </a:lnSpc>
              <a:spcBef>
                <a:spcPts val="740"/>
              </a:spcBef>
            </a:pPr>
            <a:r>
              <a:rPr sz="1800" b="1" u="sng" dirty="0">
                <a:uFill>
                  <a:solidFill>
                    <a:srgbClr val="000000"/>
                  </a:solidFill>
                </a:uFill>
                <a:latin typeface="Times New Roman"/>
                <a:cs typeface="Times New Roman"/>
              </a:rPr>
              <a:t>Internal</a:t>
            </a:r>
            <a:r>
              <a:rPr sz="1800" b="1" u="sng" spc="-50" dirty="0">
                <a:uFill>
                  <a:solidFill>
                    <a:srgbClr val="000000"/>
                  </a:solidFill>
                </a:uFill>
                <a:latin typeface="Times New Roman"/>
                <a:cs typeface="Times New Roman"/>
              </a:rPr>
              <a:t> </a:t>
            </a:r>
            <a:r>
              <a:rPr sz="1800" b="1" u="sng" spc="-10" dirty="0">
                <a:uFill>
                  <a:solidFill>
                    <a:srgbClr val="000000"/>
                  </a:solidFill>
                </a:uFill>
                <a:latin typeface="Times New Roman"/>
                <a:cs typeface="Times New Roman"/>
              </a:rPr>
              <a:t>Guide</a:t>
            </a:r>
            <a:r>
              <a:rPr sz="1800" b="1" spc="-10" dirty="0">
                <a:latin typeface="Times New Roman"/>
                <a:cs typeface="Times New Roman"/>
              </a:rPr>
              <a:t>:</a:t>
            </a:r>
            <a:endParaRPr sz="1800" dirty="0">
              <a:latin typeface="Times New Roman"/>
              <a:cs typeface="Times New Roman"/>
            </a:endParaRPr>
          </a:p>
          <a:p>
            <a:pPr marL="12700">
              <a:lnSpc>
                <a:spcPts val="1639"/>
              </a:lnSpc>
            </a:pPr>
            <a:r>
              <a:rPr sz="1600" dirty="0">
                <a:latin typeface="Times New Roman"/>
                <a:cs typeface="Times New Roman"/>
              </a:rPr>
              <a:t>Dr.</a:t>
            </a:r>
            <a:r>
              <a:rPr sz="1600" spc="-40" dirty="0">
                <a:latin typeface="Times New Roman"/>
                <a:cs typeface="Times New Roman"/>
              </a:rPr>
              <a:t> </a:t>
            </a:r>
            <a:r>
              <a:rPr sz="1600" dirty="0">
                <a:latin typeface="Times New Roman"/>
                <a:cs typeface="Times New Roman"/>
              </a:rPr>
              <a:t>Parul</a:t>
            </a:r>
            <a:r>
              <a:rPr sz="1600" spc="-60" dirty="0">
                <a:latin typeface="Times New Roman"/>
                <a:cs typeface="Times New Roman"/>
              </a:rPr>
              <a:t> </a:t>
            </a:r>
            <a:r>
              <a:rPr sz="1600" spc="-10" dirty="0">
                <a:latin typeface="Times New Roman"/>
                <a:cs typeface="Times New Roman"/>
              </a:rPr>
              <a:t>Patel</a:t>
            </a:r>
            <a:endParaRPr sz="1600" dirty="0">
              <a:latin typeface="Times New Roman"/>
              <a:cs typeface="Times New Roman"/>
            </a:endParaRPr>
          </a:p>
        </p:txBody>
      </p:sp>
      <p:sp>
        <p:nvSpPr>
          <p:cNvPr id="5" name="object 5"/>
          <p:cNvSpPr txBox="1"/>
          <p:nvPr/>
        </p:nvSpPr>
        <p:spPr>
          <a:xfrm>
            <a:off x="4456429" y="5568986"/>
            <a:ext cx="2378075" cy="2123658"/>
          </a:xfrm>
          <a:prstGeom prst="rect">
            <a:avLst/>
          </a:prstGeom>
        </p:spPr>
        <p:txBody>
          <a:bodyPr vert="horz" wrap="square" lIns="0" tIns="91440" rIns="0" bIns="0" rtlCol="0">
            <a:spAutoFit/>
          </a:bodyPr>
          <a:lstStyle/>
          <a:p>
            <a:pPr marL="12700">
              <a:lnSpc>
                <a:spcPct val="100000"/>
              </a:lnSpc>
              <a:spcBef>
                <a:spcPts val="720"/>
              </a:spcBef>
            </a:pPr>
            <a:r>
              <a:rPr sz="1800" b="1" u="sng" dirty="0">
                <a:uFill>
                  <a:solidFill>
                    <a:srgbClr val="000000"/>
                  </a:solidFill>
                </a:uFill>
                <a:latin typeface="Times New Roman"/>
                <a:cs typeface="Times New Roman"/>
              </a:rPr>
              <a:t>Submitted</a:t>
            </a:r>
            <a:r>
              <a:rPr sz="1800" b="1" u="sng" spc="-35" dirty="0">
                <a:uFill>
                  <a:solidFill>
                    <a:srgbClr val="000000"/>
                  </a:solidFill>
                </a:uFill>
                <a:latin typeface="Times New Roman"/>
                <a:cs typeface="Times New Roman"/>
              </a:rPr>
              <a:t> </a:t>
            </a:r>
            <a:r>
              <a:rPr sz="1800" b="1" u="sng" spc="-25" dirty="0">
                <a:uFill>
                  <a:solidFill>
                    <a:srgbClr val="000000"/>
                  </a:solidFill>
                </a:uFill>
                <a:latin typeface="Times New Roman"/>
                <a:cs typeface="Times New Roman"/>
              </a:rPr>
              <a:t>by</a:t>
            </a:r>
            <a:r>
              <a:rPr sz="1800" b="1" spc="-25" dirty="0">
                <a:latin typeface="Times New Roman"/>
                <a:cs typeface="Times New Roman"/>
              </a:rPr>
              <a:t>:</a:t>
            </a:r>
            <a:endParaRPr sz="1800" dirty="0">
              <a:latin typeface="Times New Roman"/>
              <a:cs typeface="Times New Roman"/>
            </a:endParaRPr>
          </a:p>
          <a:p>
            <a:pPr marL="12700">
              <a:lnSpc>
                <a:spcPct val="100000"/>
              </a:lnSpc>
              <a:spcBef>
                <a:spcPts val="60"/>
              </a:spcBef>
            </a:pPr>
            <a:r>
              <a:rPr lang="en-US" sz="1600" dirty="0" err="1">
                <a:latin typeface="Times New Roman"/>
                <a:cs typeface="Times New Roman"/>
              </a:rPr>
              <a:t>Pathan</a:t>
            </a:r>
            <a:r>
              <a:rPr lang="en-US" sz="1600" dirty="0">
                <a:latin typeface="Times New Roman"/>
                <a:cs typeface="Times New Roman"/>
              </a:rPr>
              <a:t> Samir </a:t>
            </a:r>
          </a:p>
          <a:p>
            <a:pPr marL="12700">
              <a:lnSpc>
                <a:spcPct val="100000"/>
              </a:lnSpc>
              <a:spcBef>
                <a:spcPts val="60"/>
              </a:spcBef>
            </a:pPr>
            <a:r>
              <a:rPr sz="1600" dirty="0">
                <a:latin typeface="Times New Roman"/>
                <a:cs typeface="Times New Roman"/>
              </a:rPr>
              <a:t>SPID</a:t>
            </a:r>
            <a:r>
              <a:rPr sz="1600" spc="-15" dirty="0">
                <a:latin typeface="Times New Roman"/>
                <a:cs typeface="Times New Roman"/>
              </a:rPr>
              <a:t> </a:t>
            </a:r>
            <a:r>
              <a:rPr sz="1600" dirty="0">
                <a:latin typeface="Times New Roman"/>
                <a:cs typeface="Times New Roman"/>
              </a:rPr>
              <a:t>:</a:t>
            </a:r>
            <a:r>
              <a:rPr sz="1600" spc="-15" dirty="0">
                <a:latin typeface="Times New Roman"/>
                <a:cs typeface="Times New Roman"/>
              </a:rPr>
              <a:t> </a:t>
            </a:r>
            <a:r>
              <a:rPr sz="1600" b="1" spc="-10" dirty="0">
                <a:latin typeface="Times New Roman"/>
                <a:cs typeface="Times New Roman"/>
              </a:rPr>
              <a:t>202</a:t>
            </a:r>
            <a:r>
              <a:rPr lang="en-US" sz="1600" b="1" spc="-10" dirty="0">
                <a:latin typeface="Times New Roman"/>
                <a:cs typeface="Times New Roman"/>
              </a:rPr>
              <a:t>3040294</a:t>
            </a:r>
            <a:endParaRPr sz="1600" dirty="0">
              <a:latin typeface="Times New Roman"/>
              <a:cs typeface="Times New Roman"/>
            </a:endParaRPr>
          </a:p>
          <a:p>
            <a:pPr marL="12700">
              <a:lnSpc>
                <a:spcPct val="100000"/>
              </a:lnSpc>
              <a:spcBef>
                <a:spcPts val="380"/>
              </a:spcBef>
            </a:pPr>
            <a:r>
              <a:rPr lang="en-US" sz="1600" dirty="0" err="1">
                <a:latin typeface="Times New Roman"/>
                <a:cs typeface="Times New Roman"/>
              </a:rPr>
              <a:t>Rangoonwala</a:t>
            </a:r>
            <a:r>
              <a:rPr lang="en-US" sz="1600" dirty="0">
                <a:latin typeface="Times New Roman"/>
                <a:cs typeface="Times New Roman"/>
              </a:rPr>
              <a:t> Manan</a:t>
            </a:r>
          </a:p>
          <a:p>
            <a:pPr marL="12700">
              <a:lnSpc>
                <a:spcPct val="100000"/>
              </a:lnSpc>
              <a:spcBef>
                <a:spcPts val="380"/>
              </a:spcBef>
            </a:pPr>
            <a:r>
              <a:rPr sz="1600" dirty="0">
                <a:latin typeface="Times New Roman"/>
                <a:cs typeface="Times New Roman"/>
              </a:rPr>
              <a:t>SPID</a:t>
            </a:r>
            <a:r>
              <a:rPr sz="1600" spc="-15" dirty="0">
                <a:latin typeface="Times New Roman"/>
                <a:cs typeface="Times New Roman"/>
              </a:rPr>
              <a:t> </a:t>
            </a:r>
            <a:r>
              <a:rPr sz="1600" dirty="0">
                <a:latin typeface="Times New Roman"/>
                <a:cs typeface="Times New Roman"/>
              </a:rPr>
              <a:t>:</a:t>
            </a:r>
            <a:r>
              <a:rPr sz="1600" spc="-15" dirty="0">
                <a:latin typeface="Times New Roman"/>
                <a:cs typeface="Times New Roman"/>
              </a:rPr>
              <a:t> </a:t>
            </a:r>
            <a:r>
              <a:rPr sz="1600" b="1" spc="-10" dirty="0">
                <a:latin typeface="Times New Roman"/>
                <a:cs typeface="Times New Roman"/>
              </a:rPr>
              <a:t>202</a:t>
            </a:r>
            <a:r>
              <a:rPr lang="en-US" sz="1600" b="1" spc="-10" dirty="0">
                <a:latin typeface="Times New Roman"/>
                <a:cs typeface="Times New Roman"/>
              </a:rPr>
              <a:t>3</a:t>
            </a:r>
            <a:r>
              <a:rPr sz="1600" b="1" spc="-10" dirty="0">
                <a:latin typeface="Times New Roman"/>
                <a:cs typeface="Times New Roman"/>
              </a:rPr>
              <a:t>0</a:t>
            </a:r>
            <a:r>
              <a:rPr lang="en-US" sz="1600" b="1" spc="-10" dirty="0">
                <a:latin typeface="Times New Roman"/>
                <a:cs typeface="Times New Roman"/>
              </a:rPr>
              <a:t>40309</a:t>
            </a:r>
            <a:endParaRPr sz="1600" dirty="0">
              <a:latin typeface="Times New Roman"/>
              <a:cs typeface="Times New Roman"/>
            </a:endParaRPr>
          </a:p>
          <a:p>
            <a:pPr marL="12700" marR="5080">
              <a:lnSpc>
                <a:spcPts val="1900"/>
              </a:lnSpc>
              <a:spcBef>
                <a:spcPts val="605"/>
              </a:spcBef>
            </a:pPr>
            <a:r>
              <a:rPr sz="1600" spc="-10" dirty="0" err="1">
                <a:latin typeface="Times New Roman"/>
                <a:cs typeface="Times New Roman"/>
              </a:rPr>
              <a:t>T</a:t>
            </a:r>
            <a:r>
              <a:rPr lang="en-US" sz="1600" spc="-10" dirty="0" err="1">
                <a:latin typeface="Times New Roman"/>
                <a:cs typeface="Times New Roman"/>
              </a:rPr>
              <a:t>alior</a:t>
            </a:r>
            <a:r>
              <a:rPr lang="en-US" sz="1600" spc="-10" dirty="0">
                <a:latin typeface="Times New Roman"/>
                <a:cs typeface="Times New Roman"/>
              </a:rPr>
              <a:t> </a:t>
            </a:r>
            <a:r>
              <a:rPr lang="en-US" sz="1600" spc="-10" dirty="0" err="1">
                <a:latin typeface="Times New Roman"/>
                <a:cs typeface="Times New Roman"/>
              </a:rPr>
              <a:t>Utsav</a:t>
            </a:r>
            <a:endParaRPr lang="en-US" sz="1600" spc="-10" dirty="0">
              <a:latin typeface="Times New Roman"/>
              <a:cs typeface="Times New Roman"/>
            </a:endParaRPr>
          </a:p>
          <a:p>
            <a:pPr marL="12700" marR="5080">
              <a:lnSpc>
                <a:spcPts val="1900"/>
              </a:lnSpc>
              <a:spcBef>
                <a:spcPts val="605"/>
              </a:spcBef>
            </a:pPr>
            <a:r>
              <a:rPr sz="1600" spc="-10" dirty="0">
                <a:latin typeface="Times New Roman"/>
                <a:cs typeface="Times New Roman"/>
              </a:rPr>
              <a:t> </a:t>
            </a:r>
            <a:r>
              <a:rPr sz="1600" dirty="0">
                <a:latin typeface="Times New Roman"/>
                <a:cs typeface="Times New Roman"/>
              </a:rPr>
              <a:t>SPID:</a:t>
            </a:r>
            <a:r>
              <a:rPr sz="1600" spc="-35" dirty="0">
                <a:latin typeface="Times New Roman"/>
                <a:cs typeface="Times New Roman"/>
              </a:rPr>
              <a:t> </a:t>
            </a:r>
            <a:r>
              <a:rPr sz="1600" b="1" spc="-10" dirty="0">
                <a:latin typeface="Times New Roman"/>
                <a:cs typeface="Times New Roman"/>
              </a:rPr>
              <a:t>202</a:t>
            </a:r>
            <a:r>
              <a:rPr lang="en-US" sz="1600" b="1" spc="-10" dirty="0">
                <a:latin typeface="Times New Roman"/>
                <a:cs typeface="Times New Roman"/>
              </a:rPr>
              <a:t>3040337</a:t>
            </a:r>
            <a:endParaRPr sz="1600" dirty="0">
              <a:latin typeface="Times New Roman"/>
              <a:cs typeface="Times New Roman"/>
            </a:endParaRPr>
          </a:p>
        </p:txBody>
      </p:sp>
      <p:sp>
        <p:nvSpPr>
          <p:cNvPr id="6" name="object 6"/>
          <p:cNvSpPr txBox="1"/>
          <p:nvPr/>
        </p:nvSpPr>
        <p:spPr>
          <a:xfrm>
            <a:off x="909637" y="8111743"/>
            <a:ext cx="5949950" cy="1033616"/>
          </a:xfrm>
          <a:prstGeom prst="rect">
            <a:avLst/>
          </a:prstGeom>
        </p:spPr>
        <p:txBody>
          <a:bodyPr vert="horz" wrap="square" lIns="0" tIns="119380" rIns="0" bIns="0" rtlCol="0">
            <a:spAutoFit/>
          </a:bodyPr>
          <a:lstStyle/>
          <a:p>
            <a:pPr algn="ctr">
              <a:lnSpc>
                <a:spcPct val="100000"/>
              </a:lnSpc>
              <a:spcBef>
                <a:spcPts val="844"/>
              </a:spcBef>
            </a:pPr>
            <a:r>
              <a:rPr lang="en-US" sz="1400" b="1" u="sng" dirty="0">
                <a:latin typeface="Times New Roman"/>
                <a:cs typeface="Times New Roman"/>
              </a:rPr>
              <a:t>MOUNTAINSDRIVEN TECHNOLOGIES</a:t>
            </a:r>
          </a:p>
          <a:p>
            <a:pPr algn="ctr">
              <a:lnSpc>
                <a:spcPct val="100000"/>
              </a:lnSpc>
              <a:spcBef>
                <a:spcPts val="844"/>
              </a:spcBef>
            </a:pPr>
            <a:r>
              <a:rPr lang="en-US" sz="1600" dirty="0">
                <a:latin typeface="Times New Roman"/>
                <a:cs typeface="Times New Roman"/>
              </a:rPr>
              <a:t>437</a:t>
            </a:r>
            <a:r>
              <a:rPr sz="1600" dirty="0">
                <a:latin typeface="Times New Roman"/>
                <a:cs typeface="Times New Roman"/>
              </a:rPr>
              <a:t>,</a:t>
            </a:r>
            <a:r>
              <a:rPr sz="1600" spc="-85" dirty="0">
                <a:latin typeface="Times New Roman"/>
                <a:cs typeface="Times New Roman"/>
              </a:rPr>
              <a:t> </a:t>
            </a:r>
            <a:r>
              <a:rPr lang="en-US" sz="1600" spc="-85" dirty="0" err="1">
                <a:latin typeface="Times New Roman"/>
                <a:cs typeface="Times New Roman"/>
              </a:rPr>
              <a:t>Shiven</a:t>
            </a:r>
            <a:r>
              <a:rPr lang="en-US" sz="1600" spc="-85" dirty="0">
                <a:latin typeface="Times New Roman"/>
                <a:cs typeface="Times New Roman"/>
              </a:rPr>
              <a:t> Square , </a:t>
            </a:r>
            <a:r>
              <a:rPr lang="en-US" sz="1600" spc="-85" dirty="0" err="1">
                <a:latin typeface="Times New Roman"/>
                <a:cs typeface="Times New Roman"/>
              </a:rPr>
              <a:t>Nr</a:t>
            </a:r>
            <a:r>
              <a:rPr lang="en-US" sz="1600" spc="-85" dirty="0">
                <a:latin typeface="Times New Roman"/>
                <a:cs typeface="Times New Roman"/>
              </a:rPr>
              <a:t>. </a:t>
            </a:r>
            <a:r>
              <a:rPr lang="en-US" sz="1600" spc="-85" dirty="0" err="1">
                <a:latin typeface="Times New Roman"/>
                <a:cs typeface="Times New Roman"/>
              </a:rPr>
              <a:t>Blu</a:t>
            </a:r>
            <a:r>
              <a:rPr lang="en-US" sz="1600" spc="-85" dirty="0">
                <a:latin typeface="Times New Roman"/>
                <a:cs typeface="Times New Roman"/>
              </a:rPr>
              <a:t> life , Pal</a:t>
            </a:r>
          </a:p>
          <a:p>
            <a:pPr algn="ctr">
              <a:lnSpc>
                <a:spcPct val="100000"/>
              </a:lnSpc>
              <a:spcBef>
                <a:spcPts val="844"/>
              </a:spcBef>
            </a:pPr>
            <a:r>
              <a:rPr sz="1600" dirty="0">
                <a:latin typeface="Times New Roman"/>
                <a:cs typeface="Times New Roman"/>
              </a:rPr>
              <a:t>Surat,</a:t>
            </a:r>
            <a:r>
              <a:rPr sz="1600" spc="-45" dirty="0">
                <a:latin typeface="Times New Roman"/>
                <a:cs typeface="Times New Roman"/>
              </a:rPr>
              <a:t> </a:t>
            </a:r>
            <a:r>
              <a:rPr sz="1600" dirty="0">
                <a:latin typeface="Times New Roman"/>
                <a:cs typeface="Times New Roman"/>
              </a:rPr>
              <a:t>Gujarat</a:t>
            </a:r>
            <a:r>
              <a:rPr sz="1600" spc="-45" dirty="0">
                <a:latin typeface="Times New Roman"/>
                <a:cs typeface="Times New Roman"/>
              </a:rPr>
              <a:t> </a:t>
            </a:r>
            <a:r>
              <a:rPr sz="1600" spc="-10" dirty="0">
                <a:latin typeface="Times New Roman"/>
                <a:cs typeface="Times New Roman"/>
              </a:rPr>
              <a:t>395009</a:t>
            </a:r>
            <a:endParaRPr sz="1600" dirty="0">
              <a:latin typeface="Times New Roman"/>
              <a:cs typeface="Times New Roman"/>
            </a:endParaRPr>
          </a:p>
        </p:txBody>
      </p:sp>
      <p:sp>
        <p:nvSpPr>
          <p:cNvPr id="8" name="TextBox 7"/>
          <p:cNvSpPr txBox="1"/>
          <p:nvPr/>
        </p:nvSpPr>
        <p:spPr>
          <a:xfrm>
            <a:off x="1295400" y="5041425"/>
            <a:ext cx="4990783" cy="369332"/>
          </a:xfrm>
          <a:prstGeom prst="rect">
            <a:avLst/>
          </a:prstGeom>
          <a:noFill/>
        </p:spPr>
        <p:txBody>
          <a:bodyPr wrap="square" rtlCol="0">
            <a:spAutoFit/>
          </a:bodyPr>
          <a:lstStyle/>
          <a:p>
            <a:pPr algn="ctr"/>
            <a:r>
              <a:rPr lang="en-US" b="1" dirty="0">
                <a:solidFill>
                  <a:srgbClr val="FF0000"/>
                </a:solidFill>
              </a:rPr>
              <a:t>Legal Case Management System</a:t>
            </a:r>
            <a:endParaRPr lang="en-IN"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57200" y="226060"/>
            <a:ext cx="7165340" cy="9451340"/>
            <a:chOff x="304800" y="304800"/>
            <a:chExt cx="7165340"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899159" y="761365"/>
              <a:ext cx="6126225" cy="8000365"/>
            </a:xfrm>
            <a:prstGeom prst="rect">
              <a:avLst/>
            </a:prstGeom>
          </p:spPr>
        </p:pic>
        <p:pic>
          <p:nvPicPr>
            <p:cNvPr id="6" name="object 6"/>
            <p:cNvPicPr/>
            <p:nvPr/>
          </p:nvPicPr>
          <p:blipFill>
            <a:blip r:embed="rId3" cstate="print"/>
            <a:stretch>
              <a:fillRect/>
            </a:stretch>
          </p:blipFill>
          <p:spPr>
            <a:xfrm>
              <a:off x="304800" y="304800"/>
              <a:ext cx="7165084" cy="9451022"/>
            </a:xfrm>
            <a:prstGeom prst="rect">
              <a:avLst/>
            </a:prstGeom>
          </p:spPr>
        </p:pic>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2</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304800" y="195072"/>
            <a:ext cx="7165340" cy="9451340"/>
            <a:chOff x="304800" y="304800"/>
            <a:chExt cx="7165340"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031240" y="853440"/>
              <a:ext cx="5665343" cy="8014334"/>
            </a:xfrm>
            <a:prstGeom prst="rect">
              <a:avLst/>
            </a:prstGeom>
          </p:spPr>
        </p:pic>
        <p:sp>
          <p:nvSpPr>
            <p:cNvPr id="6" name="object 6"/>
            <p:cNvSpPr/>
            <p:nvPr/>
          </p:nvSpPr>
          <p:spPr>
            <a:xfrm>
              <a:off x="1029652" y="851852"/>
              <a:ext cx="5668645" cy="8017509"/>
            </a:xfrm>
            <a:custGeom>
              <a:avLst/>
              <a:gdLst/>
              <a:ahLst/>
              <a:cxnLst/>
              <a:rect l="l" t="t" r="r" b="b"/>
              <a:pathLst>
                <a:path w="5668645" h="8017509">
                  <a:moveTo>
                    <a:pt x="0" y="8017509"/>
                  </a:moveTo>
                  <a:lnTo>
                    <a:pt x="5668518" y="8017509"/>
                  </a:lnTo>
                  <a:lnTo>
                    <a:pt x="5668518" y="0"/>
                  </a:lnTo>
                  <a:lnTo>
                    <a:pt x="0" y="0"/>
                  </a:lnTo>
                  <a:lnTo>
                    <a:pt x="0" y="8017509"/>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3</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442719"/>
            <a:ext cx="5981065" cy="7508240"/>
            <a:chOff x="896937" y="1442719"/>
            <a:chExt cx="5981065" cy="75082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5" name="object 5"/>
            <p:cNvSpPr/>
            <p:nvPr/>
          </p:nvSpPr>
          <p:spPr>
            <a:xfrm>
              <a:off x="1508125" y="1452244"/>
              <a:ext cx="0" cy="7428865"/>
            </a:xfrm>
            <a:custGeom>
              <a:avLst/>
              <a:gdLst/>
              <a:ahLst/>
              <a:cxnLst/>
              <a:rect l="l" t="t" r="r" b="b"/>
              <a:pathLst>
                <a:path h="7428865">
                  <a:moveTo>
                    <a:pt x="0" y="0"/>
                  </a:moveTo>
                  <a:lnTo>
                    <a:pt x="0" y="7428280"/>
                  </a:lnTo>
                </a:path>
              </a:pathLst>
            </a:custGeom>
            <a:ln w="19050">
              <a:solidFill>
                <a:srgbClr val="737373"/>
              </a:solidFill>
            </a:ln>
          </p:spPr>
          <p:txBody>
            <a:bodyPr wrap="square" lIns="0" tIns="0" rIns="0" bIns="0" rtlCol="0"/>
            <a:lstStyle/>
            <a:p>
              <a:endParaRPr/>
            </a:p>
          </p:txBody>
        </p:sp>
      </p:grpSp>
      <p:sp>
        <p:nvSpPr>
          <p:cNvPr id="6" name="object 6"/>
          <p:cNvSpPr txBox="1"/>
          <p:nvPr/>
        </p:nvSpPr>
        <p:spPr>
          <a:xfrm>
            <a:off x="968057" y="1389633"/>
            <a:ext cx="223520" cy="269240"/>
          </a:xfrm>
          <a:prstGeom prst="rect">
            <a:avLst/>
          </a:prstGeom>
        </p:spPr>
        <p:txBody>
          <a:bodyPr vert="horz" wrap="square" lIns="0" tIns="12700" rIns="0" bIns="0" rtlCol="0">
            <a:spAutoFit/>
          </a:bodyPr>
          <a:lstStyle/>
          <a:p>
            <a:pPr marL="12700">
              <a:lnSpc>
                <a:spcPct val="100000"/>
              </a:lnSpc>
              <a:spcBef>
                <a:spcPts val="100"/>
              </a:spcBef>
            </a:pPr>
            <a:r>
              <a:rPr sz="1600" b="1" spc="-25" dirty="0">
                <a:latin typeface="Times New Roman"/>
                <a:cs typeface="Times New Roman"/>
              </a:rPr>
              <a:t>01</a:t>
            </a:r>
            <a:endParaRPr sz="1600">
              <a:latin typeface="Times New Roman"/>
              <a:cs typeface="Times New Roman"/>
            </a:endParaRPr>
          </a:p>
        </p:txBody>
      </p:sp>
      <p:sp>
        <p:nvSpPr>
          <p:cNvPr id="7" name="object 7"/>
          <p:cNvSpPr txBox="1"/>
          <p:nvPr/>
        </p:nvSpPr>
        <p:spPr>
          <a:xfrm>
            <a:off x="968057" y="2441575"/>
            <a:ext cx="223520" cy="269240"/>
          </a:xfrm>
          <a:prstGeom prst="rect">
            <a:avLst/>
          </a:prstGeom>
        </p:spPr>
        <p:txBody>
          <a:bodyPr vert="horz" wrap="square" lIns="0" tIns="12700" rIns="0" bIns="0" rtlCol="0">
            <a:spAutoFit/>
          </a:bodyPr>
          <a:lstStyle/>
          <a:p>
            <a:pPr marL="12700">
              <a:lnSpc>
                <a:spcPct val="100000"/>
              </a:lnSpc>
              <a:spcBef>
                <a:spcPts val="100"/>
              </a:spcBef>
            </a:pPr>
            <a:r>
              <a:rPr sz="1600" b="1" spc="-25" dirty="0">
                <a:latin typeface="Times New Roman"/>
                <a:cs typeface="Times New Roman"/>
              </a:rPr>
              <a:t>02</a:t>
            </a:r>
            <a:endParaRPr sz="1600">
              <a:latin typeface="Times New Roman"/>
              <a:cs typeface="Times New Roman"/>
            </a:endParaRPr>
          </a:p>
        </p:txBody>
      </p:sp>
      <p:sp>
        <p:nvSpPr>
          <p:cNvPr id="8" name="object 8"/>
          <p:cNvSpPr txBox="1"/>
          <p:nvPr/>
        </p:nvSpPr>
        <p:spPr>
          <a:xfrm>
            <a:off x="1826895" y="2441575"/>
            <a:ext cx="5046345" cy="662940"/>
          </a:xfrm>
          <a:prstGeom prst="rect">
            <a:avLst/>
          </a:prstGeom>
        </p:spPr>
        <p:txBody>
          <a:bodyPr vert="horz" wrap="square" lIns="0" tIns="12700" rIns="0" bIns="0" rtlCol="0">
            <a:spAutoFit/>
          </a:bodyPr>
          <a:lstStyle/>
          <a:p>
            <a:pPr marL="12700">
              <a:lnSpc>
                <a:spcPts val="1830"/>
              </a:lnSpc>
              <a:spcBef>
                <a:spcPts val="100"/>
              </a:spcBef>
            </a:pPr>
            <a:r>
              <a:rPr sz="1600" b="1" spc="-10" dirty="0">
                <a:latin typeface="Times New Roman"/>
                <a:cs typeface="Times New Roman"/>
              </a:rPr>
              <a:t>System</a:t>
            </a:r>
            <a:r>
              <a:rPr sz="1600" b="1" spc="-75" dirty="0">
                <a:latin typeface="Times New Roman"/>
                <a:cs typeface="Times New Roman"/>
              </a:rPr>
              <a:t> </a:t>
            </a:r>
            <a:r>
              <a:rPr sz="1600" b="1" spc="-10" dirty="0">
                <a:latin typeface="Times New Roman"/>
                <a:cs typeface="Times New Roman"/>
              </a:rPr>
              <a:t>Environment</a:t>
            </a:r>
            <a:endParaRPr sz="1600">
              <a:latin typeface="Times New Roman"/>
              <a:cs typeface="Times New Roman"/>
            </a:endParaRPr>
          </a:p>
          <a:p>
            <a:pPr marL="679450" lvl="1" indent="-219710">
              <a:lnSpc>
                <a:spcPts val="1550"/>
              </a:lnSpc>
              <a:buAutoNum type="arabicPeriod"/>
              <a:tabLst>
                <a:tab pos="679450" algn="l"/>
                <a:tab pos="4838700" algn="l"/>
              </a:tabLst>
            </a:pPr>
            <a:r>
              <a:rPr sz="1200" spc="-10" dirty="0">
                <a:latin typeface="Times New Roman"/>
                <a:cs typeface="Times New Roman"/>
              </a:rPr>
              <a:t>Technology</a:t>
            </a:r>
            <a:r>
              <a:rPr sz="1200" spc="-50" dirty="0">
                <a:latin typeface="Times New Roman"/>
                <a:cs typeface="Times New Roman"/>
              </a:rPr>
              <a:t> </a:t>
            </a:r>
            <a:r>
              <a:rPr sz="1200" spc="-10" dirty="0">
                <a:latin typeface="Times New Roman"/>
                <a:cs typeface="Times New Roman"/>
              </a:rPr>
              <a:t>Description</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12</a:t>
            </a:r>
            <a:endParaRPr sz="2100" baseline="-3968">
              <a:latin typeface="Times New Roman"/>
              <a:cs typeface="Times New Roman"/>
            </a:endParaRPr>
          </a:p>
          <a:p>
            <a:pPr marL="681990" lvl="1" indent="-222250">
              <a:lnSpc>
                <a:spcPts val="1639"/>
              </a:lnSpc>
              <a:buAutoNum type="arabicPeriod"/>
              <a:tabLst>
                <a:tab pos="681990" algn="l"/>
                <a:tab pos="4838700" algn="l"/>
              </a:tabLst>
            </a:pPr>
            <a:r>
              <a:rPr sz="1200" spc="-10" dirty="0">
                <a:latin typeface="Times New Roman"/>
                <a:cs typeface="Times New Roman"/>
              </a:rPr>
              <a:t>Software </a:t>
            </a:r>
            <a:r>
              <a:rPr sz="1200" dirty="0">
                <a:latin typeface="Times New Roman"/>
                <a:cs typeface="Times New Roman"/>
              </a:rPr>
              <a:t>Requirements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13</a:t>
            </a:r>
            <a:endParaRPr sz="2100" baseline="-3968">
              <a:latin typeface="Times New Roman"/>
              <a:cs typeface="Times New Roman"/>
            </a:endParaRPr>
          </a:p>
        </p:txBody>
      </p:sp>
      <p:sp>
        <p:nvSpPr>
          <p:cNvPr id="9" name="object 9"/>
          <p:cNvSpPr txBox="1"/>
          <p:nvPr/>
        </p:nvSpPr>
        <p:spPr>
          <a:xfrm>
            <a:off x="968057" y="3287648"/>
            <a:ext cx="223520" cy="269240"/>
          </a:xfrm>
          <a:prstGeom prst="rect">
            <a:avLst/>
          </a:prstGeom>
        </p:spPr>
        <p:txBody>
          <a:bodyPr vert="horz" wrap="square" lIns="0" tIns="12700" rIns="0" bIns="0" rtlCol="0">
            <a:spAutoFit/>
          </a:bodyPr>
          <a:lstStyle/>
          <a:p>
            <a:pPr marL="12700">
              <a:lnSpc>
                <a:spcPct val="100000"/>
              </a:lnSpc>
              <a:spcBef>
                <a:spcPts val="100"/>
              </a:spcBef>
            </a:pPr>
            <a:r>
              <a:rPr sz="1600" b="1" spc="-25" dirty="0">
                <a:latin typeface="Times New Roman"/>
                <a:cs typeface="Times New Roman"/>
              </a:rPr>
              <a:t>03</a:t>
            </a:r>
            <a:endParaRPr sz="1600">
              <a:latin typeface="Times New Roman"/>
              <a:cs typeface="Times New Roman"/>
            </a:endParaRPr>
          </a:p>
        </p:txBody>
      </p:sp>
      <p:sp>
        <p:nvSpPr>
          <p:cNvPr id="10" name="object 10"/>
          <p:cNvSpPr txBox="1"/>
          <p:nvPr/>
        </p:nvSpPr>
        <p:spPr>
          <a:xfrm>
            <a:off x="968057" y="4062348"/>
            <a:ext cx="223520" cy="269240"/>
          </a:xfrm>
          <a:prstGeom prst="rect">
            <a:avLst/>
          </a:prstGeom>
        </p:spPr>
        <p:txBody>
          <a:bodyPr vert="horz" wrap="square" lIns="0" tIns="12700" rIns="0" bIns="0" rtlCol="0">
            <a:spAutoFit/>
          </a:bodyPr>
          <a:lstStyle/>
          <a:p>
            <a:pPr marL="12700">
              <a:lnSpc>
                <a:spcPct val="100000"/>
              </a:lnSpc>
              <a:spcBef>
                <a:spcPts val="100"/>
              </a:spcBef>
            </a:pPr>
            <a:r>
              <a:rPr sz="1600" b="1" spc="-25" dirty="0">
                <a:latin typeface="Times New Roman"/>
                <a:cs typeface="Times New Roman"/>
              </a:rPr>
              <a:t>04</a:t>
            </a:r>
            <a:endParaRPr sz="1600">
              <a:latin typeface="Times New Roman"/>
              <a:cs typeface="Times New Roman"/>
            </a:endParaRPr>
          </a:p>
        </p:txBody>
      </p:sp>
      <p:sp>
        <p:nvSpPr>
          <p:cNvPr id="11" name="object 11"/>
          <p:cNvSpPr txBox="1"/>
          <p:nvPr/>
        </p:nvSpPr>
        <p:spPr>
          <a:xfrm>
            <a:off x="968057" y="4705350"/>
            <a:ext cx="223520" cy="772160"/>
          </a:xfrm>
          <a:prstGeom prst="rect">
            <a:avLst/>
          </a:prstGeom>
        </p:spPr>
        <p:txBody>
          <a:bodyPr vert="horz" wrap="square" lIns="0" tIns="142240" rIns="0" bIns="0" rtlCol="0">
            <a:spAutoFit/>
          </a:bodyPr>
          <a:lstStyle/>
          <a:p>
            <a:pPr marL="12700">
              <a:lnSpc>
                <a:spcPct val="100000"/>
              </a:lnSpc>
              <a:spcBef>
                <a:spcPts val="1120"/>
              </a:spcBef>
            </a:pPr>
            <a:r>
              <a:rPr sz="1600" b="1" spc="-25" dirty="0">
                <a:latin typeface="Times New Roman"/>
                <a:cs typeface="Times New Roman"/>
              </a:rPr>
              <a:t>05</a:t>
            </a:r>
            <a:endParaRPr sz="1600">
              <a:latin typeface="Times New Roman"/>
              <a:cs typeface="Times New Roman"/>
            </a:endParaRPr>
          </a:p>
          <a:p>
            <a:pPr marL="12700">
              <a:lnSpc>
                <a:spcPct val="100000"/>
              </a:lnSpc>
              <a:spcBef>
                <a:spcPts val="1020"/>
              </a:spcBef>
            </a:pPr>
            <a:r>
              <a:rPr sz="1600" b="1" spc="-25" dirty="0">
                <a:latin typeface="Times New Roman"/>
                <a:cs typeface="Times New Roman"/>
              </a:rPr>
              <a:t>06</a:t>
            </a:r>
            <a:endParaRPr sz="1600">
              <a:latin typeface="Times New Roman"/>
              <a:cs typeface="Times New Roman"/>
            </a:endParaRPr>
          </a:p>
        </p:txBody>
      </p:sp>
      <p:sp>
        <p:nvSpPr>
          <p:cNvPr id="12" name="object 12"/>
          <p:cNvSpPr txBox="1"/>
          <p:nvPr/>
        </p:nvSpPr>
        <p:spPr>
          <a:xfrm>
            <a:off x="1826895" y="3287648"/>
            <a:ext cx="5048885" cy="3394075"/>
          </a:xfrm>
          <a:prstGeom prst="rect">
            <a:avLst/>
          </a:prstGeom>
        </p:spPr>
        <p:txBody>
          <a:bodyPr vert="horz" wrap="square" lIns="0" tIns="12700" rIns="0" bIns="0" rtlCol="0">
            <a:spAutoFit/>
          </a:bodyPr>
          <a:lstStyle/>
          <a:p>
            <a:pPr marL="12700">
              <a:lnSpc>
                <a:spcPts val="1830"/>
              </a:lnSpc>
              <a:spcBef>
                <a:spcPts val="100"/>
              </a:spcBef>
            </a:pPr>
            <a:r>
              <a:rPr sz="1600" b="1" spc="-20" dirty="0">
                <a:latin typeface="Times New Roman"/>
                <a:cs typeface="Times New Roman"/>
              </a:rPr>
              <a:t>System</a:t>
            </a:r>
            <a:r>
              <a:rPr sz="1600" b="1" spc="-35" dirty="0">
                <a:latin typeface="Times New Roman"/>
                <a:cs typeface="Times New Roman"/>
              </a:rPr>
              <a:t> </a:t>
            </a:r>
            <a:r>
              <a:rPr sz="1600" b="1" spc="-10" dirty="0">
                <a:latin typeface="Times New Roman"/>
                <a:cs typeface="Times New Roman"/>
              </a:rPr>
              <a:t>Planning</a:t>
            </a:r>
            <a:endParaRPr sz="1600">
              <a:latin typeface="Times New Roman"/>
              <a:cs typeface="Times New Roman"/>
            </a:endParaRPr>
          </a:p>
          <a:p>
            <a:pPr marL="688340" lvl="1" indent="-228600">
              <a:lnSpc>
                <a:spcPts val="1560"/>
              </a:lnSpc>
              <a:buAutoNum type="arabicPeriod"/>
              <a:tabLst>
                <a:tab pos="688340" algn="l"/>
                <a:tab pos="4838700" algn="l"/>
              </a:tabLst>
            </a:pPr>
            <a:r>
              <a:rPr sz="1200" dirty="0">
                <a:latin typeface="Times New Roman"/>
                <a:cs typeface="Times New Roman"/>
              </a:rPr>
              <a:t>Feasibility</a:t>
            </a:r>
            <a:r>
              <a:rPr sz="1200" spc="-30" dirty="0">
                <a:latin typeface="Times New Roman"/>
                <a:cs typeface="Times New Roman"/>
              </a:rPr>
              <a:t> </a:t>
            </a:r>
            <a:r>
              <a:rPr sz="1200" dirty="0">
                <a:latin typeface="Times New Roman"/>
                <a:cs typeface="Times New Roman"/>
              </a:rPr>
              <a:t>Study</a:t>
            </a:r>
            <a:r>
              <a:rPr sz="1200" spc="-75"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14</a:t>
            </a:r>
            <a:endParaRPr sz="2100" baseline="-3968">
              <a:latin typeface="Times New Roman"/>
              <a:cs typeface="Times New Roman"/>
            </a:endParaRPr>
          </a:p>
          <a:p>
            <a:pPr marL="688340" lvl="1" indent="-228600">
              <a:lnSpc>
                <a:spcPts val="1650"/>
              </a:lnSpc>
              <a:buAutoNum type="arabicPeriod"/>
              <a:tabLst>
                <a:tab pos="688340" algn="l"/>
                <a:tab pos="4838065" algn="l"/>
              </a:tabLst>
            </a:pPr>
            <a:r>
              <a:rPr sz="1200" dirty="0">
                <a:latin typeface="Times New Roman"/>
                <a:cs typeface="Times New Roman"/>
              </a:rPr>
              <a:t>Software Engineering Model</a:t>
            </a:r>
            <a:r>
              <a:rPr sz="1200" spc="180" dirty="0">
                <a:latin typeface="Times New Roman"/>
                <a:cs typeface="Times New Roman"/>
              </a:rPr>
              <a:t> </a:t>
            </a:r>
            <a:r>
              <a:rPr sz="1200" u="sng" dirty="0">
                <a:uFill>
                  <a:solidFill>
                    <a:srgbClr val="000000"/>
                  </a:solidFill>
                </a:uFill>
                <a:latin typeface="Times New Roman"/>
                <a:cs typeface="Times New Roman"/>
              </a:rPr>
              <a:t>	</a:t>
            </a:r>
            <a:r>
              <a:rPr sz="1200" spc="-140" dirty="0">
                <a:latin typeface="Times New Roman"/>
                <a:cs typeface="Times New Roman"/>
              </a:rPr>
              <a:t> </a:t>
            </a:r>
            <a:r>
              <a:rPr sz="2100" baseline="-3968" dirty="0">
                <a:latin typeface="Times New Roman"/>
                <a:cs typeface="Times New Roman"/>
              </a:rPr>
              <a:t>15</a:t>
            </a:r>
            <a:endParaRPr sz="2100" baseline="-3968">
              <a:latin typeface="Times New Roman"/>
              <a:cs typeface="Times New Roman"/>
            </a:endParaRPr>
          </a:p>
          <a:p>
            <a:pPr marL="12700">
              <a:lnSpc>
                <a:spcPts val="1830"/>
              </a:lnSpc>
              <a:spcBef>
                <a:spcPts val="1060"/>
              </a:spcBef>
            </a:pPr>
            <a:r>
              <a:rPr sz="1600" b="1" dirty="0">
                <a:latin typeface="Times New Roman"/>
                <a:cs typeface="Times New Roman"/>
              </a:rPr>
              <a:t>Software</a:t>
            </a:r>
            <a:r>
              <a:rPr sz="1600" b="1" spc="150" dirty="0">
                <a:latin typeface="Times New Roman"/>
                <a:cs typeface="Times New Roman"/>
              </a:rPr>
              <a:t> </a:t>
            </a:r>
            <a:r>
              <a:rPr sz="1600" b="1" dirty="0">
                <a:latin typeface="Times New Roman"/>
                <a:cs typeface="Times New Roman"/>
              </a:rPr>
              <a:t>Requirements</a:t>
            </a:r>
            <a:r>
              <a:rPr sz="1600" b="1" spc="160" dirty="0">
                <a:latin typeface="Times New Roman"/>
                <a:cs typeface="Times New Roman"/>
              </a:rPr>
              <a:t> </a:t>
            </a:r>
            <a:r>
              <a:rPr sz="1600" b="1" spc="-10" dirty="0">
                <a:latin typeface="Times New Roman"/>
                <a:cs typeface="Times New Roman"/>
              </a:rPr>
              <a:t>Specification</a:t>
            </a:r>
            <a:endParaRPr sz="1600">
              <a:latin typeface="Times New Roman"/>
              <a:cs typeface="Times New Roman"/>
            </a:endParaRPr>
          </a:p>
          <a:p>
            <a:pPr marL="688340" lvl="1" indent="-228600">
              <a:lnSpc>
                <a:spcPts val="1550"/>
              </a:lnSpc>
              <a:buAutoNum type="arabicPeriod"/>
              <a:tabLst>
                <a:tab pos="688340" algn="l"/>
                <a:tab pos="4838700" algn="l"/>
              </a:tabLst>
            </a:pPr>
            <a:r>
              <a:rPr sz="1200" dirty="0">
                <a:latin typeface="Times New Roman"/>
                <a:cs typeface="Times New Roman"/>
              </a:rPr>
              <a:t>Functional Requirements</a:t>
            </a:r>
            <a:r>
              <a:rPr sz="1200" spc="190"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18</a:t>
            </a:r>
            <a:endParaRPr sz="2100" baseline="-3968">
              <a:latin typeface="Times New Roman"/>
              <a:cs typeface="Times New Roman"/>
            </a:endParaRPr>
          </a:p>
          <a:p>
            <a:pPr marL="688340" lvl="1" indent="-228600">
              <a:lnSpc>
                <a:spcPts val="1639"/>
              </a:lnSpc>
              <a:buAutoNum type="arabicPeriod"/>
              <a:tabLst>
                <a:tab pos="688340" algn="l"/>
                <a:tab pos="4838065" algn="l"/>
              </a:tabLst>
            </a:pPr>
            <a:r>
              <a:rPr sz="1200" spc="-10" dirty="0">
                <a:latin typeface="Times New Roman"/>
                <a:cs typeface="Times New Roman"/>
              </a:rPr>
              <a:t>Non-</a:t>
            </a:r>
            <a:r>
              <a:rPr sz="1200" dirty="0">
                <a:latin typeface="Times New Roman"/>
                <a:cs typeface="Times New Roman"/>
              </a:rPr>
              <a:t>Functional Requirements</a:t>
            </a:r>
            <a:r>
              <a:rPr sz="1200" spc="130" dirty="0">
                <a:latin typeface="Times New Roman"/>
                <a:cs typeface="Times New Roman"/>
              </a:rPr>
              <a:t> </a:t>
            </a:r>
            <a:r>
              <a:rPr sz="1200" u="sng" dirty="0">
                <a:uFill>
                  <a:solidFill>
                    <a:srgbClr val="000000"/>
                  </a:solidFill>
                </a:uFill>
                <a:latin typeface="Times New Roman"/>
                <a:cs typeface="Times New Roman"/>
              </a:rPr>
              <a:t>	</a:t>
            </a:r>
            <a:r>
              <a:rPr sz="1200" spc="-140" dirty="0">
                <a:latin typeface="Times New Roman"/>
                <a:cs typeface="Times New Roman"/>
              </a:rPr>
              <a:t> </a:t>
            </a:r>
            <a:r>
              <a:rPr sz="2100" baseline="-3968" dirty="0">
                <a:latin typeface="Times New Roman"/>
                <a:cs typeface="Times New Roman"/>
              </a:rPr>
              <a:t>19</a:t>
            </a:r>
            <a:endParaRPr sz="2100" baseline="-3968">
              <a:latin typeface="Times New Roman"/>
              <a:cs typeface="Times New Roman"/>
            </a:endParaRPr>
          </a:p>
          <a:p>
            <a:pPr marL="12700" marR="8255">
              <a:lnSpc>
                <a:spcPct val="153100"/>
              </a:lnSpc>
              <a:spcBef>
                <a:spcPts val="40"/>
              </a:spcBef>
              <a:tabLst>
                <a:tab pos="4850765" algn="l"/>
              </a:tabLst>
            </a:pPr>
            <a:r>
              <a:rPr sz="1600" b="1" spc="-25" dirty="0">
                <a:latin typeface="Times New Roman"/>
                <a:cs typeface="Times New Roman"/>
              </a:rPr>
              <a:t>Entity-</a:t>
            </a:r>
            <a:r>
              <a:rPr sz="1600" b="1" spc="-20" dirty="0">
                <a:latin typeface="Times New Roman"/>
                <a:cs typeface="Times New Roman"/>
              </a:rPr>
              <a:t>Relationship </a:t>
            </a:r>
            <a:r>
              <a:rPr sz="1600" b="1" dirty="0">
                <a:latin typeface="Times New Roman"/>
                <a:cs typeface="Times New Roman"/>
              </a:rPr>
              <a:t>Diagram</a:t>
            </a:r>
            <a:r>
              <a:rPr sz="1600" b="1" spc="335" dirty="0">
                <a:latin typeface="Times New Roman"/>
                <a:cs typeface="Times New Roman"/>
              </a:rPr>
              <a:t> </a:t>
            </a:r>
            <a:r>
              <a:rPr sz="1600" b="1" u="sng" dirty="0">
                <a:uFill>
                  <a:solidFill>
                    <a:srgbClr val="000000"/>
                  </a:solidFill>
                </a:uFill>
                <a:latin typeface="Times New Roman"/>
                <a:cs typeface="Times New Roman"/>
              </a:rPr>
              <a:t>	</a:t>
            </a:r>
            <a:r>
              <a:rPr sz="2100" spc="-37" baseline="-3968" dirty="0">
                <a:latin typeface="Times New Roman"/>
                <a:cs typeface="Times New Roman"/>
              </a:rPr>
              <a:t>21 </a:t>
            </a:r>
            <a:r>
              <a:rPr sz="1600" b="1" spc="-25" dirty="0">
                <a:latin typeface="Times New Roman"/>
                <a:cs typeface="Times New Roman"/>
              </a:rPr>
              <a:t>UML</a:t>
            </a:r>
            <a:r>
              <a:rPr sz="1600" b="1" spc="-110" dirty="0">
                <a:latin typeface="Times New Roman"/>
                <a:cs typeface="Times New Roman"/>
              </a:rPr>
              <a:t> </a:t>
            </a:r>
            <a:r>
              <a:rPr sz="1600" b="1" spc="-10" dirty="0">
                <a:latin typeface="Times New Roman"/>
                <a:cs typeface="Times New Roman"/>
              </a:rPr>
              <a:t>Diagram</a:t>
            </a:r>
            <a:endParaRPr sz="1600">
              <a:latin typeface="Times New Roman"/>
              <a:cs typeface="Times New Roman"/>
            </a:endParaRPr>
          </a:p>
          <a:p>
            <a:pPr marL="688340" lvl="1" indent="-228600">
              <a:lnSpc>
                <a:spcPts val="1470"/>
              </a:lnSpc>
              <a:buAutoNum type="arabicPeriod"/>
              <a:tabLst>
                <a:tab pos="688340" algn="l"/>
                <a:tab pos="4838700" algn="l"/>
              </a:tabLst>
            </a:pPr>
            <a:r>
              <a:rPr sz="1200" spc="-10" dirty="0">
                <a:latin typeface="Times New Roman"/>
                <a:cs typeface="Times New Roman"/>
              </a:rPr>
              <a:t>Use-</a:t>
            </a:r>
            <a:r>
              <a:rPr sz="1200" dirty="0">
                <a:latin typeface="Times New Roman"/>
                <a:cs typeface="Times New Roman"/>
              </a:rPr>
              <a:t>case Diagram</a:t>
            </a:r>
            <a:r>
              <a:rPr sz="1200" spc="-125"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22</a:t>
            </a:r>
            <a:endParaRPr sz="2100" baseline="-3968">
              <a:latin typeface="Times New Roman"/>
              <a:cs typeface="Times New Roman"/>
            </a:endParaRPr>
          </a:p>
          <a:p>
            <a:pPr marL="688340" lvl="1" indent="-228600">
              <a:lnSpc>
                <a:spcPts val="1610"/>
              </a:lnSpc>
              <a:buAutoNum type="arabicPeriod"/>
              <a:tabLst>
                <a:tab pos="688340" algn="l"/>
                <a:tab pos="4838700" algn="l"/>
              </a:tabLst>
            </a:pPr>
            <a:r>
              <a:rPr sz="1200" dirty="0">
                <a:latin typeface="Times New Roman"/>
                <a:cs typeface="Times New Roman"/>
              </a:rPr>
              <a:t>Class</a:t>
            </a:r>
            <a:r>
              <a:rPr sz="1200" spc="-35" dirty="0">
                <a:latin typeface="Times New Roman"/>
                <a:cs typeface="Times New Roman"/>
              </a:rPr>
              <a:t> </a:t>
            </a:r>
            <a:r>
              <a:rPr sz="1200" spc="-10" dirty="0">
                <a:latin typeface="Times New Roman"/>
                <a:cs typeface="Times New Roman"/>
              </a:rPr>
              <a:t>Diagram</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23</a:t>
            </a:r>
            <a:endParaRPr sz="2100" baseline="-3968">
              <a:latin typeface="Times New Roman"/>
              <a:cs typeface="Times New Roman"/>
            </a:endParaRPr>
          </a:p>
          <a:p>
            <a:pPr marL="688340" lvl="1" indent="-228600">
              <a:lnSpc>
                <a:spcPts val="1610"/>
              </a:lnSpc>
              <a:buAutoNum type="arabicPeriod"/>
              <a:tabLst>
                <a:tab pos="688340" algn="l"/>
                <a:tab pos="4838700" algn="l"/>
              </a:tabLst>
            </a:pPr>
            <a:r>
              <a:rPr sz="1200" dirty="0">
                <a:latin typeface="Times New Roman"/>
                <a:cs typeface="Times New Roman"/>
              </a:rPr>
              <a:t>Activity Diagram</a:t>
            </a:r>
            <a:r>
              <a:rPr sz="1200" spc="254"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24</a:t>
            </a:r>
            <a:endParaRPr sz="2100" baseline="-3968">
              <a:latin typeface="Times New Roman"/>
              <a:cs typeface="Times New Roman"/>
            </a:endParaRPr>
          </a:p>
          <a:p>
            <a:pPr marL="688340" lvl="1" indent="-228600">
              <a:lnSpc>
                <a:spcPts val="1650"/>
              </a:lnSpc>
              <a:buAutoNum type="arabicPeriod"/>
              <a:tabLst>
                <a:tab pos="688340" algn="l"/>
                <a:tab pos="4838700" algn="l"/>
              </a:tabLst>
            </a:pPr>
            <a:r>
              <a:rPr sz="1200" dirty="0">
                <a:latin typeface="Times New Roman"/>
                <a:cs typeface="Times New Roman"/>
              </a:rPr>
              <a:t>Sequence Diagram</a:t>
            </a:r>
            <a:r>
              <a:rPr sz="1200" spc="200"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25</a:t>
            </a:r>
            <a:endParaRPr sz="2100" baseline="-3968">
              <a:latin typeface="Times New Roman"/>
              <a:cs typeface="Times New Roman"/>
            </a:endParaRPr>
          </a:p>
          <a:p>
            <a:pPr marL="12700">
              <a:lnSpc>
                <a:spcPct val="100000"/>
              </a:lnSpc>
              <a:spcBef>
                <a:spcPts val="1220"/>
              </a:spcBef>
              <a:tabLst>
                <a:tab pos="4851400" algn="l"/>
              </a:tabLst>
            </a:pPr>
            <a:r>
              <a:rPr sz="1600" b="1" dirty="0">
                <a:latin typeface="Times New Roman"/>
                <a:cs typeface="Times New Roman"/>
              </a:rPr>
              <a:t>Data Flow Diagram</a:t>
            </a:r>
            <a:r>
              <a:rPr sz="1600" b="1" spc="590" dirty="0">
                <a:latin typeface="Times New Roman"/>
                <a:cs typeface="Times New Roman"/>
              </a:rPr>
              <a:t> </a:t>
            </a:r>
            <a:r>
              <a:rPr sz="1600" b="1" u="sng" dirty="0">
                <a:uFill>
                  <a:solidFill>
                    <a:srgbClr val="000000"/>
                  </a:solidFill>
                </a:uFill>
                <a:latin typeface="Times New Roman"/>
                <a:cs typeface="Times New Roman"/>
              </a:rPr>
              <a:t>	</a:t>
            </a:r>
            <a:r>
              <a:rPr sz="2100" spc="-37" baseline="-3968" dirty="0">
                <a:latin typeface="Times New Roman"/>
                <a:cs typeface="Times New Roman"/>
              </a:rPr>
              <a:t>29</a:t>
            </a:r>
            <a:endParaRPr sz="2100" baseline="-3968">
              <a:latin typeface="Times New Roman"/>
              <a:cs typeface="Times New Roman"/>
            </a:endParaRPr>
          </a:p>
        </p:txBody>
      </p:sp>
      <p:sp>
        <p:nvSpPr>
          <p:cNvPr id="13" name="object 13"/>
          <p:cNvSpPr txBox="1"/>
          <p:nvPr/>
        </p:nvSpPr>
        <p:spPr>
          <a:xfrm>
            <a:off x="968057" y="6298184"/>
            <a:ext cx="223520" cy="1115695"/>
          </a:xfrm>
          <a:prstGeom prst="rect">
            <a:avLst/>
          </a:prstGeom>
        </p:spPr>
        <p:txBody>
          <a:bodyPr vert="horz" wrap="square" lIns="0" tIns="127000" rIns="0" bIns="0" rtlCol="0">
            <a:spAutoFit/>
          </a:bodyPr>
          <a:lstStyle/>
          <a:p>
            <a:pPr marL="12700">
              <a:lnSpc>
                <a:spcPct val="100000"/>
              </a:lnSpc>
              <a:spcBef>
                <a:spcPts val="1000"/>
              </a:spcBef>
            </a:pPr>
            <a:r>
              <a:rPr sz="1600" b="1" spc="-25" dirty="0">
                <a:latin typeface="Times New Roman"/>
                <a:cs typeface="Times New Roman"/>
              </a:rPr>
              <a:t>07</a:t>
            </a:r>
            <a:endParaRPr sz="1600">
              <a:latin typeface="Times New Roman"/>
              <a:cs typeface="Times New Roman"/>
            </a:endParaRPr>
          </a:p>
          <a:p>
            <a:pPr marL="12700">
              <a:lnSpc>
                <a:spcPct val="100000"/>
              </a:lnSpc>
              <a:spcBef>
                <a:spcPts val="900"/>
              </a:spcBef>
            </a:pPr>
            <a:r>
              <a:rPr sz="1600" b="1" spc="-25" dirty="0">
                <a:latin typeface="Times New Roman"/>
                <a:cs typeface="Times New Roman"/>
              </a:rPr>
              <a:t>08</a:t>
            </a:r>
            <a:endParaRPr sz="1600">
              <a:latin typeface="Times New Roman"/>
              <a:cs typeface="Times New Roman"/>
            </a:endParaRPr>
          </a:p>
          <a:p>
            <a:pPr marL="12700">
              <a:lnSpc>
                <a:spcPct val="100000"/>
              </a:lnSpc>
              <a:spcBef>
                <a:spcPts val="1019"/>
              </a:spcBef>
            </a:pPr>
            <a:r>
              <a:rPr sz="1600" b="1" spc="-25" dirty="0">
                <a:latin typeface="Times New Roman"/>
                <a:cs typeface="Times New Roman"/>
              </a:rPr>
              <a:t>09</a:t>
            </a:r>
            <a:endParaRPr sz="1600">
              <a:latin typeface="Times New Roman"/>
              <a:cs typeface="Times New Roman"/>
            </a:endParaRPr>
          </a:p>
        </p:txBody>
      </p:sp>
      <p:sp>
        <p:nvSpPr>
          <p:cNvPr id="14" name="object 14"/>
          <p:cNvSpPr txBox="1"/>
          <p:nvPr/>
        </p:nvSpPr>
        <p:spPr>
          <a:xfrm>
            <a:off x="1826895" y="6640703"/>
            <a:ext cx="5046345" cy="773430"/>
          </a:xfrm>
          <a:prstGeom prst="rect">
            <a:avLst/>
          </a:prstGeom>
        </p:spPr>
        <p:txBody>
          <a:bodyPr vert="horz" wrap="square" lIns="0" tIns="12700" rIns="0" bIns="0" rtlCol="0">
            <a:spAutoFit/>
          </a:bodyPr>
          <a:lstStyle/>
          <a:p>
            <a:pPr marL="12700" marR="5080">
              <a:lnSpc>
                <a:spcPct val="153300"/>
              </a:lnSpc>
              <a:spcBef>
                <a:spcPts val="100"/>
              </a:spcBef>
              <a:tabLst>
                <a:tab pos="1526540" algn="l"/>
                <a:tab pos="4851400" algn="l"/>
              </a:tabLst>
            </a:pPr>
            <a:r>
              <a:rPr sz="1600" b="1" dirty="0">
                <a:latin typeface="Times New Roman"/>
                <a:cs typeface="Times New Roman"/>
              </a:rPr>
              <a:t>Data</a:t>
            </a:r>
            <a:r>
              <a:rPr sz="1600" b="1" spc="-85" dirty="0">
                <a:latin typeface="Times New Roman"/>
                <a:cs typeface="Times New Roman"/>
              </a:rPr>
              <a:t> </a:t>
            </a:r>
            <a:r>
              <a:rPr sz="1600" b="1" spc="-10" dirty="0">
                <a:latin typeface="Times New Roman"/>
                <a:cs typeface="Times New Roman"/>
              </a:rPr>
              <a:t>Dictionary</a:t>
            </a:r>
            <a:r>
              <a:rPr sz="1600" b="1" dirty="0">
                <a:latin typeface="Times New Roman"/>
                <a:cs typeface="Times New Roman"/>
              </a:rPr>
              <a:t>	</a:t>
            </a:r>
            <a:r>
              <a:rPr sz="1600" b="1" u="sng" dirty="0">
                <a:uFill>
                  <a:solidFill>
                    <a:srgbClr val="000000"/>
                  </a:solidFill>
                </a:uFill>
                <a:latin typeface="Times New Roman"/>
                <a:cs typeface="Times New Roman"/>
              </a:rPr>
              <a:t>	</a:t>
            </a:r>
            <a:r>
              <a:rPr sz="2100" spc="-37" baseline="-3968" dirty="0">
                <a:latin typeface="Times New Roman"/>
                <a:cs typeface="Times New Roman"/>
              </a:rPr>
              <a:t>33 </a:t>
            </a:r>
            <a:r>
              <a:rPr sz="1600" b="1" dirty="0">
                <a:latin typeface="Times New Roman"/>
                <a:cs typeface="Times New Roman"/>
              </a:rPr>
              <a:t>Software</a:t>
            </a:r>
            <a:r>
              <a:rPr sz="1600" b="1" spc="110" dirty="0">
                <a:latin typeface="Times New Roman"/>
                <a:cs typeface="Times New Roman"/>
              </a:rPr>
              <a:t> </a:t>
            </a:r>
            <a:r>
              <a:rPr sz="1600" b="1" spc="-10" dirty="0">
                <a:latin typeface="Times New Roman"/>
                <a:cs typeface="Times New Roman"/>
              </a:rPr>
              <a:t>Design</a:t>
            </a:r>
            <a:endParaRPr sz="1600">
              <a:latin typeface="Times New Roman"/>
              <a:cs typeface="Times New Roman"/>
            </a:endParaRPr>
          </a:p>
        </p:txBody>
      </p:sp>
      <p:sp>
        <p:nvSpPr>
          <p:cNvPr id="15" name="object 15"/>
          <p:cNvSpPr txBox="1"/>
          <p:nvPr/>
        </p:nvSpPr>
        <p:spPr>
          <a:xfrm>
            <a:off x="2273935" y="7365365"/>
            <a:ext cx="4601845" cy="441959"/>
          </a:xfrm>
          <a:prstGeom prst="rect">
            <a:avLst/>
          </a:prstGeom>
        </p:spPr>
        <p:txBody>
          <a:bodyPr vert="horz" wrap="square" lIns="0" tIns="12700" rIns="0" bIns="0" rtlCol="0">
            <a:spAutoFit/>
          </a:bodyPr>
          <a:lstStyle/>
          <a:p>
            <a:pPr marL="241300" lvl="1" indent="-228600">
              <a:lnSpc>
                <a:spcPts val="1639"/>
              </a:lnSpc>
              <a:spcBef>
                <a:spcPts val="100"/>
              </a:spcBef>
              <a:buAutoNum type="arabicPeriod"/>
              <a:tabLst>
                <a:tab pos="241300" algn="l"/>
                <a:tab pos="4391660" algn="l"/>
              </a:tabLst>
            </a:pPr>
            <a:r>
              <a:rPr sz="1200" dirty="0">
                <a:latin typeface="Times New Roman"/>
                <a:cs typeface="Times New Roman"/>
              </a:rPr>
              <a:t>Database Design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36</a:t>
            </a:r>
            <a:endParaRPr sz="2100" baseline="-3968">
              <a:latin typeface="Times New Roman"/>
              <a:cs typeface="Times New Roman"/>
            </a:endParaRPr>
          </a:p>
          <a:p>
            <a:pPr marL="241300" lvl="1" indent="-228600">
              <a:lnSpc>
                <a:spcPts val="1639"/>
              </a:lnSpc>
              <a:buAutoNum type="arabicPeriod"/>
              <a:tabLst>
                <a:tab pos="241300" algn="l"/>
                <a:tab pos="4391660" algn="l"/>
              </a:tabLst>
            </a:pPr>
            <a:r>
              <a:rPr sz="1200" dirty="0">
                <a:latin typeface="Times New Roman"/>
                <a:cs typeface="Times New Roman"/>
              </a:rPr>
              <a:t>Interface Design</a:t>
            </a:r>
            <a:r>
              <a:rPr sz="1200" spc="130" dirty="0">
                <a:latin typeface="Times New Roman"/>
                <a:cs typeface="Times New Roman"/>
              </a:rPr>
              <a:t>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47</a:t>
            </a:r>
            <a:endParaRPr sz="2100" baseline="-3968">
              <a:latin typeface="Times New Roman"/>
              <a:cs typeface="Times New Roman"/>
            </a:endParaRPr>
          </a:p>
        </p:txBody>
      </p:sp>
      <p:sp>
        <p:nvSpPr>
          <p:cNvPr id="16" name="object 16"/>
          <p:cNvSpPr txBox="1"/>
          <p:nvPr/>
        </p:nvSpPr>
        <p:spPr>
          <a:xfrm>
            <a:off x="968057" y="7787005"/>
            <a:ext cx="223520" cy="1143635"/>
          </a:xfrm>
          <a:prstGeom prst="rect">
            <a:avLst/>
          </a:prstGeom>
        </p:spPr>
        <p:txBody>
          <a:bodyPr vert="horz" wrap="square" lIns="0" tIns="142240" rIns="0" bIns="0" rtlCol="0">
            <a:spAutoFit/>
          </a:bodyPr>
          <a:lstStyle/>
          <a:p>
            <a:pPr marL="12700">
              <a:lnSpc>
                <a:spcPct val="100000"/>
              </a:lnSpc>
              <a:spcBef>
                <a:spcPts val="1120"/>
              </a:spcBef>
            </a:pPr>
            <a:r>
              <a:rPr sz="1600" b="1" spc="-25" dirty="0">
                <a:latin typeface="Times New Roman"/>
                <a:cs typeface="Times New Roman"/>
              </a:rPr>
              <a:t>10</a:t>
            </a:r>
            <a:endParaRPr sz="1600">
              <a:latin typeface="Times New Roman"/>
              <a:cs typeface="Times New Roman"/>
            </a:endParaRPr>
          </a:p>
          <a:p>
            <a:pPr marL="12700">
              <a:lnSpc>
                <a:spcPct val="100000"/>
              </a:lnSpc>
              <a:spcBef>
                <a:spcPts val="1020"/>
              </a:spcBef>
            </a:pPr>
            <a:r>
              <a:rPr sz="1600" b="1" spc="-25" dirty="0">
                <a:latin typeface="Times New Roman"/>
                <a:cs typeface="Times New Roman"/>
              </a:rPr>
              <a:t>11</a:t>
            </a:r>
            <a:endParaRPr sz="1600">
              <a:latin typeface="Times New Roman"/>
              <a:cs typeface="Times New Roman"/>
            </a:endParaRPr>
          </a:p>
          <a:p>
            <a:pPr marL="12700">
              <a:lnSpc>
                <a:spcPct val="100000"/>
              </a:lnSpc>
              <a:spcBef>
                <a:spcPts val="1000"/>
              </a:spcBef>
            </a:pPr>
            <a:r>
              <a:rPr sz="1600" b="1" spc="-25" dirty="0">
                <a:latin typeface="Times New Roman"/>
                <a:cs typeface="Times New Roman"/>
              </a:rPr>
              <a:t>12</a:t>
            </a:r>
            <a:endParaRPr sz="1600">
              <a:latin typeface="Times New Roman"/>
              <a:cs typeface="Times New Roman"/>
            </a:endParaRPr>
          </a:p>
        </p:txBody>
      </p:sp>
      <p:sp>
        <p:nvSpPr>
          <p:cNvPr id="17" name="object 17"/>
          <p:cNvSpPr txBox="1"/>
          <p:nvPr/>
        </p:nvSpPr>
        <p:spPr>
          <a:xfrm>
            <a:off x="1826895" y="7787005"/>
            <a:ext cx="5051425" cy="1143635"/>
          </a:xfrm>
          <a:prstGeom prst="rect">
            <a:avLst/>
          </a:prstGeom>
        </p:spPr>
        <p:txBody>
          <a:bodyPr vert="horz" wrap="square" lIns="0" tIns="13335" rIns="0" bIns="0" rtlCol="0">
            <a:spAutoFit/>
          </a:bodyPr>
          <a:lstStyle/>
          <a:p>
            <a:pPr marL="12700" marR="5080" algn="just">
              <a:lnSpc>
                <a:spcPct val="152700"/>
              </a:lnSpc>
              <a:spcBef>
                <a:spcPts val="105"/>
              </a:spcBef>
              <a:tabLst>
                <a:tab pos="4775200" algn="l"/>
              </a:tabLst>
            </a:pPr>
            <a:r>
              <a:rPr sz="1600" b="1" dirty="0">
                <a:latin typeface="Times New Roman"/>
                <a:cs typeface="Times New Roman"/>
              </a:rPr>
              <a:t>Testing</a:t>
            </a:r>
            <a:r>
              <a:rPr sz="1600" b="1" spc="520" dirty="0">
                <a:latin typeface="Times New Roman"/>
                <a:cs typeface="Times New Roman"/>
              </a:rPr>
              <a:t> </a:t>
            </a:r>
            <a:r>
              <a:rPr sz="1600" b="1" u="sng" dirty="0">
                <a:uFill>
                  <a:solidFill>
                    <a:srgbClr val="000000"/>
                  </a:solidFill>
                </a:uFill>
                <a:latin typeface="Times New Roman"/>
                <a:cs typeface="Times New Roman"/>
              </a:rPr>
              <a:t>	</a:t>
            </a:r>
            <a:r>
              <a:rPr sz="2100" spc="-44" baseline="-3968" dirty="0">
                <a:latin typeface="Times New Roman"/>
                <a:cs typeface="Times New Roman"/>
              </a:rPr>
              <a:t>126 </a:t>
            </a:r>
            <a:r>
              <a:rPr sz="1600" b="1" spc="-10" dirty="0">
                <a:latin typeface="Times New Roman"/>
                <a:cs typeface="Times New Roman"/>
              </a:rPr>
              <a:t>Future </a:t>
            </a:r>
            <a:r>
              <a:rPr sz="1600" b="1" dirty="0">
                <a:latin typeface="Times New Roman"/>
                <a:cs typeface="Times New Roman"/>
              </a:rPr>
              <a:t>Enhancement</a:t>
            </a:r>
            <a:r>
              <a:rPr sz="1600" b="1" spc="775" dirty="0">
                <a:latin typeface="Times New Roman"/>
                <a:cs typeface="Times New Roman"/>
              </a:rPr>
              <a:t> </a:t>
            </a:r>
            <a:r>
              <a:rPr sz="1600" b="1" u="sng" dirty="0">
                <a:uFill>
                  <a:solidFill>
                    <a:srgbClr val="000000"/>
                  </a:solidFill>
                </a:uFill>
                <a:latin typeface="Times New Roman"/>
                <a:cs typeface="Times New Roman"/>
              </a:rPr>
              <a:t>	</a:t>
            </a:r>
            <a:r>
              <a:rPr sz="2100" spc="-44" baseline="-3968" dirty="0">
                <a:latin typeface="Times New Roman"/>
                <a:cs typeface="Times New Roman"/>
              </a:rPr>
              <a:t>128 </a:t>
            </a:r>
            <a:r>
              <a:rPr sz="1600" b="1" dirty="0">
                <a:latin typeface="Times New Roman"/>
                <a:cs typeface="Times New Roman"/>
              </a:rPr>
              <a:t>Bibliography</a:t>
            </a:r>
            <a:r>
              <a:rPr sz="1600" b="1" spc="860" dirty="0">
                <a:latin typeface="Times New Roman"/>
                <a:cs typeface="Times New Roman"/>
              </a:rPr>
              <a:t> </a:t>
            </a:r>
            <a:r>
              <a:rPr sz="1600" b="1" u="sng" dirty="0">
                <a:uFill>
                  <a:solidFill>
                    <a:srgbClr val="000000"/>
                  </a:solidFill>
                </a:uFill>
                <a:latin typeface="Times New Roman"/>
                <a:cs typeface="Times New Roman"/>
              </a:rPr>
              <a:t>	</a:t>
            </a:r>
            <a:r>
              <a:rPr sz="2100" spc="-44" baseline="-3968" dirty="0">
                <a:latin typeface="Times New Roman"/>
                <a:cs typeface="Times New Roman"/>
              </a:rPr>
              <a:t>129</a:t>
            </a:r>
            <a:endParaRPr sz="2100" baseline="-3968">
              <a:latin typeface="Times New Roman"/>
              <a:cs typeface="Times New Roman"/>
            </a:endParaRPr>
          </a:p>
        </p:txBody>
      </p:sp>
      <p:sp>
        <p:nvSpPr>
          <p:cNvPr id="18" name="object 18"/>
          <p:cNvSpPr txBox="1"/>
          <p:nvPr/>
        </p:nvSpPr>
        <p:spPr>
          <a:xfrm>
            <a:off x="1826895" y="770508"/>
            <a:ext cx="5048885" cy="1488440"/>
          </a:xfrm>
          <a:prstGeom prst="rect">
            <a:avLst/>
          </a:prstGeom>
        </p:spPr>
        <p:txBody>
          <a:bodyPr vert="horz" wrap="square" lIns="0" tIns="187325" rIns="0" bIns="0" rtlCol="0">
            <a:spAutoFit/>
          </a:bodyPr>
          <a:lstStyle/>
          <a:p>
            <a:pPr marL="1079500">
              <a:lnSpc>
                <a:spcPct val="100000"/>
              </a:lnSpc>
              <a:spcBef>
                <a:spcPts val="1475"/>
              </a:spcBef>
            </a:pPr>
            <a:r>
              <a:rPr sz="2000" b="1" u="sng" spc="-20" dirty="0">
                <a:uFill>
                  <a:solidFill>
                    <a:srgbClr val="000000"/>
                  </a:solidFill>
                </a:uFill>
                <a:latin typeface="Times New Roman"/>
                <a:cs typeface="Times New Roman"/>
              </a:rPr>
              <a:t>Table</a:t>
            </a:r>
            <a:r>
              <a:rPr sz="2000" b="1" u="sng" spc="-50" dirty="0">
                <a:uFill>
                  <a:solidFill>
                    <a:srgbClr val="000000"/>
                  </a:solidFill>
                </a:uFill>
                <a:latin typeface="Times New Roman"/>
                <a:cs typeface="Times New Roman"/>
              </a:rPr>
              <a:t> </a:t>
            </a:r>
            <a:r>
              <a:rPr sz="2000" b="1" u="sng" dirty="0">
                <a:uFill>
                  <a:solidFill>
                    <a:srgbClr val="000000"/>
                  </a:solidFill>
                </a:uFill>
                <a:latin typeface="Times New Roman"/>
                <a:cs typeface="Times New Roman"/>
              </a:rPr>
              <a:t>of</a:t>
            </a:r>
            <a:r>
              <a:rPr sz="2000" b="1" u="sng" spc="-55" dirty="0">
                <a:uFill>
                  <a:solidFill>
                    <a:srgbClr val="000000"/>
                  </a:solidFill>
                </a:uFill>
                <a:latin typeface="Times New Roman"/>
                <a:cs typeface="Times New Roman"/>
              </a:rPr>
              <a:t> </a:t>
            </a:r>
            <a:r>
              <a:rPr sz="2000" b="1" u="sng" spc="-10" dirty="0">
                <a:uFill>
                  <a:solidFill>
                    <a:srgbClr val="000000"/>
                  </a:solidFill>
                </a:uFill>
                <a:latin typeface="Times New Roman"/>
                <a:cs typeface="Times New Roman"/>
              </a:rPr>
              <a:t>Contexts</a:t>
            </a:r>
            <a:endParaRPr sz="2000">
              <a:latin typeface="Times New Roman"/>
              <a:cs typeface="Times New Roman"/>
            </a:endParaRPr>
          </a:p>
          <a:p>
            <a:pPr marL="12700">
              <a:lnSpc>
                <a:spcPts val="1830"/>
              </a:lnSpc>
              <a:spcBef>
                <a:spcPts val="1100"/>
              </a:spcBef>
            </a:pPr>
            <a:r>
              <a:rPr sz="1600" b="1" spc="-20" dirty="0">
                <a:latin typeface="Times New Roman"/>
                <a:cs typeface="Times New Roman"/>
              </a:rPr>
              <a:t>Project</a:t>
            </a:r>
            <a:r>
              <a:rPr sz="1600" b="1" spc="-35" dirty="0">
                <a:latin typeface="Times New Roman"/>
                <a:cs typeface="Times New Roman"/>
              </a:rPr>
              <a:t> </a:t>
            </a:r>
            <a:r>
              <a:rPr sz="1600" b="1" spc="-10" dirty="0">
                <a:latin typeface="Times New Roman"/>
                <a:cs typeface="Times New Roman"/>
              </a:rPr>
              <a:t>Overview</a:t>
            </a:r>
            <a:endParaRPr sz="1600">
              <a:latin typeface="Times New Roman"/>
              <a:cs typeface="Times New Roman"/>
            </a:endParaRPr>
          </a:p>
          <a:p>
            <a:pPr marL="681990" lvl="1" indent="-222250">
              <a:lnSpc>
                <a:spcPts val="1550"/>
              </a:lnSpc>
              <a:buAutoNum type="arabicPeriod"/>
              <a:tabLst>
                <a:tab pos="681990" algn="l"/>
                <a:tab pos="4838700" algn="l"/>
              </a:tabLst>
            </a:pPr>
            <a:r>
              <a:rPr sz="1200" dirty="0">
                <a:latin typeface="Times New Roman"/>
                <a:cs typeface="Times New Roman"/>
              </a:rPr>
              <a:t>Key stakeholders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05</a:t>
            </a:r>
            <a:endParaRPr sz="2100" baseline="-3968">
              <a:latin typeface="Times New Roman"/>
              <a:cs typeface="Times New Roman"/>
            </a:endParaRPr>
          </a:p>
          <a:p>
            <a:pPr marL="688340" lvl="1" indent="-228600">
              <a:lnSpc>
                <a:spcPts val="1610"/>
              </a:lnSpc>
              <a:buAutoNum type="arabicPeriod"/>
              <a:tabLst>
                <a:tab pos="688340" algn="l"/>
                <a:tab pos="4838700" algn="l"/>
              </a:tabLst>
            </a:pPr>
            <a:r>
              <a:rPr sz="1200" spc="-10" dirty="0">
                <a:latin typeface="Times New Roman"/>
                <a:cs typeface="Times New Roman"/>
              </a:rPr>
              <a:t>Scope</a:t>
            </a:r>
            <a:r>
              <a:rPr sz="1200" u="sng" dirty="0">
                <a:uFill>
                  <a:solidFill>
                    <a:srgbClr val="000000"/>
                  </a:solidFill>
                </a:uFill>
                <a:latin typeface="Times New Roman"/>
                <a:cs typeface="Times New Roman"/>
              </a:rPr>
              <a:t>	</a:t>
            </a:r>
            <a:r>
              <a:rPr sz="1200" spc="-140" dirty="0">
                <a:latin typeface="Times New Roman"/>
                <a:cs typeface="Times New Roman"/>
              </a:rPr>
              <a:t> </a:t>
            </a:r>
            <a:r>
              <a:rPr sz="2100" baseline="-3968" dirty="0">
                <a:latin typeface="Times New Roman"/>
                <a:cs typeface="Times New Roman"/>
              </a:rPr>
              <a:t>06</a:t>
            </a:r>
            <a:endParaRPr sz="2100" baseline="-3968">
              <a:latin typeface="Times New Roman"/>
              <a:cs typeface="Times New Roman"/>
            </a:endParaRPr>
          </a:p>
          <a:p>
            <a:pPr marL="688340" lvl="1" indent="-228600">
              <a:lnSpc>
                <a:spcPts val="1650"/>
              </a:lnSpc>
              <a:buAutoNum type="arabicPeriod"/>
              <a:tabLst>
                <a:tab pos="688340" algn="l"/>
                <a:tab pos="4838700" algn="l"/>
              </a:tabLst>
            </a:pPr>
            <a:r>
              <a:rPr sz="1200" dirty="0">
                <a:latin typeface="Times New Roman"/>
                <a:cs typeface="Times New Roman"/>
              </a:rPr>
              <a:t>Objectives </a:t>
            </a:r>
            <a:r>
              <a:rPr sz="1200" u="sng" dirty="0">
                <a:uFill>
                  <a:solidFill>
                    <a:srgbClr val="000000"/>
                  </a:solidFill>
                </a:uFill>
                <a:latin typeface="Times New Roman"/>
                <a:cs typeface="Times New Roman"/>
              </a:rPr>
              <a:t>	</a:t>
            </a:r>
            <a:r>
              <a:rPr sz="1200" spc="-145" dirty="0">
                <a:latin typeface="Times New Roman"/>
                <a:cs typeface="Times New Roman"/>
              </a:rPr>
              <a:t> </a:t>
            </a:r>
            <a:r>
              <a:rPr sz="2100" baseline="-3968" dirty="0">
                <a:latin typeface="Times New Roman"/>
                <a:cs typeface="Times New Roman"/>
              </a:rPr>
              <a:t>08</a:t>
            </a:r>
            <a:endParaRPr sz="2100" baseline="-3968">
              <a:latin typeface="Times New Roman"/>
              <a:cs typeface="Times New Roman"/>
            </a:endParaRPr>
          </a:p>
        </p:txBody>
      </p:sp>
      <p:pic>
        <p:nvPicPr>
          <p:cNvPr id="19" name="object 19"/>
          <p:cNvPicPr/>
          <p:nvPr/>
        </p:nvPicPr>
        <p:blipFill>
          <a:blip r:embed="rId2" cstate="print"/>
          <a:stretch>
            <a:fillRect/>
          </a:stretch>
        </p:blipFill>
        <p:spPr>
          <a:xfrm>
            <a:off x="152400" y="228600"/>
            <a:ext cx="7165084" cy="9451022"/>
          </a:xfrm>
          <a:prstGeom prst="rect">
            <a:avLst/>
          </a:prstGeom>
        </p:spPr>
      </p:pic>
      <p:sp>
        <p:nvSpPr>
          <p:cNvPr id="20" name="object 20"/>
          <p:cNvSpPr txBox="1">
            <a:spLocks noGrp="1"/>
          </p:cNvSpPr>
          <p:nvPr>
            <p:ph type="sldNum" sz="quarter" idx="7"/>
          </p:nvPr>
        </p:nvSpPr>
        <p:spPr>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4</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48200" y="303682"/>
            <a:ext cx="2328545" cy="197490"/>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Legal Case Management System</a:t>
            </a:r>
            <a:endParaRPr sz="1200" dirty="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791527" y="599011"/>
            <a:ext cx="5970270" cy="2462213"/>
          </a:xfrm>
          <a:prstGeom prst="rect">
            <a:avLst/>
          </a:prstGeom>
        </p:spPr>
        <p:txBody>
          <a:bodyPr vert="horz" wrap="square" lIns="0" tIns="12700" rIns="0" bIns="0" rtlCol="0">
            <a:spAutoFit/>
          </a:bodyPr>
          <a:lstStyle/>
          <a:p>
            <a:pPr marL="165100" indent="-165100">
              <a:lnSpc>
                <a:spcPct val="100000"/>
              </a:lnSpc>
              <a:spcBef>
                <a:spcPts val="100"/>
              </a:spcBef>
              <a:buAutoNum type="arabicPeriod"/>
              <a:tabLst>
                <a:tab pos="165100" algn="l"/>
              </a:tabLst>
            </a:pPr>
            <a:r>
              <a:rPr sz="1600" b="1" u="sng" spc="-2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​Project</a:t>
            </a:r>
            <a:r>
              <a:rPr sz="1600" b="1" u="sng" spc="-15"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Overview</a:t>
            </a:r>
            <a:endParaRPr sz="1600" dirty="0">
              <a:latin typeface="Times New Roman"/>
              <a:cs typeface="Times New Roman"/>
            </a:endParaRPr>
          </a:p>
          <a:p>
            <a:pPr marL="12700" marR="5080" algn="just">
              <a:lnSpc>
                <a:spcPct val="95900"/>
              </a:lnSpc>
              <a:spcBef>
                <a:spcPts val="1540"/>
              </a:spcBef>
            </a:pPr>
            <a:r>
              <a:rPr lang="en-US" sz="1200" dirty="0">
                <a:latin typeface="Times New Roman"/>
                <a:cs typeface="Times New Roman"/>
              </a:rPr>
              <a:t>The Legal Case Management System (LCMS) is a comprehensive, web-based application designed to streamline and manage legal case processes efficiently. This system helps lawyers, clients, and administrators to handle case-related activities such as case registration, document management, hearing schedules, and status tracking in a centralized platform.</a:t>
            </a:r>
          </a:p>
          <a:p>
            <a:pPr marL="12700" marR="5080" algn="just">
              <a:lnSpc>
                <a:spcPct val="95900"/>
              </a:lnSpc>
              <a:spcBef>
                <a:spcPts val="1540"/>
              </a:spcBef>
            </a:pPr>
            <a:r>
              <a:rPr lang="en-US" sz="1200" dirty="0">
                <a:latin typeface="Times New Roman"/>
                <a:cs typeface="Times New Roman"/>
              </a:rPr>
              <a:t>The system improves communication, reduces paperwork, and ensures transparency between legal professionals and clients. It also enhances productivity by automating routine tasks and maintaining secure digital records of all legal proceedings.</a:t>
            </a:r>
          </a:p>
          <a:p>
            <a:pPr marL="12700" marR="5080" algn="just">
              <a:lnSpc>
                <a:spcPct val="95900"/>
              </a:lnSpc>
              <a:spcBef>
                <a:spcPts val="1540"/>
              </a:spcBef>
            </a:pPr>
            <a:endParaRPr sz="1200" dirty="0">
              <a:latin typeface="Times New Roman"/>
              <a:cs typeface="Times New Roman"/>
            </a:endParaRPr>
          </a:p>
          <a:p>
            <a:pPr marL="514984" lvl="1" indent="-228600">
              <a:lnSpc>
                <a:spcPct val="100000"/>
              </a:lnSpc>
              <a:spcBef>
                <a:spcPts val="5"/>
              </a:spcBef>
              <a:buFont typeface="Symbol"/>
              <a:buChar char=""/>
              <a:tabLst>
                <a:tab pos="514984" algn="l"/>
              </a:tabLst>
            </a:pPr>
            <a:r>
              <a:rPr sz="1350" b="1" dirty="0">
                <a:latin typeface="Times New Roman"/>
                <a:cs typeface="Times New Roman"/>
              </a:rPr>
              <a:t>Basic</a:t>
            </a:r>
            <a:r>
              <a:rPr sz="1350" b="1" spc="-25" dirty="0">
                <a:latin typeface="Times New Roman"/>
                <a:cs typeface="Times New Roman"/>
              </a:rPr>
              <a:t> </a:t>
            </a:r>
            <a:r>
              <a:rPr sz="1350" b="1" spc="-10" dirty="0">
                <a:latin typeface="Times New Roman"/>
                <a:cs typeface="Times New Roman"/>
              </a:rPr>
              <a:t>Information:~</a:t>
            </a:r>
            <a:endParaRPr sz="1350" dirty="0">
              <a:latin typeface="Times New Roman"/>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3584614324"/>
              </p:ext>
            </p:extLst>
          </p:nvPr>
        </p:nvGraphicFramePr>
        <p:xfrm>
          <a:off x="990601" y="3225896"/>
          <a:ext cx="5827076" cy="3403503"/>
        </p:xfrm>
        <a:graphic>
          <a:graphicData uri="http://schemas.openxmlformats.org/drawingml/2006/table">
            <a:tbl>
              <a:tblPr firstRow="1" bandRow="1">
                <a:tableStyleId>{2D5ABB26-0587-4C30-8999-92F81FD0307C}</a:tableStyleId>
              </a:tblPr>
              <a:tblGrid>
                <a:gridCol w="2239081">
                  <a:extLst>
                    <a:ext uri="{9D8B030D-6E8A-4147-A177-3AD203B41FA5}">
                      <a16:colId xmlns:a16="http://schemas.microsoft.com/office/drawing/2014/main" val="20000"/>
                    </a:ext>
                  </a:extLst>
                </a:gridCol>
                <a:gridCol w="3587995">
                  <a:extLst>
                    <a:ext uri="{9D8B030D-6E8A-4147-A177-3AD203B41FA5}">
                      <a16:colId xmlns:a16="http://schemas.microsoft.com/office/drawing/2014/main" val="20001"/>
                    </a:ext>
                  </a:extLst>
                </a:gridCol>
              </a:tblGrid>
              <a:tr h="251268">
                <a:tc>
                  <a:txBody>
                    <a:bodyPr/>
                    <a:lstStyle/>
                    <a:p>
                      <a:pPr marL="67945">
                        <a:lnSpc>
                          <a:spcPts val="1400"/>
                        </a:lnSpc>
                      </a:pPr>
                      <a:r>
                        <a:rPr sz="1200" dirty="0">
                          <a:latin typeface="Times New Roman"/>
                          <a:cs typeface="Times New Roman"/>
                        </a:rPr>
                        <a:t>Project</a:t>
                      </a:r>
                      <a:r>
                        <a:rPr sz="1200" spc="-65" dirty="0">
                          <a:latin typeface="Times New Roman"/>
                          <a:cs typeface="Times New Roman"/>
                        </a:rPr>
                        <a:t> </a:t>
                      </a:r>
                      <a:r>
                        <a:rPr sz="1200" spc="-10" dirty="0">
                          <a:latin typeface="Times New Roman"/>
                          <a:cs typeface="Times New Roman"/>
                        </a:rPr>
                        <a:t>Title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lang="en-US" sz="1200" dirty="0">
                          <a:latin typeface="Times New Roman"/>
                          <a:cs typeface="Times New Roman"/>
                        </a:rPr>
                        <a:t>Legal</a:t>
                      </a:r>
                      <a:r>
                        <a:rPr lang="en-US" sz="1200" baseline="0" dirty="0">
                          <a:latin typeface="Times New Roman"/>
                          <a:cs typeface="Times New Roman"/>
                        </a:rPr>
                        <a:t> Case Management Case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50675">
                <a:tc>
                  <a:txBody>
                    <a:bodyPr/>
                    <a:lstStyle/>
                    <a:p>
                      <a:pPr marL="67945">
                        <a:lnSpc>
                          <a:spcPts val="1400"/>
                        </a:lnSpc>
                      </a:pPr>
                      <a:r>
                        <a:rPr sz="1200" spc="-10" dirty="0">
                          <a:latin typeface="Times New Roman"/>
                          <a:cs typeface="Times New Roman"/>
                        </a:rPr>
                        <a:t>Organization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l">
                        <a:lnSpc>
                          <a:spcPct val="100000"/>
                        </a:lnSpc>
                        <a:spcBef>
                          <a:spcPts val="844"/>
                        </a:spcBef>
                      </a:pPr>
                      <a:r>
                        <a:rPr lang="en-US" sz="1200" b="0" u="none" dirty="0">
                          <a:latin typeface="Times New Roman"/>
                          <a:cs typeface="Times New Roman"/>
                        </a:rPr>
                        <a:t>  </a:t>
                      </a:r>
                      <a:r>
                        <a:rPr lang="en-US" sz="1200" b="0" u="none" dirty="0" err="1">
                          <a:latin typeface="Times New Roman"/>
                          <a:cs typeface="Times New Roman"/>
                        </a:rPr>
                        <a:t>Moutainsdriven</a:t>
                      </a:r>
                      <a:r>
                        <a:rPr lang="en-US" sz="1200" b="0" u="none" dirty="0">
                          <a:latin typeface="Times New Roman"/>
                          <a:cs typeface="Times New Roman"/>
                        </a:rPr>
                        <a:t> technologies</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51268">
                <a:tc>
                  <a:txBody>
                    <a:bodyPr/>
                    <a:lstStyle/>
                    <a:p>
                      <a:pPr marL="67945">
                        <a:lnSpc>
                          <a:spcPts val="1400"/>
                        </a:lnSpc>
                      </a:pPr>
                      <a:r>
                        <a:rPr sz="1200" dirty="0">
                          <a:latin typeface="Times New Roman"/>
                          <a:cs typeface="Times New Roman"/>
                        </a:rPr>
                        <a:t>FrontEnd</a:t>
                      </a:r>
                      <a:r>
                        <a:rPr sz="1200" spc="-55" dirty="0">
                          <a:latin typeface="Times New Roman"/>
                          <a:cs typeface="Times New Roman"/>
                        </a:rPr>
                        <a:t> </a:t>
                      </a:r>
                      <a:r>
                        <a:rPr sz="1200" spc="-20" dirty="0">
                          <a:latin typeface="Times New Roman"/>
                          <a:cs typeface="Times New Roman"/>
                        </a:rPr>
                        <a:t>Tools</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lang="en-IN" sz="1200" dirty="0">
                          <a:latin typeface="Times New Roman"/>
                          <a:cs typeface="Times New Roman"/>
                        </a:rPr>
                        <a:t>HTML, CSS, JavaScript</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50675">
                <a:tc>
                  <a:txBody>
                    <a:bodyPr/>
                    <a:lstStyle/>
                    <a:p>
                      <a:pPr marL="67945">
                        <a:lnSpc>
                          <a:spcPts val="1400"/>
                        </a:lnSpc>
                      </a:pPr>
                      <a:r>
                        <a:rPr sz="1200" dirty="0">
                          <a:latin typeface="Times New Roman"/>
                          <a:cs typeface="Times New Roman"/>
                        </a:rPr>
                        <a:t>BackEnd</a:t>
                      </a:r>
                      <a:r>
                        <a:rPr sz="1200" spc="-45" dirty="0">
                          <a:latin typeface="Times New Roman"/>
                          <a:cs typeface="Times New Roman"/>
                        </a:rPr>
                        <a:t> </a:t>
                      </a:r>
                      <a:r>
                        <a:rPr sz="1200" spc="-20" dirty="0">
                          <a:latin typeface="Times New Roman"/>
                          <a:cs typeface="Times New Roman"/>
                        </a:rPr>
                        <a:t>Tools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lang="en-IN" sz="1200" dirty="0">
                          <a:latin typeface="Times New Roman"/>
                          <a:cs typeface="Times New Roman"/>
                        </a:rPr>
                        <a:t>Python (Flask) </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50675">
                <a:tc>
                  <a:txBody>
                    <a:bodyPr/>
                    <a:lstStyle/>
                    <a:p>
                      <a:pPr marL="67945">
                        <a:lnSpc>
                          <a:spcPts val="1400"/>
                        </a:lnSpc>
                      </a:pPr>
                      <a:r>
                        <a:rPr sz="1200" spc="-10" dirty="0">
                          <a:latin typeface="Times New Roman"/>
                          <a:cs typeface="Times New Roman"/>
                        </a:rPr>
                        <a:t>Database</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sz="1200" spc="-10" dirty="0">
                          <a:latin typeface="Times New Roman"/>
                          <a:cs typeface="Times New Roman"/>
                        </a:rPr>
                        <a:t>M</a:t>
                      </a:r>
                      <a:r>
                        <a:rPr lang="en-US" sz="1200" spc="-10" dirty="0">
                          <a:latin typeface="Times New Roman"/>
                          <a:cs typeface="Times New Roman"/>
                        </a:rPr>
                        <a:t>ongoDB</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50675">
                <a:tc>
                  <a:txBody>
                    <a:bodyPr/>
                    <a:lstStyle/>
                    <a:p>
                      <a:pPr marL="67945">
                        <a:lnSpc>
                          <a:spcPts val="1400"/>
                        </a:lnSpc>
                      </a:pPr>
                      <a:r>
                        <a:rPr sz="1200" spc="-20" dirty="0">
                          <a:latin typeface="Times New Roman"/>
                          <a:cs typeface="Times New Roman"/>
                        </a:rPr>
                        <a:t>Cloud</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lang="en-US" sz="1200" spc="-10" dirty="0">
                          <a:latin typeface="Times New Roman"/>
                          <a:cs typeface="Times New Roman"/>
                        </a:rPr>
                        <a:t>Local</a:t>
                      </a:r>
                      <a:r>
                        <a:rPr lang="en-US" sz="1200" spc="-10" baseline="0" dirty="0">
                          <a:latin typeface="Times New Roman"/>
                          <a:cs typeface="Times New Roman"/>
                        </a:rPr>
                        <a:t> Server</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51268">
                <a:tc>
                  <a:txBody>
                    <a:bodyPr/>
                    <a:lstStyle/>
                    <a:p>
                      <a:pPr marL="67945">
                        <a:lnSpc>
                          <a:spcPts val="1400"/>
                        </a:lnSpc>
                      </a:pPr>
                      <a:r>
                        <a:rPr sz="1200" dirty="0">
                          <a:latin typeface="Times New Roman"/>
                          <a:cs typeface="Times New Roman"/>
                        </a:rPr>
                        <a:t>Project</a:t>
                      </a:r>
                      <a:r>
                        <a:rPr sz="1200" spc="-25" dirty="0">
                          <a:latin typeface="Times New Roman"/>
                          <a:cs typeface="Times New Roman"/>
                        </a:rPr>
                        <a:t> </a:t>
                      </a:r>
                      <a:r>
                        <a:rPr sz="1200" spc="-10" dirty="0">
                          <a:latin typeface="Times New Roman"/>
                          <a:cs typeface="Times New Roman"/>
                        </a:rPr>
                        <a:t>Category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sz="1200" spc="-20" dirty="0">
                          <a:latin typeface="Times New Roman"/>
                          <a:cs typeface="Times New Roman"/>
                        </a:rPr>
                        <a:t>Web</a:t>
                      </a:r>
                      <a:r>
                        <a:rPr sz="1200" spc="-15" dirty="0">
                          <a:latin typeface="Times New Roman"/>
                          <a:cs typeface="Times New Roman"/>
                        </a:rPr>
                        <a:t> </a:t>
                      </a:r>
                      <a:r>
                        <a:rPr sz="1200" spc="-10" dirty="0">
                          <a:latin typeface="Times New Roman"/>
                          <a:cs typeface="Times New Roman"/>
                        </a:rPr>
                        <a:t>Based</a:t>
                      </a:r>
                      <a:r>
                        <a:rPr sz="1200" spc="-65" dirty="0">
                          <a:latin typeface="Times New Roman"/>
                          <a:cs typeface="Times New Roman"/>
                        </a:rPr>
                        <a:t> </a:t>
                      </a:r>
                      <a:r>
                        <a:rPr sz="1200" spc="-10" dirty="0">
                          <a:latin typeface="Times New Roman"/>
                          <a:cs typeface="Times New Roman"/>
                        </a:rPr>
                        <a:t>Application</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51268">
                <a:tc>
                  <a:txBody>
                    <a:bodyPr/>
                    <a:lstStyle/>
                    <a:p>
                      <a:pPr marL="67945">
                        <a:lnSpc>
                          <a:spcPts val="1400"/>
                        </a:lnSpc>
                      </a:pPr>
                      <a:r>
                        <a:rPr sz="1200" spc="-10" dirty="0">
                          <a:latin typeface="Times New Roman"/>
                          <a:cs typeface="Times New Roman"/>
                        </a:rPr>
                        <a:t>Duration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sz="1200" dirty="0">
                          <a:latin typeface="Times New Roman"/>
                          <a:cs typeface="Times New Roman"/>
                        </a:rPr>
                        <a:t>3 </a:t>
                      </a:r>
                      <a:r>
                        <a:rPr sz="1200" spc="-10" dirty="0">
                          <a:latin typeface="Times New Roman"/>
                          <a:cs typeface="Times New Roman"/>
                        </a:rPr>
                        <a:t>Months</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251268">
                <a:tc>
                  <a:txBody>
                    <a:bodyPr/>
                    <a:lstStyle/>
                    <a:p>
                      <a:pPr marL="67945">
                        <a:lnSpc>
                          <a:spcPts val="1400"/>
                        </a:lnSpc>
                      </a:pPr>
                      <a:r>
                        <a:rPr sz="1200" dirty="0">
                          <a:latin typeface="Times New Roman"/>
                          <a:cs typeface="Times New Roman"/>
                        </a:rPr>
                        <a:t>Internal</a:t>
                      </a:r>
                      <a:r>
                        <a:rPr sz="1200" spc="-35" dirty="0">
                          <a:latin typeface="Times New Roman"/>
                          <a:cs typeface="Times New Roman"/>
                        </a:rPr>
                        <a:t> </a:t>
                      </a:r>
                      <a:r>
                        <a:rPr sz="1200" dirty="0">
                          <a:latin typeface="Times New Roman"/>
                          <a:cs typeface="Times New Roman"/>
                        </a:rPr>
                        <a:t>Project</a:t>
                      </a:r>
                      <a:r>
                        <a:rPr sz="1200" spc="-30" dirty="0">
                          <a:latin typeface="Times New Roman"/>
                          <a:cs typeface="Times New Roman"/>
                        </a:rPr>
                        <a:t> </a:t>
                      </a:r>
                      <a:r>
                        <a:rPr sz="1200" spc="-20" dirty="0">
                          <a:latin typeface="Times New Roman"/>
                          <a:cs typeface="Times New Roman"/>
                        </a:rPr>
                        <a:t>Guide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r>
                        <a:rPr sz="1200" dirty="0">
                          <a:latin typeface="Times New Roman"/>
                          <a:cs typeface="Times New Roman"/>
                        </a:rPr>
                        <a:t>Dr.</a:t>
                      </a:r>
                      <a:r>
                        <a:rPr sz="1200" spc="-50" dirty="0">
                          <a:latin typeface="Times New Roman"/>
                          <a:cs typeface="Times New Roman"/>
                        </a:rPr>
                        <a:t> </a:t>
                      </a:r>
                      <a:r>
                        <a:rPr sz="1200" dirty="0">
                          <a:latin typeface="Times New Roman"/>
                          <a:cs typeface="Times New Roman"/>
                        </a:rPr>
                        <a:t>Parul</a:t>
                      </a:r>
                      <a:r>
                        <a:rPr sz="1200" spc="-45" dirty="0">
                          <a:latin typeface="Times New Roman"/>
                          <a:cs typeface="Times New Roman"/>
                        </a:rPr>
                        <a:t> </a:t>
                      </a:r>
                      <a:r>
                        <a:rPr sz="1200" spc="-10" dirty="0">
                          <a:latin typeface="Times New Roman"/>
                          <a:cs typeface="Times New Roman"/>
                        </a:rPr>
                        <a:t>Patel</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50675">
                <a:tc>
                  <a:txBody>
                    <a:bodyPr/>
                    <a:lstStyle/>
                    <a:p>
                      <a:pPr marL="67945">
                        <a:lnSpc>
                          <a:spcPts val="1400"/>
                        </a:lnSpc>
                      </a:pPr>
                      <a:r>
                        <a:rPr sz="1200" dirty="0">
                          <a:latin typeface="Times New Roman"/>
                          <a:cs typeface="Times New Roman"/>
                        </a:rPr>
                        <a:t>External</a:t>
                      </a:r>
                      <a:r>
                        <a:rPr sz="1200" spc="-45" dirty="0">
                          <a:latin typeface="Times New Roman"/>
                          <a:cs typeface="Times New Roman"/>
                        </a:rPr>
                        <a:t> </a:t>
                      </a:r>
                      <a:r>
                        <a:rPr sz="1200" dirty="0">
                          <a:latin typeface="Times New Roman"/>
                          <a:cs typeface="Times New Roman"/>
                        </a:rPr>
                        <a:t>Project</a:t>
                      </a:r>
                      <a:r>
                        <a:rPr sz="1200" spc="-40" dirty="0">
                          <a:latin typeface="Times New Roman"/>
                          <a:cs typeface="Times New Roman"/>
                        </a:rPr>
                        <a:t> </a:t>
                      </a:r>
                      <a:r>
                        <a:rPr sz="1200" spc="-20" dirty="0">
                          <a:latin typeface="Times New Roman"/>
                          <a:cs typeface="Times New Roman"/>
                        </a:rPr>
                        <a:t>Guide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0"/>
                        </a:lnSpc>
                      </a:pP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644890">
                <a:tc>
                  <a:txBody>
                    <a:bodyPr/>
                    <a:lstStyle/>
                    <a:p>
                      <a:pPr marL="67945">
                        <a:lnSpc>
                          <a:spcPct val="100000"/>
                        </a:lnSpc>
                        <a:spcBef>
                          <a:spcPts val="1300"/>
                        </a:spcBef>
                      </a:pPr>
                      <a:r>
                        <a:rPr sz="1200" dirty="0">
                          <a:latin typeface="Times New Roman"/>
                          <a:cs typeface="Times New Roman"/>
                        </a:rPr>
                        <a:t>Submitted</a:t>
                      </a:r>
                      <a:r>
                        <a:rPr sz="1200" spc="-35" dirty="0">
                          <a:latin typeface="Times New Roman"/>
                          <a:cs typeface="Times New Roman"/>
                        </a:rPr>
                        <a:t> </a:t>
                      </a:r>
                      <a:r>
                        <a:rPr sz="1200" spc="-25" dirty="0">
                          <a:latin typeface="Times New Roman"/>
                          <a:cs typeface="Times New Roman"/>
                        </a:rPr>
                        <a:t>By</a:t>
                      </a:r>
                      <a:endParaRPr sz="1200">
                        <a:latin typeface="Times New Roman"/>
                        <a:cs typeface="Times New Roman"/>
                      </a:endParaRPr>
                    </a:p>
                  </a:txBody>
                  <a:tcPr marL="0" marR="0" marT="1651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930400">
                        <a:lnSpc>
                          <a:spcPts val="1580"/>
                        </a:lnSpc>
                        <a:spcBef>
                          <a:spcPts val="75"/>
                        </a:spcBef>
                      </a:pPr>
                      <a:r>
                        <a:rPr lang="en-US" sz="1200" dirty="0" err="1">
                          <a:latin typeface="Times New Roman"/>
                          <a:cs typeface="Times New Roman"/>
                        </a:rPr>
                        <a:t>Pathan</a:t>
                      </a:r>
                      <a:r>
                        <a:rPr lang="en-US" sz="1200" baseline="0" dirty="0">
                          <a:latin typeface="Times New Roman"/>
                          <a:cs typeface="Times New Roman"/>
                        </a:rPr>
                        <a:t> Samir</a:t>
                      </a:r>
                    </a:p>
                    <a:p>
                      <a:pPr marL="67945" marR="1930400">
                        <a:lnSpc>
                          <a:spcPts val="1580"/>
                        </a:lnSpc>
                        <a:spcBef>
                          <a:spcPts val="75"/>
                        </a:spcBef>
                      </a:pPr>
                      <a:r>
                        <a:rPr lang="en-US" sz="1200" baseline="0" dirty="0" err="1">
                          <a:latin typeface="Times New Roman"/>
                          <a:cs typeface="Times New Roman"/>
                        </a:rPr>
                        <a:t>Rangoonwala</a:t>
                      </a:r>
                      <a:r>
                        <a:rPr lang="en-US" sz="1200" baseline="0" dirty="0">
                          <a:latin typeface="Times New Roman"/>
                          <a:cs typeface="Times New Roman"/>
                        </a:rPr>
                        <a:t>  Manan</a:t>
                      </a:r>
                    </a:p>
                    <a:p>
                      <a:pPr marL="67945" marR="1930400">
                        <a:lnSpc>
                          <a:spcPts val="1580"/>
                        </a:lnSpc>
                        <a:spcBef>
                          <a:spcPts val="75"/>
                        </a:spcBef>
                      </a:pPr>
                      <a:r>
                        <a:rPr lang="en-US" sz="1200" baseline="0" dirty="0">
                          <a:latin typeface="Times New Roman"/>
                          <a:cs typeface="Times New Roman"/>
                        </a:rPr>
                        <a:t>Tailor </a:t>
                      </a:r>
                      <a:r>
                        <a:rPr lang="en-US" sz="1200" baseline="0" dirty="0" err="1">
                          <a:latin typeface="Times New Roman"/>
                          <a:cs typeface="Times New Roman"/>
                        </a:rPr>
                        <a:t>Utsav</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48898">
                <a:tc>
                  <a:txBody>
                    <a:bodyPr/>
                    <a:lstStyle/>
                    <a:p>
                      <a:pPr marL="67945">
                        <a:lnSpc>
                          <a:spcPts val="1380"/>
                        </a:lnSpc>
                      </a:pPr>
                      <a:r>
                        <a:rPr sz="1200" dirty="0">
                          <a:latin typeface="Times New Roman"/>
                          <a:cs typeface="Times New Roman"/>
                        </a:rPr>
                        <a:t>Submitted</a:t>
                      </a:r>
                      <a:r>
                        <a:rPr sz="1200" spc="-60" dirty="0">
                          <a:latin typeface="Times New Roman"/>
                          <a:cs typeface="Times New Roman"/>
                        </a:rPr>
                        <a:t> </a:t>
                      </a:r>
                      <a:r>
                        <a:rPr sz="1200" spc="-25" dirty="0">
                          <a:latin typeface="Times New Roman"/>
                          <a:cs typeface="Times New Roman"/>
                        </a:rPr>
                        <a:t>To</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80"/>
                        </a:lnSpc>
                      </a:pPr>
                      <a:r>
                        <a:rPr sz="1200" dirty="0">
                          <a:latin typeface="Times New Roman"/>
                          <a:cs typeface="Times New Roman"/>
                        </a:rPr>
                        <a:t>Department</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ICT,</a:t>
                      </a:r>
                      <a:r>
                        <a:rPr sz="1200" spc="-50" dirty="0">
                          <a:latin typeface="Times New Roman"/>
                          <a:cs typeface="Times New Roman"/>
                        </a:rPr>
                        <a:t> </a:t>
                      </a:r>
                      <a:r>
                        <a:rPr sz="1200" spc="-10" dirty="0">
                          <a:latin typeface="Times New Roman"/>
                          <a:cs typeface="Times New Roman"/>
                        </a:rPr>
                        <a:t>VNSGU</a:t>
                      </a:r>
                      <a:endParaRPr sz="1200"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bl>
          </a:graphicData>
        </a:graphic>
      </p:graphicFrame>
      <p:sp>
        <p:nvSpPr>
          <p:cNvPr id="6" name="object 6"/>
          <p:cNvSpPr txBox="1"/>
          <p:nvPr/>
        </p:nvSpPr>
        <p:spPr>
          <a:xfrm>
            <a:off x="902017" y="6818883"/>
            <a:ext cx="5859780" cy="3131627"/>
          </a:xfrm>
          <a:prstGeom prst="rect">
            <a:avLst/>
          </a:prstGeom>
        </p:spPr>
        <p:txBody>
          <a:bodyPr vert="horz" wrap="square" lIns="0" tIns="12700" rIns="0" bIns="0" rtlCol="0">
            <a:spAutoFit/>
          </a:bodyPr>
          <a:lstStyle/>
          <a:p>
            <a:pPr marL="317500" lvl="1" indent="-304800">
              <a:lnSpc>
                <a:spcPct val="100000"/>
              </a:lnSpc>
              <a:spcBef>
                <a:spcPts val="100"/>
              </a:spcBef>
              <a:buAutoNum type="arabicPeriod"/>
              <a:tabLst>
                <a:tab pos="317500" algn="l"/>
              </a:tabLst>
            </a:pPr>
            <a:r>
              <a:rPr sz="1600" b="1" dirty="0">
                <a:latin typeface="Times New Roman"/>
                <a:cs typeface="Times New Roman"/>
              </a:rPr>
              <a:t>Key</a:t>
            </a:r>
            <a:r>
              <a:rPr sz="1600" b="1" spc="-20" dirty="0">
                <a:latin typeface="Times New Roman"/>
                <a:cs typeface="Times New Roman"/>
              </a:rPr>
              <a:t> </a:t>
            </a:r>
            <a:r>
              <a:rPr sz="1600" b="1" spc="-10" dirty="0">
                <a:latin typeface="Times New Roman"/>
                <a:cs typeface="Times New Roman"/>
              </a:rPr>
              <a:t>Stakeholders</a:t>
            </a:r>
            <a:endParaRPr sz="1600" dirty="0">
              <a:latin typeface="Times New Roman"/>
              <a:cs typeface="Times New Roman"/>
            </a:endParaRPr>
          </a:p>
          <a:p>
            <a:pPr marL="240665" lvl="2" indent="-227965">
              <a:lnSpc>
                <a:spcPts val="1420"/>
              </a:lnSpc>
              <a:spcBef>
                <a:spcPts val="1420"/>
              </a:spcBef>
              <a:buFont typeface="Symbol"/>
              <a:buChar char=""/>
              <a:tabLst>
                <a:tab pos="240665" algn="l"/>
              </a:tabLst>
            </a:pPr>
            <a:r>
              <a:rPr lang="en-IN" sz="1200" b="1" dirty="0">
                <a:latin typeface="Times New Roman"/>
                <a:cs typeface="Times New Roman"/>
              </a:rPr>
              <a:t>Law Firm / Legal Organization:                                                                                        </a:t>
            </a:r>
            <a:r>
              <a:rPr lang="en-US" sz="1200" dirty="0">
                <a:latin typeface="Times New Roman"/>
                <a:cs typeface="Times New Roman"/>
              </a:rPr>
              <a:t>The main entity responsible for managing legal cases, maintaining records, and providing legal services to clients. This organization uses the system to streamline operations and improve case handling efficiency.</a:t>
            </a:r>
            <a:endParaRPr sz="1200" dirty="0">
              <a:latin typeface="Times New Roman"/>
              <a:cs typeface="Times New Roman"/>
            </a:endParaRPr>
          </a:p>
          <a:p>
            <a:pPr marL="240665" lvl="2" indent="-227965">
              <a:lnSpc>
                <a:spcPts val="1410"/>
              </a:lnSpc>
              <a:buFont typeface="Symbol"/>
              <a:buChar char=""/>
              <a:tabLst>
                <a:tab pos="240665" algn="l"/>
              </a:tabLst>
            </a:pPr>
            <a:r>
              <a:rPr lang="en-IN" sz="1200" b="1" dirty="0">
                <a:latin typeface="Times New Roman"/>
                <a:cs typeface="Times New Roman"/>
              </a:rPr>
              <a:t>Clients (Individuals / Organizations):                                                                </a:t>
            </a:r>
            <a:r>
              <a:rPr lang="en-US" sz="1200" dirty="0">
                <a:latin typeface="Times New Roman"/>
                <a:cs typeface="Times New Roman"/>
              </a:rPr>
              <a:t>People or companies who seek legal assistance. They use the system to register cases, upload documents, track case progress, and communicate with lawyers.                                    </a:t>
            </a:r>
          </a:p>
          <a:p>
            <a:pPr marL="240665" lvl="2" indent="-227965">
              <a:lnSpc>
                <a:spcPts val="1410"/>
              </a:lnSpc>
              <a:buFont typeface="Symbol"/>
              <a:buChar char=""/>
              <a:tabLst>
                <a:tab pos="240665" algn="l"/>
              </a:tabLst>
            </a:pPr>
            <a:r>
              <a:rPr lang="en-IN" sz="1200" b="1" dirty="0">
                <a:latin typeface="Times New Roman"/>
                <a:cs typeface="Times New Roman"/>
              </a:rPr>
              <a:t>Users (Lawyers / Advocates):                                                                                          </a:t>
            </a:r>
            <a:r>
              <a:rPr lang="en-US" sz="1200" dirty="0">
                <a:latin typeface="Times New Roman"/>
                <a:cs typeface="Times New Roman"/>
              </a:rPr>
              <a:t>Legal professionals who handle cases assigned to them. They are responsible for updating case details, managing documents, scheduling hearings, and providing legal updates to clients.</a:t>
            </a:r>
          </a:p>
          <a:p>
            <a:pPr marL="240665" lvl="2" indent="-227965">
              <a:lnSpc>
                <a:spcPts val="1410"/>
              </a:lnSpc>
              <a:buFont typeface="Symbol"/>
              <a:buChar char=""/>
              <a:tabLst>
                <a:tab pos="240665" algn="l"/>
              </a:tabLst>
            </a:pPr>
            <a:r>
              <a:rPr lang="en-US" sz="1200" b="1" dirty="0">
                <a:latin typeface="Times New Roman"/>
                <a:cs typeface="Times New Roman"/>
              </a:rPr>
              <a:t>Admin (System Administrator):                                                                                        </a:t>
            </a:r>
            <a:r>
              <a:rPr lang="en-US" sz="1200" dirty="0">
                <a:latin typeface="Times New Roman"/>
                <a:cs typeface="Times New Roman"/>
              </a:rPr>
              <a:t>The authority who manages the entire system. The admin controls user access, assigns cases to lawyers, maintains the database, and ensures smooth functioning of the system.</a:t>
            </a:r>
          </a:p>
          <a:p>
            <a:pPr marL="12700" lvl="2">
              <a:lnSpc>
                <a:spcPts val="1410"/>
              </a:lnSpc>
              <a:tabLst>
                <a:tab pos="240665" algn="l"/>
              </a:tabLst>
            </a:pPr>
            <a:endParaRPr sz="1200" dirty="0">
              <a:latin typeface="Times New Roman"/>
              <a:cs typeface="Times New Roman"/>
            </a:endParaRPr>
          </a:p>
        </p:txBody>
      </p:sp>
      <p:sp>
        <p:nvSpPr>
          <p:cNvPr id="8" name="object 8"/>
          <p:cNvSpPr txBox="1">
            <a:spLocks noGrp="1"/>
          </p:cNvSpPr>
          <p:nvPr>
            <p:ph type="sldNum" sz="quarter" idx="7"/>
          </p:nvPr>
        </p:nvSpPr>
        <p:spPr>
          <a:xfrm>
            <a:off x="6761797" y="9783798"/>
            <a:ext cx="721995" cy="166712"/>
          </a:xfrm>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5</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197490"/>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Legal Case Management System</a:t>
            </a:r>
            <a:endParaRPr lang="en-US" sz="1200" dirty="0">
              <a:latin typeface="Times New Roman"/>
              <a:cs typeface="Times New Roman"/>
            </a:endParaRPr>
          </a:p>
        </p:txBody>
      </p:sp>
      <p:sp>
        <p:nvSpPr>
          <p:cNvPr id="4" name="object 4"/>
          <p:cNvSpPr txBox="1"/>
          <p:nvPr/>
        </p:nvSpPr>
        <p:spPr>
          <a:xfrm>
            <a:off x="898271" y="914400"/>
            <a:ext cx="5973445" cy="7652864"/>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pitchFamily="18" charset="0"/>
                <a:cs typeface="Times New Roman" panose="02020603050405020304" pitchFamily="18" charset="0"/>
              </a:rPr>
              <a:t>1.2</a:t>
            </a:r>
            <a:r>
              <a:rPr sz="1600" b="1" spc="-10" dirty="0">
                <a:latin typeface="Times New Roman" panose="02020603050405020304" pitchFamily="18" charset="0"/>
                <a:cs typeface="Times New Roman" panose="02020603050405020304" pitchFamily="18" charset="0"/>
              </a:rPr>
              <a:t> Scope</a:t>
            </a:r>
            <a:r>
              <a:rPr lang="en-US" sz="1600" b="1" spc="-10" dirty="0">
                <a:latin typeface="Times New Roman" panose="02020603050405020304" pitchFamily="18" charset="0"/>
                <a:cs typeface="Times New Roman" panose="02020603050405020304" pitchFamily="18" charset="0"/>
              </a:rPr>
              <a:t> </a:t>
            </a:r>
          </a:p>
          <a:p>
            <a:pPr marL="12700">
              <a:lnSpc>
                <a:spcPct val="100000"/>
              </a:lnSpc>
              <a:spcBef>
                <a:spcPts val="100"/>
              </a:spcBef>
            </a:pPr>
            <a:endParaRPr sz="1200" dirty="0">
              <a:latin typeface="Times New Roman" panose="02020603050405020304" pitchFamily="18" charset="0"/>
              <a:cs typeface="Times New Roman" panose="02020603050405020304" pitchFamily="18" charset="0"/>
            </a:endParaRPr>
          </a:p>
          <a:p>
            <a:pPr marL="12700" marR="5080" algn="just">
              <a:lnSpc>
                <a:spcPct val="103299"/>
              </a:lnSpc>
            </a:pPr>
            <a:r>
              <a:rPr lang="en-US" sz="1200" dirty="0">
                <a:latin typeface="Times New Roman" panose="02020603050405020304" pitchFamily="18" charset="0"/>
                <a:cs typeface="Times New Roman" panose="02020603050405020304" pitchFamily="18" charset="0"/>
              </a:rPr>
              <a:t>Legal Case Management System is a comprehensive platform designed to streamline legal operations, case tracking, client management, and workflow automation for law firms, legal departments, and courts. The system enables efficient collaboration between Admins, Lawyers, Staff, and Clients through role-based access and centralized data management.</a:t>
            </a:r>
          </a:p>
          <a:p>
            <a:pPr marL="12700" marR="5080" algn="just">
              <a:lnSpc>
                <a:spcPct val="103299"/>
              </a:lnSpc>
            </a:pPr>
            <a:endParaRPr lang="en-US" sz="1200" b="1" dirty="0">
              <a:latin typeface="Times New Roman"/>
              <a:cs typeface="Times New Roman"/>
            </a:endParaRPr>
          </a:p>
          <a:p>
            <a:pPr marL="12700" marR="5080" algn="just">
              <a:lnSpc>
                <a:spcPct val="103299"/>
              </a:lnSpc>
            </a:pPr>
            <a:r>
              <a:rPr sz="1400" b="1" dirty="0">
                <a:latin typeface="Times New Roman"/>
                <a:cs typeface="Times New Roman"/>
              </a:rPr>
              <a:t>Core</a:t>
            </a:r>
            <a:r>
              <a:rPr sz="1400" b="1" spc="-35" dirty="0">
                <a:latin typeface="Times New Roman"/>
                <a:cs typeface="Times New Roman"/>
              </a:rPr>
              <a:t> </a:t>
            </a:r>
            <a:r>
              <a:rPr sz="1400" b="1" dirty="0">
                <a:latin typeface="Times New Roman"/>
                <a:cs typeface="Times New Roman"/>
              </a:rPr>
              <a:t>Features</a:t>
            </a:r>
            <a:r>
              <a:rPr sz="1400" b="1" spc="-35" dirty="0">
                <a:latin typeface="Times New Roman"/>
                <a:cs typeface="Times New Roman"/>
              </a:rPr>
              <a:t> </a:t>
            </a:r>
            <a:r>
              <a:rPr sz="1400" b="1" dirty="0">
                <a:latin typeface="Times New Roman"/>
                <a:cs typeface="Times New Roman"/>
              </a:rPr>
              <a:t>in</a:t>
            </a:r>
            <a:r>
              <a:rPr sz="1400" b="1" spc="-45" dirty="0">
                <a:latin typeface="Times New Roman"/>
                <a:cs typeface="Times New Roman"/>
              </a:rPr>
              <a:t> </a:t>
            </a:r>
            <a:r>
              <a:rPr sz="1400" b="1" spc="-10" dirty="0">
                <a:latin typeface="Times New Roman"/>
                <a:cs typeface="Times New Roman"/>
              </a:rPr>
              <a:t>Scope:</a:t>
            </a:r>
            <a:endParaRPr lang="en-US" sz="1400" dirty="0">
              <a:latin typeface="Times New Roman"/>
              <a:cs typeface="Times New Roman"/>
            </a:endParaRPr>
          </a:p>
          <a:p>
            <a:pPr marL="12700" marR="5080" algn="just">
              <a:lnSpc>
                <a:spcPct val="103299"/>
              </a:lnSpc>
            </a:pPr>
            <a:endParaRPr sz="1400" dirty="0">
              <a:latin typeface="Times New Roman"/>
              <a:cs typeface="Times New Roman"/>
            </a:endParaRPr>
          </a:p>
          <a:p>
            <a:pPr marL="240665" indent="-227965">
              <a:lnSpc>
                <a:spcPct val="100000"/>
              </a:lnSpc>
              <a:spcBef>
                <a:spcPts val="124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User</a:t>
            </a: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Management</a:t>
            </a:r>
          </a:p>
          <a:p>
            <a:pPr marL="469900" lvl="1" indent="-228600">
              <a:lnSpc>
                <a:spcPct val="100000"/>
              </a:lnSpc>
              <a:spcBef>
                <a:spcPts val="140"/>
              </a:spcBef>
              <a:buFont typeface="Courier New"/>
              <a:buChar char="o"/>
              <a:tabLst>
                <a:tab pos="469900" algn="l"/>
              </a:tabLst>
            </a:pPr>
            <a:endParaRPr lang="en-US" sz="1200" dirty="0">
              <a:latin typeface="Times New Roman"/>
              <a:cs typeface="Times New Roman"/>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Admin registration and system control</a:t>
            </a: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Lawyer, Staff, and Client account creation</a:t>
            </a:r>
            <a:endParaRPr lang="en-US" sz="1200" spc="-1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Secure login system with role-based access</a:t>
            </a: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Authentication with OTP/email verification</a:t>
            </a:r>
            <a:endParaRPr lang="en-IN" sz="1200" b="1" dirty="0">
              <a:latin typeface="Times New Roman"/>
              <a:cs typeface="Times New Roman"/>
            </a:endParaRPr>
          </a:p>
          <a:p>
            <a:pPr marL="240665" indent="-227965">
              <a:lnSpc>
                <a:spcPct val="100000"/>
              </a:lnSpc>
              <a:spcBef>
                <a:spcPts val="124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Case Management</a:t>
            </a:r>
            <a:endParaRPr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45"/>
              </a:spcBef>
              <a:buFont typeface="Courier New"/>
              <a:buChar char="o"/>
              <a:tabLst>
                <a:tab pos="469900" algn="l"/>
              </a:tabLst>
            </a:pPr>
            <a:endParaRPr lang="en-US" sz="1200" dirty="0">
              <a:latin typeface="Times New Roman"/>
              <a:cs typeface="Times New Roman"/>
            </a:endParaRPr>
          </a:p>
          <a:p>
            <a:pPr marL="469900" lvl="1" indent="-228600">
              <a:lnSpc>
                <a:spcPct val="100000"/>
              </a:lnSpc>
              <a:spcBef>
                <a:spcPts val="145"/>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Case creation with client details</a:t>
            </a: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Case categorization (case type, status, priority)</a:t>
            </a: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Assignment of cases to lawyers and staff</a:t>
            </a: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Case progress tracking and updates</a:t>
            </a:r>
          </a:p>
          <a:p>
            <a:pPr marL="469900" lvl="1" indent="-228600">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Hearing date scheduling and reminders </a:t>
            </a:r>
            <a:endParaRPr sz="1200" dirty="0">
              <a:latin typeface="Times New Roman" panose="02020603050405020304" pitchFamily="18" charset="0"/>
              <a:cs typeface="Times New Roman" panose="02020603050405020304" pitchFamily="18" charset="0"/>
            </a:endParaRPr>
          </a:p>
          <a:p>
            <a:pPr lvl="2">
              <a:lnSpc>
                <a:spcPct val="100000"/>
              </a:lnSpc>
              <a:spcBef>
                <a:spcPts val="80"/>
              </a:spcBef>
              <a:buFont typeface="Courier New"/>
              <a:buChar char="o"/>
            </a:pPr>
            <a:endParaRPr sz="1200" dirty="0">
              <a:latin typeface="Times New Roman"/>
              <a:cs typeface="Times New Roman"/>
            </a:endParaRPr>
          </a:p>
          <a:p>
            <a:pPr marL="240665" indent="-227965">
              <a:lnSpc>
                <a:spcPct val="100000"/>
              </a:lnSpc>
              <a:buFont typeface="Symbol"/>
              <a:buChar char=""/>
              <a:tabLst>
                <a:tab pos="240665" algn="l"/>
              </a:tabLst>
            </a:pPr>
            <a:r>
              <a:rPr lang="en-IN" sz="1200" b="1" dirty="0">
                <a:latin typeface="Times New Roman" panose="02020603050405020304" pitchFamily="18" charset="0"/>
                <a:cs typeface="Times New Roman" panose="02020603050405020304" pitchFamily="18" charset="0"/>
              </a:rPr>
              <a:t>Hearing Management</a:t>
            </a:r>
            <a:endParaRPr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2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Schedule and manage court hearings</a:t>
            </a:r>
            <a:endParaRPr sz="1200" dirty="0">
              <a:latin typeface="Times New Roman" panose="02020603050405020304" pitchFamily="18" charset="0"/>
              <a:cs typeface="Times New Roman" panose="02020603050405020304" pitchFamily="18" charset="0"/>
            </a:endParaRP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Calendar view for upcoming hearings</a:t>
            </a: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Automatic status updates based on hearing outcomes</a:t>
            </a:r>
          </a:p>
          <a:p>
            <a:pPr marL="469900" lvl="1" indent="-228600">
              <a:lnSpc>
                <a:spcPct val="100000"/>
              </a:lnSpc>
              <a:spcBef>
                <a:spcPts val="16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Notifications for upcoming dates</a:t>
            </a:r>
          </a:p>
          <a:p>
            <a:pPr marL="241300" lvl="1">
              <a:lnSpc>
                <a:spcPct val="100000"/>
              </a:lnSpc>
              <a:spcBef>
                <a:spcPts val="160"/>
              </a:spcBef>
              <a:tabLst>
                <a:tab pos="469900" algn="l"/>
              </a:tabLst>
            </a:pPr>
            <a:endParaRPr lang="en-US" sz="1200" dirty="0">
              <a:latin typeface="Times New Roman" panose="02020603050405020304" pitchFamily="18" charset="0"/>
              <a:cs typeface="Times New Roman" panose="02020603050405020304" pitchFamily="18" charset="0"/>
            </a:endParaRPr>
          </a:p>
          <a:p>
            <a:pPr marL="240665" indent="-227965">
              <a:lnSpc>
                <a:spcPct val="100000"/>
              </a:lnSpc>
              <a:buFont typeface="Symbol"/>
              <a:buChar char=""/>
              <a:tabLst>
                <a:tab pos="240665" algn="l"/>
              </a:tabLst>
            </a:pPr>
            <a:r>
              <a:rPr lang="en-IN" sz="1200" b="1" dirty="0"/>
              <a:t>Document Management</a:t>
            </a: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2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Upload and manage legal documents</a:t>
            </a:r>
          </a:p>
          <a:p>
            <a:pPr marL="469900" lvl="1" indent="-228600">
              <a:lnSpc>
                <a:spcPct val="100000"/>
              </a:lnSpc>
              <a:spcBef>
                <a:spcPts val="16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Secure file storage and access control</a:t>
            </a:r>
          </a:p>
          <a:p>
            <a:pPr marL="469900" lvl="1" indent="-228600">
              <a:lnSpc>
                <a:spcPct val="100000"/>
              </a:lnSpc>
              <a:spcBef>
                <a:spcPts val="16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Document version tracking</a:t>
            </a:r>
          </a:p>
          <a:p>
            <a:pPr marL="469900" lvl="1" indent="-228600">
              <a:lnSpc>
                <a:spcPct val="100000"/>
              </a:lnSpc>
              <a:spcBef>
                <a:spcPts val="16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Download and preview functionality</a:t>
            </a:r>
            <a:endParaRPr lang="en-US" sz="1200" dirty="0">
              <a:latin typeface="Times New Roman" panose="02020603050405020304" pitchFamily="18" charset="0"/>
              <a:cs typeface="Times New Roman" panose="02020603050405020304" pitchFamily="18" charset="0"/>
            </a:endParaRPr>
          </a:p>
          <a:p>
            <a:pPr marL="241300" lvl="1">
              <a:lnSpc>
                <a:spcPct val="100000"/>
              </a:lnSpc>
              <a:spcBef>
                <a:spcPts val="160"/>
              </a:spcBef>
              <a:tabLst>
                <a:tab pos="469900" algn="l"/>
              </a:tabLst>
            </a:pPr>
            <a:endParaRPr lang="en-US" sz="1200" dirty="0">
              <a:latin typeface="Times New Roman"/>
              <a:cs typeface="Times New Roman"/>
            </a:endParaRPr>
          </a:p>
        </p:txBody>
      </p:sp>
      <p:sp>
        <p:nvSpPr>
          <p:cNvPr id="6" name="object 6"/>
          <p:cNvSpPr txBox="1">
            <a:spLocks noGrp="1"/>
          </p:cNvSpPr>
          <p:nvPr>
            <p:ph type="sldNum" sz="quarter" idx="7"/>
          </p:nvPr>
        </p:nvSpPr>
        <p:spPr>
          <a:xfrm>
            <a:off x="6781800" y="9677400"/>
            <a:ext cx="721995" cy="166712"/>
          </a:xfrm>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6</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197490"/>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Legal Case Management System</a:t>
            </a:r>
            <a:endParaRPr lang="en-US" sz="1200" dirty="0">
              <a:latin typeface="Times New Roman"/>
              <a:cs typeface="Times New Roman"/>
            </a:endParaRPr>
          </a:p>
        </p:txBody>
      </p:sp>
      <p:sp>
        <p:nvSpPr>
          <p:cNvPr id="4" name="object 4"/>
          <p:cNvSpPr txBox="1"/>
          <p:nvPr/>
        </p:nvSpPr>
        <p:spPr>
          <a:xfrm>
            <a:off x="902017" y="904493"/>
            <a:ext cx="4184015" cy="7330212"/>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Judgement &amp; Reports</a:t>
            </a: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Upload and track judgement details</a:t>
            </a:r>
            <a:endParaRPr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Case-wise report generation</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PDF/Excel export for hearings and cases</a:t>
            </a:r>
            <a:endParaRPr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Historical data tracking</a:t>
            </a:r>
          </a:p>
          <a:p>
            <a:pPr marL="469900" lvl="1" indent="-228600">
              <a:lnSpc>
                <a:spcPct val="100000"/>
              </a:lnSpc>
              <a:spcBef>
                <a:spcPts val="140"/>
              </a:spcBef>
              <a:buFont typeface="Courier New"/>
              <a:buChar char="o"/>
              <a:tabLst>
                <a:tab pos="469900" algn="l"/>
              </a:tabLst>
            </a:pPr>
            <a:endParaRPr lang="en-US" sz="1200" spc="-10" dirty="0">
              <a:latin typeface="Times New Roman" panose="02020603050405020304" pitchFamily="18" charset="0"/>
              <a:cs typeface="Times New Roman" panose="02020603050405020304" pitchFamily="18" charset="0"/>
            </a:endParaRPr>
          </a:p>
          <a:p>
            <a:pPr marL="240665" indent="-227965">
              <a:lnSpc>
                <a:spcPct val="100000"/>
              </a:lnSpc>
              <a:spcBef>
                <a:spcPts val="10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Activity &amp; Notes Tracking</a:t>
            </a:r>
          </a:p>
          <a:p>
            <a:pPr marL="240665" indent="-227965">
              <a:lnSpc>
                <a:spcPct val="100000"/>
              </a:lnSpc>
              <a:spcBef>
                <a:spcPts val="100"/>
              </a:spcBef>
              <a:buFont typeface="Symbol"/>
              <a:buChar char=""/>
              <a:tabLst>
                <a:tab pos="240665" algn="l"/>
              </a:tabLst>
            </a:pP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Maintain detailed activity logs per case</a:t>
            </a: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Add notes/comments with timestamps</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Attach supporting files to notes</a:t>
            </a:r>
          </a:p>
          <a:p>
            <a:pPr marL="469900" lvl="1" indent="-228600">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Track user actions for auditing </a:t>
            </a:r>
          </a:p>
          <a:p>
            <a:pPr marL="241300" lvl="1">
              <a:lnSpc>
                <a:spcPct val="100000"/>
              </a:lnSpc>
              <a:spcBef>
                <a:spcPts val="140"/>
              </a:spcBef>
              <a:tabLst>
                <a:tab pos="469900" algn="l"/>
              </a:tabLst>
            </a:pPr>
            <a:endParaRPr lang="en-US" sz="1200" spc="-10" dirty="0">
              <a:latin typeface="Times New Roman"/>
              <a:cs typeface="Times New Roman"/>
            </a:endParaRPr>
          </a:p>
          <a:p>
            <a:pPr marL="240665" indent="-227965">
              <a:lnSpc>
                <a:spcPct val="100000"/>
              </a:lnSpc>
              <a:spcBef>
                <a:spcPts val="10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Notifications</a:t>
            </a: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System-generated alerts (case updates, hearings, document uploads)</a:t>
            </a: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Role-based notifications (Admin, Lawyer, Client, Staff)</a:t>
            </a: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Real-time updates within dashboard</a:t>
            </a:r>
          </a:p>
          <a:p>
            <a:pPr marL="469900" lvl="1" indent="-228600">
              <a:lnSpc>
                <a:spcPct val="100000"/>
              </a:lnSpc>
              <a:spcBef>
                <a:spcPts val="140"/>
              </a:spcBef>
              <a:buFont typeface="Courier New"/>
              <a:buChar char="o"/>
              <a:tabLst>
                <a:tab pos="469900" algn="l"/>
              </a:tabLst>
            </a:pPr>
            <a:endParaRPr lang="en-US" sz="1200" dirty="0">
              <a:latin typeface="Times New Roman" panose="02020603050405020304" pitchFamily="18" charset="0"/>
              <a:cs typeface="Times New Roman" panose="02020603050405020304" pitchFamily="18" charset="0"/>
            </a:endParaRPr>
          </a:p>
          <a:p>
            <a:pPr marL="240665" indent="-227965">
              <a:lnSpc>
                <a:spcPct val="100000"/>
              </a:lnSpc>
              <a:spcBef>
                <a:spcPts val="10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Search &amp; Filtering</a:t>
            </a: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Search cases by client name, case ID, status</a:t>
            </a: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Filter by lawyer, date, priority, or case type</a:t>
            </a: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Quick access to recent or active cases</a:t>
            </a:r>
          </a:p>
          <a:p>
            <a:pPr marL="241300" lvl="1">
              <a:lnSpc>
                <a:spcPct val="100000"/>
              </a:lnSpc>
              <a:spcBef>
                <a:spcPts val="140"/>
              </a:spcBef>
              <a:tabLst>
                <a:tab pos="469900" algn="l"/>
              </a:tabLst>
            </a:pPr>
            <a:endParaRPr lang="en-US" sz="1200" dirty="0">
              <a:latin typeface="Times New Roman" panose="02020603050405020304" pitchFamily="18" charset="0"/>
              <a:cs typeface="Times New Roman" panose="02020603050405020304" pitchFamily="18" charset="0"/>
            </a:endParaRPr>
          </a:p>
          <a:p>
            <a:pPr marL="240665" indent="-227965">
              <a:lnSpc>
                <a:spcPct val="100000"/>
              </a:lnSpc>
              <a:spcBef>
                <a:spcPts val="100"/>
              </a:spcBef>
              <a:buFont typeface="Symbol"/>
              <a:buChar char=""/>
              <a:tabLst>
                <a:tab pos="240665" algn="l"/>
              </a:tabLst>
            </a:pPr>
            <a:r>
              <a:rPr lang="en-IN" sz="1200" b="1" dirty="0">
                <a:latin typeface="Times New Roman" panose="02020603050405020304" pitchFamily="18" charset="0"/>
                <a:cs typeface="Times New Roman" panose="02020603050405020304" pitchFamily="18" charset="0"/>
              </a:rPr>
              <a:t>Dashboard &amp; Analytics</a:t>
            </a:r>
            <a:endParaRPr lang="en-US" sz="1200" b="1" dirty="0">
              <a:latin typeface="Times New Roman" panose="02020603050405020304" pitchFamily="18" charset="0"/>
              <a:cs typeface="Times New Roman" panose="02020603050405020304" pitchFamily="18" charset="0"/>
            </a:endParaRPr>
          </a:p>
          <a:p>
            <a:pPr marL="469900" lvl="1" indent="-228600">
              <a:lnSpc>
                <a:spcPct val="100000"/>
              </a:lnSpc>
              <a:spcBef>
                <a:spcPts val="1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Role-based dashboards (Admin, Lawyer, Staff, Client)</a:t>
            </a:r>
          </a:p>
          <a:p>
            <a:pPr marL="469900" lvl="1" indent="-228600">
              <a:lnSpc>
                <a:spcPct val="100000"/>
              </a:lnSpc>
              <a:spcBef>
                <a:spcPts val="140"/>
              </a:spcBef>
              <a:buFont typeface="Courier New"/>
              <a:buChar char="o"/>
              <a:tabLst>
                <a:tab pos="469900" algn="l"/>
              </a:tabLst>
            </a:pPr>
            <a:r>
              <a:rPr lang="en-IN" sz="1200" dirty="0">
                <a:latin typeface="Times New Roman" panose="02020603050405020304" pitchFamily="18" charset="0"/>
                <a:cs typeface="Times New Roman" panose="02020603050405020304" pitchFamily="18" charset="0"/>
              </a:rPr>
              <a:t>Case statistics and summaries</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latin typeface="Times New Roman" panose="02020603050405020304" pitchFamily="18" charset="0"/>
                <a:cs typeface="Times New Roman" panose="02020603050405020304" pitchFamily="18" charset="0"/>
              </a:rPr>
              <a:t>Visual insights (open cases, closed cases, upcoming hearings)</a:t>
            </a:r>
          </a:p>
          <a:p>
            <a:pPr marL="469900" lvl="1" indent="-228600">
              <a:lnSpc>
                <a:spcPct val="100000"/>
              </a:lnSpc>
              <a:spcBef>
                <a:spcPts val="140"/>
              </a:spcBef>
              <a:buFont typeface="Courier New"/>
              <a:buChar char="o"/>
              <a:tabLst>
                <a:tab pos="469900" algn="l"/>
              </a:tabLst>
            </a:pPr>
            <a:endParaRPr lang="en-US" sz="1200" dirty="0">
              <a:latin typeface="Times New Roman" panose="02020603050405020304" pitchFamily="18" charset="0"/>
              <a:cs typeface="Times New Roman" panose="02020603050405020304" pitchFamily="18" charset="0"/>
            </a:endParaRPr>
          </a:p>
          <a:p>
            <a:pPr marL="240665" indent="-227965">
              <a:lnSpc>
                <a:spcPct val="100000"/>
              </a:lnSpc>
              <a:spcBef>
                <a:spcPts val="100"/>
              </a:spcBef>
              <a:buFont typeface="Symbol"/>
              <a:buChar char=""/>
              <a:tabLst>
                <a:tab pos="240665" algn="l"/>
              </a:tabLst>
            </a:pPr>
            <a:r>
              <a:rPr lang="en-IN" sz="1200" b="1" dirty="0"/>
              <a:t>Communication Module</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140"/>
              </a:spcBef>
              <a:buFont typeface="Courier New"/>
              <a:buChar char="o"/>
              <a:tabLst>
                <a:tab pos="469900" algn="l"/>
              </a:tabLst>
            </a:pPr>
            <a:r>
              <a:rPr lang="en-US" sz="1200" dirty="0"/>
              <a:t>Internal communication between lawyers and staff</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t>Client updates regarding case progress</a:t>
            </a:r>
            <a:endParaRPr lang="en-US" sz="1200" dirty="0">
              <a:latin typeface="Times New Roman" panose="02020603050405020304" pitchFamily="18" charset="0"/>
              <a:cs typeface="Times New Roman" panose="02020603050405020304" pitchFamily="18" charset="0"/>
            </a:endParaRPr>
          </a:p>
          <a:p>
            <a:pPr marL="469900" lvl="1" indent="-228600">
              <a:lnSpc>
                <a:spcPct val="100000"/>
              </a:lnSpc>
              <a:spcBef>
                <a:spcPts val="140"/>
              </a:spcBef>
              <a:buFont typeface="Courier New"/>
              <a:buChar char="o"/>
              <a:tabLst>
                <a:tab pos="469900" algn="l"/>
              </a:tabLst>
            </a:pPr>
            <a:r>
              <a:rPr lang="en-US" sz="1200" dirty="0"/>
              <a:t>Optional SMS for notifications</a:t>
            </a:r>
            <a:endParaRPr lang="en-US" sz="1200" dirty="0">
              <a:latin typeface="Times New Roman" panose="02020603050405020304" pitchFamily="18" charset="0"/>
              <a:cs typeface="Times New Roman" panose="02020603050405020304" pitchFamily="18" charset="0"/>
            </a:endParaRPr>
          </a:p>
        </p:txBody>
      </p:sp>
      <p:sp>
        <p:nvSpPr>
          <p:cNvPr id="6" name="object 6"/>
          <p:cNvSpPr txBox="1">
            <a:spLocks noGrp="1"/>
          </p:cNvSpPr>
          <p:nvPr>
            <p:ph type="sldNum" sz="quarter" idx="7"/>
          </p:nvPr>
        </p:nvSpPr>
        <p:spPr>
          <a:xfrm>
            <a:off x="6705600" y="9677400"/>
            <a:ext cx="721995" cy="180340"/>
          </a:xfrm>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7</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p:nvPr/>
        </p:nvSpPr>
        <p:spPr>
          <a:xfrm>
            <a:off x="902017" y="434340"/>
            <a:ext cx="5971540" cy="7792774"/>
          </a:xfrm>
          <a:prstGeom prst="rect">
            <a:avLst/>
          </a:prstGeom>
        </p:spPr>
        <p:txBody>
          <a:bodyPr vert="horz" wrap="square" lIns="0" tIns="12700" rIns="0" bIns="0" rtlCol="0">
            <a:spAutoFit/>
          </a:bodyPr>
          <a:lstStyle/>
          <a:p>
            <a:pPr marL="3653790">
              <a:lnSpc>
                <a:spcPct val="100000"/>
              </a:lnSpc>
              <a:spcBef>
                <a:spcPts val="100"/>
              </a:spcBef>
            </a:pPr>
            <a:r>
              <a:rPr lang="en-US" sz="1200" b="1" spc="-10" dirty="0">
                <a:latin typeface="Times New Roman" panose="02020603050405020304" pitchFamily="18" charset="0"/>
                <a:cs typeface="Times New Roman" panose="02020603050405020304" pitchFamily="18" charset="0"/>
              </a:rPr>
              <a:t>Legal Case Management</a:t>
            </a:r>
            <a:r>
              <a:rPr sz="1200" b="1" spc="-35"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System</a:t>
            </a:r>
            <a:endParaRPr sz="1200" dirty="0">
              <a:latin typeface="Times New Roman" panose="02020603050405020304" pitchFamily="18" charset="0"/>
              <a:cs typeface="Times New Roman" panose="02020603050405020304" pitchFamily="18" charset="0"/>
            </a:endParaRPr>
          </a:p>
          <a:p>
            <a:pPr>
              <a:lnSpc>
                <a:spcPct val="100000"/>
              </a:lnSpc>
              <a:spcBef>
                <a:spcPts val="760"/>
              </a:spcBef>
            </a:pPr>
            <a:endParaRPr sz="1200" dirty="0">
              <a:latin typeface="Times New Roman" panose="02020603050405020304" pitchFamily="18" charset="0"/>
              <a:cs typeface="Times New Roman" panose="02020603050405020304" pitchFamily="18" charset="0"/>
            </a:endParaRPr>
          </a:p>
          <a:p>
            <a:pPr marL="12700">
              <a:lnSpc>
                <a:spcPct val="100000"/>
              </a:lnSpc>
            </a:pPr>
            <a:r>
              <a:rPr sz="1600" b="1" dirty="0">
                <a:latin typeface="Times New Roman" panose="02020603050405020304" pitchFamily="18" charset="0"/>
                <a:cs typeface="Times New Roman" panose="02020603050405020304" pitchFamily="18" charset="0"/>
              </a:rPr>
              <a:t>1.3</a:t>
            </a:r>
            <a:r>
              <a:rPr sz="1600" b="1" spc="-30" dirty="0">
                <a:latin typeface="Times New Roman" panose="02020603050405020304" pitchFamily="18" charset="0"/>
                <a:cs typeface="Times New Roman" panose="02020603050405020304" pitchFamily="18" charset="0"/>
              </a:rPr>
              <a:t> </a:t>
            </a:r>
            <a:r>
              <a:rPr sz="1600" b="1" dirty="0">
                <a:latin typeface="Times New Roman" panose="02020603050405020304" pitchFamily="18" charset="0"/>
                <a:cs typeface="Times New Roman" panose="02020603050405020304" pitchFamily="18" charset="0"/>
              </a:rPr>
              <a:t>Objectives</a:t>
            </a:r>
            <a:r>
              <a:rPr sz="1600" b="1" spc="-35" dirty="0">
                <a:latin typeface="Times New Roman" panose="02020603050405020304" pitchFamily="18" charset="0"/>
                <a:cs typeface="Times New Roman" panose="02020603050405020304" pitchFamily="18" charset="0"/>
              </a:rPr>
              <a:t> </a:t>
            </a:r>
            <a:endParaRPr sz="1600" dirty="0">
              <a:latin typeface="Times New Roman" panose="02020603050405020304" pitchFamily="18" charset="0"/>
              <a:cs typeface="Times New Roman" panose="02020603050405020304" pitchFamily="18" charset="0"/>
            </a:endParaRPr>
          </a:p>
          <a:p>
            <a:pPr marL="12700" marR="8255" algn="just">
              <a:lnSpc>
                <a:spcPct val="103499"/>
              </a:lnSpc>
              <a:spcBef>
                <a:spcPts val="830"/>
              </a:spcBef>
            </a:pPr>
            <a:r>
              <a:rPr lang="en-US" sz="1200" dirty="0">
                <a:latin typeface="Times New Roman" panose="02020603050405020304" pitchFamily="18" charset="0"/>
                <a:cs typeface="Times New Roman" panose="02020603050405020304" pitchFamily="18" charset="0"/>
              </a:rPr>
              <a:t>Our objective is to develop a </a:t>
            </a:r>
            <a:r>
              <a:rPr lang="en-US" sz="1200" b="1" dirty="0">
                <a:latin typeface="Times New Roman" panose="02020603050405020304" pitchFamily="18" charset="0"/>
                <a:cs typeface="Times New Roman" panose="02020603050405020304" pitchFamily="18" charset="0"/>
              </a:rPr>
              <a:t>web-based Legal Case Management System</a:t>
            </a:r>
            <a:r>
              <a:rPr lang="en-US" sz="1200" dirty="0">
                <a:latin typeface="Times New Roman" panose="02020603050405020304" pitchFamily="18" charset="0"/>
                <a:cs typeface="Times New Roman" panose="02020603050405020304" pitchFamily="18" charset="0"/>
              </a:rPr>
              <a:t> (LCMS) that enables </a:t>
            </a:r>
            <a:r>
              <a:rPr lang="en-US" sz="1200" b="1" dirty="0">
                <a:latin typeface="Times New Roman" panose="02020603050405020304" pitchFamily="18" charset="0"/>
                <a:cs typeface="Times New Roman" panose="02020603050405020304" pitchFamily="18" charset="0"/>
              </a:rPr>
              <a:t>Admins, Lawyers, Staff, and Clients</a:t>
            </a:r>
            <a:r>
              <a:rPr lang="en-US" sz="1200" dirty="0">
                <a:latin typeface="Times New Roman" panose="02020603050405020304" pitchFamily="18" charset="0"/>
                <a:cs typeface="Times New Roman" panose="02020603050405020304" pitchFamily="18" charset="0"/>
              </a:rPr>
              <a:t> to efficiently manage legal cases, track hearings, handle documents, and streamline communication while ensuring </a:t>
            </a:r>
            <a:r>
              <a:rPr lang="en-US" sz="1200" b="1" dirty="0">
                <a:latin typeface="Times New Roman" panose="02020603050405020304" pitchFamily="18" charset="0"/>
                <a:cs typeface="Times New Roman" panose="02020603050405020304" pitchFamily="18" charset="0"/>
              </a:rPr>
              <a:t>transparency, security, and timely case resolution.</a:t>
            </a:r>
            <a:endParaRPr sz="1200" b="1" dirty="0">
              <a:latin typeface="Times New Roman" panose="02020603050405020304" pitchFamily="18" charset="0"/>
              <a:cs typeface="Times New Roman" panose="02020603050405020304" pitchFamily="18" charset="0"/>
            </a:endParaRPr>
          </a:p>
          <a:p>
            <a:pPr>
              <a:lnSpc>
                <a:spcPct val="100000"/>
              </a:lnSpc>
              <a:spcBef>
                <a:spcPts val="385"/>
              </a:spcBef>
            </a:pPr>
            <a:endParaRPr sz="1200" dirty="0">
              <a:latin typeface="Times New Roman" panose="02020603050405020304" pitchFamily="18" charset="0"/>
              <a:cs typeface="Times New Roman" panose="02020603050405020304" pitchFamily="18" charset="0"/>
            </a:endParaRPr>
          </a:p>
          <a:p>
            <a:pPr marL="192405" indent="-179705">
              <a:lnSpc>
                <a:spcPct val="100000"/>
              </a:lnSpc>
              <a:buAutoNum type="arabicPeriod"/>
              <a:tabLst>
                <a:tab pos="192405" algn="l"/>
              </a:tabLst>
            </a:pPr>
            <a:r>
              <a:rPr sz="1400" b="1" spc="-10" dirty="0">
                <a:latin typeface="Times New Roman" panose="02020603050405020304" pitchFamily="18" charset="0"/>
                <a:cs typeface="Times New Roman" panose="02020603050405020304" pitchFamily="18" charset="0"/>
              </a:rPr>
              <a:t>Role-</a:t>
            </a:r>
            <a:r>
              <a:rPr sz="1400" b="1" dirty="0">
                <a:latin typeface="Times New Roman" panose="02020603050405020304" pitchFamily="18" charset="0"/>
                <a:cs typeface="Times New Roman" panose="02020603050405020304" pitchFamily="18" charset="0"/>
              </a:rPr>
              <a:t>Based</a:t>
            </a:r>
            <a:r>
              <a:rPr sz="1400" b="1" spc="-25" dirty="0">
                <a:latin typeface="Times New Roman" panose="02020603050405020304" pitchFamily="18" charset="0"/>
                <a:cs typeface="Times New Roman" panose="02020603050405020304" pitchFamily="18" charset="0"/>
              </a:rPr>
              <a:t> </a:t>
            </a:r>
            <a:r>
              <a:rPr sz="1400" b="1" dirty="0">
                <a:latin typeface="Times New Roman" panose="02020603050405020304" pitchFamily="18" charset="0"/>
                <a:cs typeface="Times New Roman" panose="02020603050405020304" pitchFamily="18" charset="0"/>
              </a:rPr>
              <a:t>System</a:t>
            </a:r>
            <a:r>
              <a:rPr sz="1400" b="1" spc="-25" dirty="0">
                <a:latin typeface="Times New Roman" panose="02020603050405020304" pitchFamily="18" charset="0"/>
                <a:cs typeface="Times New Roman" panose="02020603050405020304" pitchFamily="18" charset="0"/>
              </a:rPr>
              <a:t> </a:t>
            </a:r>
            <a:r>
              <a:rPr sz="1400" b="1" spc="-10" dirty="0">
                <a:latin typeface="Times New Roman" panose="02020603050405020304" pitchFamily="18" charset="0"/>
                <a:cs typeface="Times New Roman" panose="02020603050405020304" pitchFamily="18" charset="0"/>
              </a:rPr>
              <a:t>Functionality</a:t>
            </a:r>
            <a:endParaRPr sz="1400" dirty="0">
              <a:latin typeface="Times New Roman" panose="02020603050405020304" pitchFamily="18" charset="0"/>
              <a:cs typeface="Times New Roman" panose="02020603050405020304" pitchFamily="18" charset="0"/>
            </a:endParaRPr>
          </a:p>
          <a:p>
            <a:pPr marL="12700" lvl="1">
              <a:lnSpc>
                <a:spcPct val="100000"/>
              </a:lnSpc>
              <a:spcBef>
                <a:spcPts val="860"/>
              </a:spcBef>
              <a:tabLst>
                <a:tab pos="233679" algn="l"/>
              </a:tabLst>
            </a:pPr>
            <a:r>
              <a:rPr lang="en-US" sz="1200" b="1" dirty="0">
                <a:latin typeface="Times New Roman" panose="02020603050405020304" pitchFamily="18" charset="0"/>
                <a:cs typeface="Times New Roman" panose="02020603050405020304" pitchFamily="18" charset="0"/>
              </a:rPr>
              <a:t>1. </a:t>
            </a:r>
            <a:r>
              <a:rPr sz="1200" b="1" dirty="0">
                <a:latin typeface="Times New Roman" panose="02020603050405020304" pitchFamily="18" charset="0"/>
                <a:cs typeface="Times New Roman" panose="02020603050405020304" pitchFamily="18" charset="0"/>
              </a:rPr>
              <a:t>Admin</a:t>
            </a:r>
            <a:r>
              <a:rPr sz="1200" b="1" spc="-40"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Objectives</a:t>
            </a:r>
            <a:endParaRPr sz="1200" dirty="0">
              <a:latin typeface="Times New Roman" panose="02020603050405020304" pitchFamily="18" charset="0"/>
              <a:cs typeface="Times New Roman" panose="02020603050405020304" pitchFamily="18" charset="0"/>
            </a:endParaRPr>
          </a:p>
          <a:p>
            <a:pPr marL="12700" marR="12700" algn="just">
              <a:lnSpc>
                <a:spcPct val="104200"/>
              </a:lnSpc>
              <a:spcBef>
                <a:spcPts val="780"/>
              </a:spcBef>
            </a:pPr>
            <a:r>
              <a:rPr lang="en-US" sz="1200" dirty="0">
                <a:latin typeface="Times New Roman" panose="02020603050405020304" pitchFamily="18" charset="0"/>
                <a:cs typeface="Times New Roman" panose="02020603050405020304" pitchFamily="18" charset="0"/>
              </a:rPr>
              <a:t>Admins have complete control over the system, ensuring smooth legal operations, user management, and overall system monitoring.</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469265" lvl="2" indent="-227965">
              <a:lnSpc>
                <a:spcPct val="100000"/>
              </a:lnSpc>
              <a:spcBef>
                <a:spcPts val="940"/>
              </a:spcBef>
              <a:buFont typeface="Symbol"/>
              <a:buChar char=""/>
              <a:tabLst>
                <a:tab pos="469265" algn="l"/>
              </a:tabLst>
            </a:pPr>
            <a:r>
              <a:rPr lang="en-IN" sz="1200" b="1" dirty="0">
                <a:latin typeface="Times New Roman" panose="02020603050405020304" pitchFamily="18" charset="0"/>
                <a:cs typeface="Times New Roman" panose="02020603050405020304" pitchFamily="18" charset="0"/>
              </a:rPr>
              <a:t>User &amp; Role Management</a:t>
            </a:r>
            <a:endParaRPr sz="1200" b="1" dirty="0">
              <a:latin typeface="Times New Roman" panose="02020603050405020304" pitchFamily="18" charset="0"/>
              <a:cs typeface="Times New Roman" panose="02020603050405020304" pitchFamily="18" charset="0"/>
            </a:endParaRPr>
          </a:p>
          <a:p>
            <a:pPr marL="927100" lvl="3" indent="-228600">
              <a:lnSpc>
                <a:spcPct val="100000"/>
              </a:lnSpc>
              <a:spcBef>
                <a:spcPts val="620"/>
              </a:spcBef>
              <a:buFont typeface="Courier New"/>
              <a:buChar char="o"/>
              <a:tabLst>
                <a:tab pos="927100" algn="l"/>
              </a:tabLst>
            </a:pPr>
            <a:r>
              <a:rPr lang="en-US" sz="1200" dirty="0">
                <a:latin typeface="Times New Roman" panose="02020603050405020304" pitchFamily="18" charset="0"/>
                <a:cs typeface="Times New Roman" panose="02020603050405020304" pitchFamily="18" charset="0"/>
              </a:rPr>
              <a:t>Create, update, and manage Lawyers, Staff, and Clients</a:t>
            </a:r>
            <a:endParaRPr sz="1200" dirty="0">
              <a:latin typeface="Times New Roman" panose="02020603050405020304" pitchFamily="18" charset="0"/>
              <a:cs typeface="Times New Roman" panose="02020603050405020304" pitchFamily="18" charset="0"/>
            </a:endParaRPr>
          </a:p>
          <a:p>
            <a:pPr marL="927100" lvl="3" indent="-228600">
              <a:lnSpc>
                <a:spcPct val="100000"/>
              </a:lnSpc>
              <a:spcBef>
                <a:spcPts val="640"/>
              </a:spcBef>
              <a:buFont typeface="Courier New"/>
              <a:buChar char="o"/>
              <a:tabLst>
                <a:tab pos="927100" algn="l"/>
              </a:tabLst>
            </a:pPr>
            <a:r>
              <a:rPr lang="en-US" sz="1200" dirty="0">
                <a:latin typeface="Times New Roman" panose="02020603050405020304" pitchFamily="18" charset="0"/>
                <a:cs typeface="Times New Roman" panose="02020603050405020304" pitchFamily="18" charset="0"/>
              </a:rPr>
              <a:t>Assign roles and define permissions based on responsibilities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lvl="3">
              <a:lnSpc>
                <a:spcPct val="100000"/>
              </a:lnSpc>
              <a:spcBef>
                <a:spcPts val="140"/>
              </a:spcBef>
              <a:buFont typeface="Courier New"/>
              <a:buChar char="o"/>
            </a:pPr>
            <a:endParaRPr sz="1200" dirty="0">
              <a:latin typeface="Times New Roman" panose="02020603050405020304" pitchFamily="18" charset="0"/>
              <a:cs typeface="Times New Roman" panose="02020603050405020304" pitchFamily="18" charset="0"/>
            </a:endParaRPr>
          </a:p>
          <a:p>
            <a:pPr marL="469265" lvl="2" indent="-227965">
              <a:lnSpc>
                <a:spcPct val="100000"/>
              </a:lnSpc>
              <a:spcBef>
                <a:spcPts val="5"/>
              </a:spcBef>
              <a:buFont typeface="Symbol"/>
              <a:buChar char=""/>
              <a:tabLst>
                <a:tab pos="469265" algn="l"/>
              </a:tabLst>
            </a:pPr>
            <a:r>
              <a:rPr lang="en-IN" sz="1200" b="1" dirty="0">
                <a:latin typeface="Times New Roman" panose="02020603050405020304" pitchFamily="18" charset="0"/>
                <a:cs typeface="Times New Roman" panose="02020603050405020304" pitchFamily="18" charset="0"/>
              </a:rPr>
              <a:t>Case Supervision &amp; Assignment</a:t>
            </a:r>
            <a:endParaRPr sz="1200" b="1" dirty="0">
              <a:latin typeface="Times New Roman" panose="02020603050405020304" pitchFamily="18" charset="0"/>
              <a:cs typeface="Times New Roman" panose="02020603050405020304" pitchFamily="18" charset="0"/>
            </a:endParaRPr>
          </a:p>
          <a:p>
            <a:pPr marL="985519" lvl="3" indent="-228600">
              <a:lnSpc>
                <a:spcPct val="100000"/>
              </a:lnSpc>
              <a:spcBef>
                <a:spcPts val="960"/>
              </a:spcBef>
              <a:buFont typeface="Courier New"/>
              <a:buChar char="o"/>
              <a:tabLst>
                <a:tab pos="985519" algn="l"/>
              </a:tabLst>
            </a:pPr>
            <a:r>
              <a:rPr lang="en-US" sz="1200" dirty="0">
                <a:latin typeface="Times New Roman" panose="02020603050405020304" pitchFamily="18" charset="0"/>
                <a:cs typeface="Times New Roman" panose="02020603050405020304" pitchFamily="18" charset="0"/>
              </a:rPr>
              <a:t>Monitor all cases across the system.</a:t>
            </a:r>
            <a:endParaRPr sz="1200" dirty="0">
              <a:latin typeface="Times New Roman" panose="02020603050405020304" pitchFamily="18" charset="0"/>
              <a:cs typeface="Times New Roman" panose="02020603050405020304" pitchFamily="18" charset="0"/>
            </a:endParaRPr>
          </a:p>
          <a:p>
            <a:pPr marL="985519" lvl="3" indent="-228600">
              <a:lnSpc>
                <a:spcPct val="100000"/>
              </a:lnSpc>
              <a:spcBef>
                <a:spcPts val="960"/>
              </a:spcBef>
              <a:buFont typeface="Courier New"/>
              <a:buChar char="o"/>
              <a:tabLst>
                <a:tab pos="985519" algn="l"/>
              </a:tabLst>
            </a:pPr>
            <a:r>
              <a:rPr lang="en-US" sz="1200" dirty="0">
                <a:latin typeface="Times New Roman" panose="02020603050405020304" pitchFamily="18" charset="0"/>
                <a:cs typeface="Times New Roman" panose="02020603050405020304" pitchFamily="18" charset="0"/>
              </a:rPr>
              <a:t>Assign or reassign cases to lawyers and staff</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985519" lvl="3" indent="-228600">
              <a:lnSpc>
                <a:spcPct val="100000"/>
              </a:lnSpc>
              <a:spcBef>
                <a:spcPts val="960"/>
              </a:spcBef>
              <a:buFont typeface="Courier New"/>
              <a:buChar char="o"/>
              <a:tabLst>
                <a:tab pos="985519" algn="l"/>
              </a:tabLst>
            </a:pPr>
            <a:r>
              <a:rPr lang="en-US" sz="1200" dirty="0">
                <a:latin typeface="Times New Roman" panose="02020603050405020304" pitchFamily="18" charset="0"/>
                <a:cs typeface="Times New Roman" panose="02020603050405020304" pitchFamily="18" charset="0"/>
              </a:rPr>
              <a:t>Ensure cases are progressing on time</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469265" lvl="2" indent="-227965">
              <a:lnSpc>
                <a:spcPct val="100000"/>
              </a:lnSpc>
              <a:spcBef>
                <a:spcPts val="1040"/>
              </a:spcBef>
              <a:buFont typeface="Symbol"/>
              <a:buChar char=""/>
              <a:tabLst>
                <a:tab pos="469265" algn="l"/>
              </a:tabLst>
            </a:pPr>
            <a:r>
              <a:rPr lang="en-IN" sz="1200" b="1" dirty="0">
                <a:latin typeface="Times New Roman" panose="02020603050405020304" pitchFamily="18" charset="0"/>
                <a:cs typeface="Times New Roman" panose="02020603050405020304" pitchFamily="18" charset="0"/>
              </a:rPr>
              <a:t>System &amp; Data Management</a:t>
            </a:r>
            <a:endParaRPr sz="1200" b="1" dirty="0">
              <a:latin typeface="Times New Roman" panose="02020603050405020304" pitchFamily="18" charset="0"/>
              <a:cs typeface="Times New Roman" panose="02020603050405020304" pitchFamily="18" charset="0"/>
            </a:endParaRPr>
          </a:p>
          <a:p>
            <a:pPr marL="1041400" lvl="3" indent="-228600">
              <a:lnSpc>
                <a:spcPct val="100000"/>
              </a:lnSpc>
              <a:spcBef>
                <a:spcPts val="960"/>
              </a:spcBef>
              <a:buFont typeface="Courier New"/>
              <a:buChar char="o"/>
              <a:tabLst>
                <a:tab pos="1041400" algn="l"/>
              </a:tabLst>
            </a:pPr>
            <a:r>
              <a:rPr lang="en-US" sz="1200" dirty="0">
                <a:latin typeface="Times New Roman" panose="02020603050405020304" pitchFamily="18" charset="0"/>
                <a:cs typeface="Times New Roman" panose="02020603050405020304" pitchFamily="18" charset="0"/>
              </a:rPr>
              <a:t>Manage case categories, types, and statuses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041400" lvl="3" indent="-228600">
              <a:lnSpc>
                <a:spcPct val="100000"/>
              </a:lnSpc>
              <a:spcBef>
                <a:spcPts val="960"/>
              </a:spcBef>
              <a:buFont typeface="Courier New"/>
              <a:buChar char="o"/>
              <a:tabLst>
                <a:tab pos="1041400" algn="l"/>
              </a:tabLst>
            </a:pPr>
            <a:r>
              <a:rPr lang="en-US" sz="1200" dirty="0">
                <a:latin typeface="Times New Roman" panose="02020603050405020304" pitchFamily="18" charset="0"/>
                <a:cs typeface="Times New Roman" panose="02020603050405020304" pitchFamily="18" charset="0"/>
              </a:rPr>
              <a:t>Maintain centralized database of cases and users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041400" lvl="3" indent="-228600">
              <a:lnSpc>
                <a:spcPct val="100000"/>
              </a:lnSpc>
              <a:spcBef>
                <a:spcPts val="960"/>
              </a:spcBef>
              <a:buFont typeface="Courier New"/>
              <a:buChar char="o"/>
              <a:tabLst>
                <a:tab pos="1041400" algn="l"/>
              </a:tabLst>
            </a:pPr>
            <a:r>
              <a:rPr lang="en-US" sz="1200" dirty="0">
                <a:latin typeface="Times New Roman" panose="02020603050405020304" pitchFamily="18" charset="0"/>
                <a:cs typeface="Times New Roman" panose="02020603050405020304" pitchFamily="18" charset="0"/>
              </a:rPr>
              <a:t>Generate reports for case performance and workload analysis</a:t>
            </a:r>
            <a:r>
              <a:rPr sz="1200" spc="-10" dirty="0">
                <a:latin typeface="Times New Roman" panose="02020603050405020304" pitchFamily="18" charset="0"/>
                <a:cs typeface="Times New Roman" panose="02020603050405020304" pitchFamily="18" charset="0"/>
              </a:rPr>
              <a:t>.</a:t>
            </a:r>
            <a:endParaRPr lang="en-US" sz="1200" spc="-10" dirty="0">
              <a:latin typeface="Times New Roman" panose="02020603050405020304" pitchFamily="18" charset="0"/>
              <a:cs typeface="Times New Roman" panose="02020603050405020304" pitchFamily="18" charset="0"/>
            </a:endParaRPr>
          </a:p>
          <a:p>
            <a:pPr marL="1041400" lvl="3" indent="-228600">
              <a:lnSpc>
                <a:spcPct val="100000"/>
              </a:lnSpc>
              <a:spcBef>
                <a:spcPts val="960"/>
              </a:spcBef>
              <a:buFont typeface="Courier New"/>
              <a:buChar char="o"/>
              <a:tabLst>
                <a:tab pos="1041400" algn="l"/>
              </a:tabLst>
            </a:pPr>
            <a:r>
              <a:rPr lang="en-US" sz="1200" dirty="0">
                <a:latin typeface="Times New Roman" panose="02020603050405020304" pitchFamily="18" charset="0"/>
                <a:cs typeface="Times New Roman" panose="02020603050405020304" pitchFamily="18" charset="0"/>
              </a:rPr>
              <a:t>Monitor system activity logs for transparency</a:t>
            </a:r>
            <a:endParaRPr sz="1200" dirty="0">
              <a:latin typeface="Times New Roman" panose="02020603050405020304" pitchFamily="18" charset="0"/>
              <a:cs typeface="Times New Roman" panose="02020603050405020304" pitchFamily="18" charset="0"/>
            </a:endParaRPr>
          </a:p>
          <a:p>
            <a:pPr marL="527685" indent="-228600">
              <a:lnSpc>
                <a:spcPct val="100000"/>
              </a:lnSpc>
              <a:spcBef>
                <a:spcPts val="1040"/>
              </a:spcBef>
              <a:buFont typeface="Symbol"/>
              <a:buChar char=""/>
              <a:tabLst>
                <a:tab pos="527685" algn="l"/>
              </a:tabLst>
            </a:pPr>
            <a:r>
              <a:rPr sz="1200" b="1" dirty="0">
                <a:latin typeface="Times New Roman" panose="02020603050405020304" pitchFamily="18" charset="0"/>
                <a:cs typeface="Times New Roman" panose="02020603050405020304" pitchFamily="18" charset="0"/>
              </a:rPr>
              <a:t>Security</a:t>
            </a:r>
            <a:r>
              <a:rPr sz="1200" b="1" spc="-30" dirty="0">
                <a:latin typeface="Times New Roman" panose="02020603050405020304" pitchFamily="18" charset="0"/>
                <a:cs typeface="Times New Roman" panose="02020603050405020304" pitchFamily="18" charset="0"/>
              </a:rPr>
              <a:t> </a:t>
            </a:r>
            <a:r>
              <a:rPr sz="1200" b="1" dirty="0">
                <a:latin typeface="Times New Roman" panose="02020603050405020304" pitchFamily="18" charset="0"/>
                <a:cs typeface="Times New Roman" panose="02020603050405020304" pitchFamily="18" charset="0"/>
              </a:rPr>
              <a:t>&amp;</a:t>
            </a:r>
            <a:r>
              <a:rPr sz="1200" b="1" spc="-75"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Authentication</a:t>
            </a:r>
            <a:endParaRPr sz="1200" dirty="0">
              <a:latin typeface="Times New Roman" panose="02020603050405020304" pitchFamily="18" charset="0"/>
              <a:cs typeface="Times New Roman" panose="02020603050405020304" pitchFamily="18" charset="0"/>
            </a:endParaRPr>
          </a:p>
          <a:p>
            <a:pPr marL="1099820" lvl="1" indent="-228600">
              <a:lnSpc>
                <a:spcPct val="100000"/>
              </a:lnSpc>
              <a:spcBef>
                <a:spcPts val="965"/>
              </a:spcBef>
              <a:buFont typeface="Courier New"/>
              <a:buChar char="o"/>
              <a:tabLst>
                <a:tab pos="1099820" algn="l"/>
              </a:tabLst>
            </a:pPr>
            <a:r>
              <a:rPr sz="1200" dirty="0">
                <a:latin typeface="Times New Roman" panose="02020603050405020304" pitchFamily="18" charset="0"/>
                <a:cs typeface="Times New Roman" panose="02020603050405020304" pitchFamily="18" charset="0"/>
              </a:rPr>
              <a:t>Enforce</a:t>
            </a:r>
            <a:r>
              <a:rPr sz="1200" spc="-30"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role-</a:t>
            </a:r>
            <a:r>
              <a:rPr sz="1200" b="1" dirty="0">
                <a:latin typeface="Times New Roman" panose="02020603050405020304" pitchFamily="18" charset="0"/>
                <a:cs typeface="Times New Roman" panose="02020603050405020304" pitchFamily="18" charset="0"/>
              </a:rPr>
              <a:t>based</a:t>
            </a:r>
            <a:r>
              <a:rPr sz="1200" b="1" spc="-25" dirty="0">
                <a:latin typeface="Times New Roman" panose="02020603050405020304" pitchFamily="18" charset="0"/>
                <a:cs typeface="Times New Roman" panose="02020603050405020304" pitchFamily="18" charset="0"/>
              </a:rPr>
              <a:t> </a:t>
            </a:r>
            <a:r>
              <a:rPr sz="1200" b="1" dirty="0">
                <a:latin typeface="Times New Roman" panose="02020603050405020304" pitchFamily="18" charset="0"/>
                <a:cs typeface="Times New Roman" panose="02020603050405020304" pitchFamily="18" charset="0"/>
              </a:rPr>
              <a:t>access</a:t>
            </a:r>
            <a:r>
              <a:rPr sz="1200" b="1" spc="-25" dirty="0">
                <a:latin typeface="Times New Roman" panose="02020603050405020304" pitchFamily="18" charset="0"/>
                <a:cs typeface="Times New Roman" panose="02020603050405020304" pitchFamily="18" charset="0"/>
              </a:rPr>
              <a:t> </a:t>
            </a:r>
            <a:r>
              <a:rPr sz="1200" b="1" dirty="0">
                <a:latin typeface="Times New Roman" panose="02020603050405020304" pitchFamily="18" charset="0"/>
                <a:cs typeface="Times New Roman" panose="02020603050405020304" pitchFamily="18" charset="0"/>
              </a:rPr>
              <a:t>control</a:t>
            </a:r>
            <a:r>
              <a:rPr sz="1200" b="1" spc="-15" dirty="0">
                <a:latin typeface="Times New Roman" panose="02020603050405020304" pitchFamily="18" charset="0"/>
                <a:cs typeface="Times New Roman" panose="02020603050405020304" pitchFamily="18" charset="0"/>
              </a:rPr>
              <a:t> </a:t>
            </a:r>
            <a:r>
              <a:rPr sz="1200" b="1" dirty="0">
                <a:latin typeface="Times New Roman" panose="02020603050405020304" pitchFamily="18" charset="0"/>
                <a:cs typeface="Times New Roman" panose="02020603050405020304" pitchFamily="18" charset="0"/>
              </a:rPr>
              <a:t>(RBAC)</a:t>
            </a:r>
            <a:r>
              <a:rPr sz="1200" b="1" spc="-5"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to</a:t>
            </a:r>
            <a:r>
              <a:rPr sz="1200" spc="-20"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restrict</a:t>
            </a:r>
            <a:r>
              <a:rPr sz="1200" spc="-10" dirty="0">
                <a:latin typeface="Times New Roman" panose="02020603050405020304" pitchFamily="18" charset="0"/>
                <a:cs typeface="Times New Roman" panose="02020603050405020304" pitchFamily="18" charset="0"/>
              </a:rPr>
              <a:t> unauthorized</a:t>
            </a:r>
            <a:r>
              <a:rPr sz="1200" spc="-45" dirty="0">
                <a:latin typeface="Times New Roman" panose="02020603050405020304" pitchFamily="18" charset="0"/>
                <a:cs typeface="Times New Roman" panose="02020603050405020304" pitchFamily="18" charset="0"/>
              </a:rPr>
              <a:t> </a:t>
            </a:r>
            <a:r>
              <a:rPr sz="1200" spc="-10" dirty="0">
                <a:latin typeface="Times New Roman" panose="02020603050405020304" pitchFamily="18" charset="0"/>
                <a:cs typeface="Times New Roman" panose="02020603050405020304" pitchFamily="18" charset="0"/>
              </a:rPr>
              <a:t>access.</a:t>
            </a:r>
            <a:endParaRPr sz="1200" dirty="0">
              <a:latin typeface="Times New Roman" panose="02020603050405020304" pitchFamily="18" charset="0"/>
              <a:cs typeface="Times New Roman" panose="02020603050405020304" pitchFamily="18" charset="0"/>
            </a:endParaRPr>
          </a:p>
          <a:p>
            <a:pPr marL="1099820" lvl="1" indent="-228600">
              <a:lnSpc>
                <a:spcPct val="100000"/>
              </a:lnSpc>
              <a:spcBef>
                <a:spcPts val="960"/>
              </a:spcBef>
              <a:buFont typeface="Courier New"/>
              <a:buChar char="o"/>
              <a:tabLst>
                <a:tab pos="1099820" algn="l"/>
              </a:tabLst>
            </a:pPr>
            <a:r>
              <a:rPr lang="en-US" sz="1200" dirty="0">
                <a:latin typeface="Times New Roman" panose="02020603050405020304" pitchFamily="18" charset="0"/>
                <a:cs typeface="Times New Roman" panose="02020603050405020304" pitchFamily="18" charset="0"/>
              </a:rPr>
              <a:t>Manage secure login and authentication</a:t>
            </a:r>
            <a:r>
              <a:rPr sz="1200" spc="-10" dirty="0">
                <a:latin typeface="Times New Roman" panose="02020603050405020304" pitchFamily="18" charset="0"/>
                <a:cs typeface="Times New Roman" panose="02020603050405020304" pitchFamily="18" charset="0"/>
              </a:rPr>
              <a:t>.</a:t>
            </a:r>
            <a:endParaRPr lang="en-US" sz="1200" spc="-10" dirty="0">
              <a:latin typeface="Times New Roman" panose="02020603050405020304" pitchFamily="18" charset="0"/>
              <a:cs typeface="Times New Roman" panose="02020603050405020304" pitchFamily="18" charset="0"/>
            </a:endParaRPr>
          </a:p>
          <a:p>
            <a:pPr marL="1099820" lvl="1" indent="-228600">
              <a:lnSpc>
                <a:spcPct val="100000"/>
              </a:lnSpc>
              <a:spcBef>
                <a:spcPts val="960"/>
              </a:spcBef>
              <a:buFont typeface="Courier New"/>
              <a:buChar char="o"/>
              <a:tabLst>
                <a:tab pos="1099820" algn="l"/>
              </a:tabLst>
            </a:pPr>
            <a:r>
              <a:rPr lang="en-US" sz="1200" dirty="0">
                <a:latin typeface="Times New Roman" panose="02020603050405020304" pitchFamily="18" charset="0"/>
                <a:cs typeface="Times New Roman" panose="02020603050405020304" pitchFamily="18" charset="0"/>
              </a:rPr>
              <a:t>Ensure data privacy and secure document handling.</a:t>
            </a:r>
            <a:endParaRPr sz="1200" dirty="0">
              <a:latin typeface="Times New Roman" panose="02020603050405020304" pitchFamily="18" charset="0"/>
              <a:cs typeface="Times New Roman" panose="02020603050405020304" pitchFamily="18" charset="0"/>
            </a:endParaRPr>
          </a:p>
        </p:txBody>
      </p:sp>
      <p:sp>
        <p:nvSpPr>
          <p:cNvPr id="19" name="object 19"/>
          <p:cNvSpPr txBox="1">
            <a:spLocks noGrp="1"/>
          </p:cNvSpPr>
          <p:nvPr>
            <p:ph type="sldNum" sz="quarter" idx="7"/>
          </p:nvPr>
        </p:nvSpPr>
        <p:spPr>
          <a:xfrm>
            <a:off x="6629400" y="9601200"/>
            <a:ext cx="721995" cy="180340"/>
          </a:xfrm>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8</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5407659"/>
            <a:ext cx="5981065" cy="3355341"/>
            <a:chOff x="896937" y="5407659"/>
            <a:chExt cx="5981065" cy="354330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p:nvPr/>
          </p:nvSpPr>
          <p:spPr>
            <a:xfrm>
              <a:off x="914400" y="5407659"/>
              <a:ext cx="5943600" cy="20320"/>
            </a:xfrm>
            <a:custGeom>
              <a:avLst/>
              <a:gdLst/>
              <a:ahLst/>
              <a:cxnLst/>
              <a:rect l="l" t="t" r="r" b="b"/>
              <a:pathLst>
                <a:path w="5943600" h="20320">
                  <a:moveTo>
                    <a:pt x="5943600" y="0"/>
                  </a:moveTo>
                  <a:lnTo>
                    <a:pt x="0" y="0"/>
                  </a:lnTo>
                  <a:lnTo>
                    <a:pt x="0" y="20320"/>
                  </a:lnTo>
                  <a:lnTo>
                    <a:pt x="5943600" y="20320"/>
                  </a:lnTo>
                  <a:lnTo>
                    <a:pt x="5943600" y="0"/>
                  </a:lnTo>
                  <a:close/>
                </a:path>
              </a:pathLst>
            </a:custGeom>
            <a:solidFill>
              <a:srgbClr val="9F9F9F"/>
            </a:solidFill>
          </p:spPr>
          <p:txBody>
            <a:bodyPr wrap="square" lIns="0" tIns="0" rIns="0" bIns="0" rtlCol="0"/>
            <a:lstStyle/>
            <a:p>
              <a:endParaRPr/>
            </a:p>
          </p:txBody>
        </p:sp>
        <p:sp>
          <p:nvSpPr>
            <p:cNvPr id="5" name="object 5"/>
            <p:cNvSpPr/>
            <p:nvPr/>
          </p:nvSpPr>
          <p:spPr>
            <a:xfrm>
              <a:off x="6857746" y="5408929"/>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6" name="object 6"/>
            <p:cNvSpPr/>
            <p:nvPr/>
          </p:nvSpPr>
          <p:spPr>
            <a:xfrm>
              <a:off x="914717" y="5408929"/>
              <a:ext cx="5946140" cy="17780"/>
            </a:xfrm>
            <a:custGeom>
              <a:avLst/>
              <a:gdLst/>
              <a:ahLst/>
              <a:cxnLst/>
              <a:rect l="l" t="t" r="r" b="b"/>
              <a:pathLst>
                <a:path w="5946140" h="17779">
                  <a:moveTo>
                    <a:pt x="2540" y="2540"/>
                  </a:moveTo>
                  <a:lnTo>
                    <a:pt x="0" y="2540"/>
                  </a:lnTo>
                  <a:lnTo>
                    <a:pt x="0" y="17780"/>
                  </a:lnTo>
                  <a:lnTo>
                    <a:pt x="2540" y="17780"/>
                  </a:lnTo>
                  <a:lnTo>
                    <a:pt x="2540" y="2540"/>
                  </a:lnTo>
                  <a:close/>
                </a:path>
                <a:path w="5946140" h="17779">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7" name="object 7"/>
            <p:cNvSpPr/>
            <p:nvPr/>
          </p:nvSpPr>
          <p:spPr>
            <a:xfrm>
              <a:off x="6857746" y="5411469"/>
              <a:ext cx="2540" cy="15240"/>
            </a:xfrm>
            <a:custGeom>
              <a:avLst/>
              <a:gdLst/>
              <a:ahLst/>
              <a:cxnLst/>
              <a:rect l="l" t="t" r="r" b="b"/>
              <a:pathLst>
                <a:path w="2540" h="15239">
                  <a:moveTo>
                    <a:pt x="2539" y="0"/>
                  </a:moveTo>
                  <a:lnTo>
                    <a:pt x="0" y="0"/>
                  </a:lnTo>
                  <a:lnTo>
                    <a:pt x="0" y="15239"/>
                  </a:lnTo>
                  <a:lnTo>
                    <a:pt x="2539" y="15239"/>
                  </a:lnTo>
                  <a:lnTo>
                    <a:pt x="2539" y="0"/>
                  </a:lnTo>
                  <a:close/>
                </a:path>
              </a:pathLst>
            </a:custGeom>
            <a:solidFill>
              <a:srgbClr val="E2E2E2"/>
            </a:solidFill>
          </p:spPr>
          <p:txBody>
            <a:bodyPr wrap="square" lIns="0" tIns="0" rIns="0" bIns="0" rtlCol="0"/>
            <a:lstStyle/>
            <a:p>
              <a:endParaRPr/>
            </a:p>
          </p:txBody>
        </p:sp>
        <p:sp>
          <p:nvSpPr>
            <p:cNvPr id="8" name="object 8"/>
            <p:cNvSpPr/>
            <p:nvPr/>
          </p:nvSpPr>
          <p:spPr>
            <a:xfrm>
              <a:off x="914717" y="5426710"/>
              <a:ext cx="2540" cy="2540"/>
            </a:xfrm>
            <a:custGeom>
              <a:avLst/>
              <a:gdLst/>
              <a:ahLst/>
              <a:cxnLst/>
              <a:rect l="l" t="t" r="r" b="b"/>
              <a:pathLst>
                <a:path w="2540" h="2539">
                  <a:moveTo>
                    <a:pt x="2540" y="0"/>
                  </a:moveTo>
                  <a:lnTo>
                    <a:pt x="0" y="0"/>
                  </a:lnTo>
                  <a:lnTo>
                    <a:pt x="0" y="2539"/>
                  </a:lnTo>
                  <a:lnTo>
                    <a:pt x="2540" y="2539"/>
                  </a:lnTo>
                  <a:lnTo>
                    <a:pt x="2540" y="0"/>
                  </a:lnTo>
                  <a:close/>
                </a:path>
              </a:pathLst>
            </a:custGeom>
            <a:solidFill>
              <a:srgbClr val="9F9F9F"/>
            </a:solidFill>
          </p:spPr>
          <p:txBody>
            <a:bodyPr wrap="square" lIns="0" tIns="0" rIns="0" bIns="0" rtlCol="0"/>
            <a:lstStyle/>
            <a:p>
              <a:endParaRPr/>
            </a:p>
          </p:txBody>
        </p:sp>
        <p:sp>
          <p:nvSpPr>
            <p:cNvPr id="9" name="object 9"/>
            <p:cNvSpPr/>
            <p:nvPr/>
          </p:nvSpPr>
          <p:spPr>
            <a:xfrm>
              <a:off x="914717" y="5426722"/>
              <a:ext cx="5946140" cy="2540"/>
            </a:xfrm>
            <a:custGeom>
              <a:avLst/>
              <a:gdLst/>
              <a:ahLst/>
              <a:cxnLst/>
              <a:rect l="l" t="t" r="r" b="b"/>
              <a:pathLst>
                <a:path w="5946140" h="2539">
                  <a:moveTo>
                    <a:pt x="5942965" y="0"/>
                  </a:moveTo>
                  <a:lnTo>
                    <a:pt x="2540" y="0"/>
                  </a:lnTo>
                  <a:lnTo>
                    <a:pt x="0" y="0"/>
                  </a:lnTo>
                  <a:lnTo>
                    <a:pt x="0" y="2527"/>
                  </a:lnTo>
                  <a:lnTo>
                    <a:pt x="2540" y="2527"/>
                  </a:lnTo>
                  <a:lnTo>
                    <a:pt x="5942965" y="2527"/>
                  </a:lnTo>
                  <a:lnTo>
                    <a:pt x="5942965" y="0"/>
                  </a:lnTo>
                  <a:close/>
                </a:path>
                <a:path w="5946140" h="2539">
                  <a:moveTo>
                    <a:pt x="5945556" y="0"/>
                  </a:moveTo>
                  <a:lnTo>
                    <a:pt x="5943028" y="0"/>
                  </a:lnTo>
                  <a:lnTo>
                    <a:pt x="5943028" y="2527"/>
                  </a:lnTo>
                  <a:lnTo>
                    <a:pt x="5945556" y="2527"/>
                  </a:lnTo>
                  <a:lnTo>
                    <a:pt x="5945556" y="0"/>
                  </a:lnTo>
                  <a:close/>
                </a:path>
              </a:pathLst>
            </a:custGeom>
            <a:solidFill>
              <a:srgbClr val="E2E2E2"/>
            </a:solidFill>
          </p:spPr>
          <p:txBody>
            <a:bodyPr wrap="square" lIns="0" tIns="0" rIns="0" bIns="0" rtlCol="0"/>
            <a:lstStyle/>
            <a:p>
              <a:endParaRPr/>
            </a:p>
          </p:txBody>
        </p:sp>
      </p:grpSp>
      <p:sp>
        <p:nvSpPr>
          <p:cNvPr id="10" name="object 10"/>
          <p:cNvSpPr txBox="1"/>
          <p:nvPr/>
        </p:nvSpPr>
        <p:spPr>
          <a:xfrm>
            <a:off x="902017" y="434340"/>
            <a:ext cx="5970270" cy="8129661"/>
          </a:xfrm>
          <a:prstGeom prst="rect">
            <a:avLst/>
          </a:prstGeom>
        </p:spPr>
        <p:txBody>
          <a:bodyPr vert="horz" wrap="square" lIns="0" tIns="12700" rIns="0" bIns="0" rtlCol="0">
            <a:spAutoFit/>
          </a:bodyPr>
          <a:lstStyle/>
          <a:p>
            <a:pPr marL="3653790">
              <a:lnSpc>
                <a:spcPct val="100000"/>
              </a:lnSpc>
              <a:spcBef>
                <a:spcPts val="100"/>
              </a:spcBef>
            </a:pPr>
            <a:r>
              <a:rPr lang="en-US" sz="1200" b="1" spc="-10" dirty="0">
                <a:latin typeface="Times New Roman"/>
                <a:cs typeface="Times New Roman"/>
              </a:rPr>
              <a:t>Legal Case Management </a:t>
            </a:r>
            <a:r>
              <a:rPr sz="1200" b="1" spc="-10" dirty="0">
                <a:latin typeface="Times New Roman"/>
                <a:cs typeface="Times New Roman"/>
              </a:rPr>
              <a:t>System</a:t>
            </a:r>
            <a:endParaRPr sz="1200" dirty="0">
              <a:latin typeface="Times New Roman"/>
              <a:cs typeface="Times New Roman"/>
            </a:endParaRPr>
          </a:p>
          <a:p>
            <a:pPr>
              <a:lnSpc>
                <a:spcPct val="100000"/>
              </a:lnSpc>
              <a:spcBef>
                <a:spcPts val="780"/>
              </a:spcBef>
            </a:pPr>
            <a:endParaRPr sz="1200" dirty="0">
              <a:latin typeface="Times New Roman"/>
              <a:cs typeface="Times New Roman"/>
            </a:endParaRPr>
          </a:p>
          <a:p>
            <a:pPr marL="241300" lvl="1" indent="-228600">
              <a:lnSpc>
                <a:spcPct val="100000"/>
              </a:lnSpc>
              <a:buAutoNum type="arabicPeriod" startAt="2"/>
              <a:tabLst>
                <a:tab pos="241300" algn="l"/>
              </a:tabLst>
            </a:pPr>
            <a:r>
              <a:rPr lang="en-IN" sz="1200" b="1" dirty="0">
                <a:latin typeface="Times New Roman" panose="02020603050405020304" pitchFamily="18" charset="0"/>
                <a:cs typeface="Times New Roman" panose="02020603050405020304" pitchFamily="18" charset="0"/>
              </a:rPr>
              <a:t>Lawyer Objectives</a:t>
            </a:r>
            <a:endParaRPr sz="1200" b="1" dirty="0">
              <a:latin typeface="Times New Roman" panose="02020603050405020304" pitchFamily="18" charset="0"/>
              <a:cs typeface="Times New Roman" panose="02020603050405020304" pitchFamily="18" charset="0"/>
            </a:endParaRPr>
          </a:p>
          <a:p>
            <a:pPr marL="12700">
              <a:lnSpc>
                <a:spcPct val="100000"/>
              </a:lnSpc>
              <a:spcBef>
                <a:spcPts val="840"/>
              </a:spcBef>
            </a:pPr>
            <a:r>
              <a:rPr lang="en-US" sz="1200" dirty="0">
                <a:latin typeface="Times New Roman" panose="02020603050405020304" pitchFamily="18" charset="0"/>
                <a:cs typeface="Times New Roman" panose="02020603050405020304" pitchFamily="18" charset="0"/>
              </a:rPr>
              <a:t>Lawyers focus on managing assigned cases, tracking progress, and handling legal documentation efficiently.</a:t>
            </a:r>
            <a:endParaRPr sz="1200" dirty="0">
              <a:latin typeface="Times New Roman" panose="02020603050405020304" pitchFamily="18" charset="0"/>
              <a:cs typeface="Times New Roman" panose="02020603050405020304" pitchFamily="18" charset="0"/>
            </a:endParaRPr>
          </a:p>
          <a:p>
            <a:pPr marL="698500" lvl="2" indent="-229235">
              <a:lnSpc>
                <a:spcPct val="100000"/>
              </a:lnSpc>
              <a:spcBef>
                <a:spcPts val="9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Case Handling</a:t>
            </a:r>
            <a:endParaRPr sz="1200" b="1" dirty="0">
              <a:latin typeface="Times New Roman" panose="02020603050405020304" pitchFamily="18" charset="0"/>
              <a:cs typeface="Times New Roman" panose="02020603050405020304" pitchFamily="18" charset="0"/>
            </a:endParaRP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View and manage assigned cases.</a:t>
            </a: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Update case status and progress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Schedule and track hearing dates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698500" lvl="2" indent="-229235">
              <a:lnSpc>
                <a:spcPct val="100000"/>
              </a:lnSpc>
              <a:spcBef>
                <a:spcPts val="10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Document Management</a:t>
            </a:r>
            <a:endParaRPr sz="1200" b="1" dirty="0">
              <a:latin typeface="Times New Roman" panose="02020603050405020304" pitchFamily="18" charset="0"/>
              <a:cs typeface="Times New Roman" panose="02020603050405020304" pitchFamily="18" charset="0"/>
            </a:endParaRPr>
          </a:p>
          <a:p>
            <a:pPr marL="1214120" lvl="3" indent="-228600">
              <a:lnSpc>
                <a:spcPct val="100000"/>
              </a:lnSpc>
              <a:spcBef>
                <a:spcPts val="960"/>
              </a:spcBef>
              <a:buFont typeface="Courier New"/>
              <a:buChar char="o"/>
              <a:tabLst>
                <a:tab pos="1214120" algn="l"/>
              </a:tabLst>
            </a:pPr>
            <a:r>
              <a:rPr lang="en-US" sz="1200" dirty="0">
                <a:latin typeface="Times New Roman" panose="02020603050405020304" pitchFamily="18" charset="0"/>
                <a:cs typeface="Times New Roman" panose="02020603050405020304" pitchFamily="18" charset="0"/>
              </a:rPr>
              <a:t>Upload and manage case-related documents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214120" marR="5080" lvl="3" indent="-228600">
              <a:lnSpc>
                <a:spcPct val="111200"/>
              </a:lnSpc>
              <a:spcBef>
                <a:spcPts val="800"/>
              </a:spcBef>
              <a:buFont typeface="Courier New"/>
              <a:buChar char="o"/>
              <a:tabLst>
                <a:tab pos="1214120" algn="l"/>
              </a:tabLst>
            </a:pPr>
            <a:r>
              <a:rPr lang="en-US" sz="1200" dirty="0">
                <a:latin typeface="Times New Roman" panose="02020603050405020304" pitchFamily="18" charset="0"/>
                <a:cs typeface="Times New Roman" panose="02020603050405020304" pitchFamily="18" charset="0"/>
              </a:rPr>
              <a:t>Access client and case files securely</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698500" lvl="2" indent="-229235">
              <a:lnSpc>
                <a:spcPct val="100000"/>
              </a:lnSpc>
              <a:spcBef>
                <a:spcPts val="10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Client Interaction</a:t>
            </a:r>
            <a:endParaRPr sz="1200" b="1" dirty="0">
              <a:latin typeface="Times New Roman" panose="02020603050405020304" pitchFamily="18" charset="0"/>
              <a:cs typeface="Times New Roman" panose="02020603050405020304" pitchFamily="18" charset="0"/>
            </a:endParaRPr>
          </a:p>
          <a:p>
            <a:pPr marL="1270000" lvl="3" indent="-228600">
              <a:lnSpc>
                <a:spcPct val="100000"/>
              </a:lnSpc>
              <a:spcBef>
                <a:spcPts val="960"/>
              </a:spcBef>
              <a:buFont typeface="Courier New"/>
              <a:buChar char="o"/>
              <a:tabLst>
                <a:tab pos="1270000" algn="l"/>
              </a:tabLst>
            </a:pPr>
            <a:r>
              <a:rPr lang="en-US" sz="1200" dirty="0">
                <a:latin typeface="Times New Roman" panose="02020603050405020304" pitchFamily="18" charset="0"/>
                <a:cs typeface="Times New Roman" panose="02020603050405020304" pitchFamily="18" charset="0"/>
              </a:rPr>
              <a:t>Communicate case updates to clients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270000" lvl="3" indent="-228600">
              <a:spcBef>
                <a:spcPts val="960"/>
              </a:spcBef>
              <a:buFont typeface="Courier New"/>
              <a:buChar char="o"/>
              <a:tabLst>
                <a:tab pos="1270000" algn="l"/>
              </a:tabLst>
            </a:pPr>
            <a:r>
              <a:rPr lang="en-US" sz="1200" dirty="0">
                <a:latin typeface="Times New Roman" panose="02020603050405020304" pitchFamily="18" charset="0"/>
                <a:cs typeface="Times New Roman" panose="02020603050405020304" pitchFamily="18" charset="0"/>
              </a:rPr>
              <a:t>Add notes and maintain case history.</a:t>
            </a:r>
          </a:p>
          <a:p>
            <a:pPr lvl="3">
              <a:lnSpc>
                <a:spcPct val="100000"/>
              </a:lnSpc>
              <a:spcBef>
                <a:spcPts val="480"/>
              </a:spcBef>
            </a:pPr>
            <a:endParaRPr lang="en-US" sz="1200" dirty="0">
              <a:latin typeface="Times New Roman" panose="02020603050405020304" pitchFamily="18" charset="0"/>
              <a:cs typeface="Times New Roman" panose="02020603050405020304" pitchFamily="18" charset="0"/>
            </a:endParaRPr>
          </a:p>
          <a:p>
            <a:pPr lvl="3">
              <a:lnSpc>
                <a:spcPct val="100000"/>
              </a:lnSpc>
              <a:spcBef>
                <a:spcPts val="480"/>
              </a:spcBef>
            </a:pPr>
            <a:endParaRPr lang="en-US" sz="1200" dirty="0">
              <a:latin typeface="Times New Roman" panose="02020603050405020304" pitchFamily="18" charset="0"/>
              <a:cs typeface="Times New Roman" panose="02020603050405020304" pitchFamily="18" charset="0"/>
            </a:endParaRPr>
          </a:p>
          <a:p>
            <a:pPr lvl="3">
              <a:lnSpc>
                <a:spcPct val="100000"/>
              </a:lnSpc>
              <a:spcBef>
                <a:spcPts val="480"/>
              </a:spcBef>
            </a:pPr>
            <a:endParaRPr lang="en-US" sz="1200" dirty="0">
              <a:latin typeface="Times New Roman"/>
              <a:cs typeface="Times New Roman"/>
            </a:endParaRPr>
          </a:p>
          <a:p>
            <a:pPr lvl="3">
              <a:lnSpc>
                <a:spcPct val="100000"/>
              </a:lnSpc>
              <a:spcBef>
                <a:spcPts val="480"/>
              </a:spcBef>
            </a:pPr>
            <a:endParaRPr lang="en-US" sz="1200" dirty="0">
              <a:latin typeface="Times New Roman"/>
              <a:cs typeface="Times New Roman"/>
            </a:endParaRPr>
          </a:p>
          <a:p>
            <a:pPr lvl="3">
              <a:lnSpc>
                <a:spcPct val="100000"/>
              </a:lnSpc>
              <a:spcBef>
                <a:spcPts val="480"/>
              </a:spcBef>
            </a:pPr>
            <a:endParaRPr lang="en-US" sz="1200" dirty="0">
              <a:latin typeface="Times New Roman" panose="02020603050405020304" pitchFamily="18" charset="0"/>
              <a:cs typeface="Times New Roman" panose="02020603050405020304" pitchFamily="18" charset="0"/>
            </a:endParaRPr>
          </a:p>
          <a:p>
            <a:pPr marL="241300" lvl="1" indent="-228600">
              <a:lnSpc>
                <a:spcPct val="100000"/>
              </a:lnSpc>
              <a:buAutoNum type="arabicPeriod" startAt="3"/>
              <a:tabLst>
                <a:tab pos="241300" algn="l"/>
              </a:tabLst>
            </a:pPr>
            <a:r>
              <a:rPr lang="en-IN" sz="1200" b="1" dirty="0">
                <a:latin typeface="Times New Roman" panose="02020603050405020304" pitchFamily="18" charset="0"/>
                <a:cs typeface="Times New Roman" panose="02020603050405020304" pitchFamily="18" charset="0"/>
              </a:rPr>
              <a:t>Staff Objectives</a:t>
            </a:r>
            <a:endParaRPr sz="1200" b="1" dirty="0">
              <a:latin typeface="Times New Roman" panose="02020603050405020304" pitchFamily="18" charset="0"/>
              <a:cs typeface="Times New Roman" panose="02020603050405020304" pitchFamily="18" charset="0"/>
            </a:endParaRPr>
          </a:p>
          <a:p>
            <a:pPr marL="12700">
              <a:lnSpc>
                <a:spcPct val="100000"/>
              </a:lnSpc>
              <a:spcBef>
                <a:spcPts val="865"/>
              </a:spcBef>
            </a:pPr>
            <a:r>
              <a:rPr lang="en-US" sz="1200" dirty="0">
                <a:latin typeface="Times New Roman" panose="02020603050405020304" pitchFamily="18" charset="0"/>
                <a:cs typeface="Times New Roman" panose="02020603050405020304" pitchFamily="18" charset="0"/>
              </a:rPr>
              <a:t>Staff assist lawyers and admins in maintaining records and managing daily operations.</a:t>
            </a:r>
            <a:endParaRPr sz="1200" dirty="0">
              <a:latin typeface="Times New Roman" panose="02020603050405020304" pitchFamily="18" charset="0"/>
              <a:cs typeface="Times New Roman" panose="02020603050405020304" pitchFamily="18" charset="0"/>
            </a:endParaRPr>
          </a:p>
          <a:p>
            <a:pPr marL="698500" lvl="2" indent="-229235">
              <a:spcBef>
                <a:spcPts val="919"/>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Operational Support</a:t>
            </a:r>
            <a:endParaRPr sz="1200" dirty="0">
              <a:latin typeface="Times New Roman" panose="02020603050405020304" pitchFamily="18" charset="0"/>
              <a:cs typeface="Times New Roman" panose="02020603050405020304" pitchFamily="18" charset="0"/>
            </a:endParaRPr>
          </a:p>
          <a:p>
            <a:pPr marL="1328420" lvl="3" indent="-228600">
              <a:lnSpc>
                <a:spcPct val="100000"/>
              </a:lnSpc>
              <a:spcBef>
                <a:spcPts val="960"/>
              </a:spcBef>
              <a:buFont typeface="Courier New"/>
              <a:buChar char="o"/>
              <a:tabLst>
                <a:tab pos="1328420" algn="l"/>
              </a:tabLst>
            </a:pPr>
            <a:r>
              <a:rPr lang="en-US" sz="1200" dirty="0">
                <a:latin typeface="Times New Roman" panose="02020603050405020304" pitchFamily="18" charset="0"/>
                <a:cs typeface="Times New Roman" panose="02020603050405020304" pitchFamily="18" charset="0"/>
              </a:rPr>
              <a:t>Assist in case data entry and updates</a:t>
            </a:r>
            <a:r>
              <a:rPr sz="1200" spc="-10" dirty="0">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a:p>
            <a:pPr marL="1328420" marR="6350" lvl="3" indent="-228600">
              <a:lnSpc>
                <a:spcPct val="111100"/>
              </a:lnSpc>
              <a:spcBef>
                <a:spcPts val="800"/>
              </a:spcBef>
              <a:buFont typeface="Courier New"/>
              <a:buChar char="o"/>
              <a:tabLst>
                <a:tab pos="1328420" algn="l"/>
              </a:tabLst>
            </a:pPr>
            <a:r>
              <a:rPr lang="en-US" sz="1200" dirty="0">
                <a:latin typeface="Times New Roman" panose="02020603050405020304" pitchFamily="18" charset="0"/>
                <a:cs typeface="Times New Roman" panose="02020603050405020304" pitchFamily="18" charset="0"/>
              </a:rPr>
              <a:t>Manage hearing schedules and reminders</a:t>
            </a:r>
            <a:r>
              <a:rPr sz="1200" spc="-10" dirty="0">
                <a:latin typeface="Times New Roman" panose="02020603050405020304" pitchFamily="18" charset="0"/>
                <a:cs typeface="Times New Roman" panose="02020603050405020304" pitchFamily="18" charset="0"/>
              </a:rPr>
              <a:t>.</a:t>
            </a:r>
            <a:endParaRPr lang="en-US" sz="1200" spc="-10" dirty="0">
              <a:latin typeface="Times New Roman" panose="02020603050405020304" pitchFamily="18" charset="0"/>
              <a:cs typeface="Times New Roman" panose="02020603050405020304" pitchFamily="18" charset="0"/>
            </a:endParaRPr>
          </a:p>
          <a:p>
            <a:pPr marL="1328420" marR="6350" lvl="3" indent="-228600">
              <a:lnSpc>
                <a:spcPct val="111100"/>
              </a:lnSpc>
              <a:spcBef>
                <a:spcPts val="800"/>
              </a:spcBef>
              <a:buFont typeface="Courier New"/>
              <a:buChar char="o"/>
              <a:tabLst>
                <a:tab pos="1328420" algn="l"/>
              </a:tabLst>
            </a:pPr>
            <a:r>
              <a:rPr lang="en-IN" sz="1200" dirty="0">
                <a:latin typeface="Times New Roman" panose="02020603050405020304" pitchFamily="18" charset="0"/>
                <a:cs typeface="Times New Roman" panose="02020603050405020304" pitchFamily="18" charset="0"/>
              </a:rPr>
              <a:t>Maintain documentation and records.</a:t>
            </a:r>
            <a:endParaRPr lang="en-US" sz="1200" dirty="0">
              <a:latin typeface="Times New Roman" panose="02020603050405020304" pitchFamily="18" charset="0"/>
              <a:cs typeface="Times New Roman" panose="02020603050405020304" pitchFamily="18" charset="0"/>
            </a:endParaRPr>
          </a:p>
          <a:p>
            <a:pPr marL="698500" lvl="2" indent="-229235">
              <a:spcBef>
                <a:spcPts val="919"/>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Coordination</a:t>
            </a:r>
            <a:endParaRPr lang="en-US" sz="1200" b="1" dirty="0">
              <a:latin typeface="Times New Roman" panose="02020603050405020304" pitchFamily="18" charset="0"/>
              <a:cs typeface="Times New Roman" panose="02020603050405020304" pitchFamily="18" charset="0"/>
            </a:endParaRPr>
          </a:p>
          <a:p>
            <a:pPr marL="1328420" lvl="3" indent="-228600">
              <a:lnSpc>
                <a:spcPct val="100000"/>
              </a:lnSpc>
              <a:spcBef>
                <a:spcPts val="960"/>
              </a:spcBef>
              <a:buFont typeface="Courier New"/>
              <a:buChar char="o"/>
              <a:tabLst>
                <a:tab pos="1328420" algn="l"/>
              </a:tabLst>
            </a:pPr>
            <a:r>
              <a:rPr lang="en-US" sz="1200" dirty="0">
                <a:latin typeface="Times New Roman" panose="02020603050405020304" pitchFamily="18" charset="0"/>
                <a:cs typeface="Times New Roman" panose="02020603050405020304" pitchFamily="18" charset="0"/>
              </a:rPr>
              <a:t>Coordinate between lawyers and clients</a:t>
            </a:r>
            <a:r>
              <a:rPr lang="en-US" sz="1200" spc="-1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1328420" marR="6350" lvl="3" indent="-228600">
              <a:lnSpc>
                <a:spcPct val="111100"/>
              </a:lnSpc>
              <a:spcBef>
                <a:spcPts val="800"/>
              </a:spcBef>
              <a:buFont typeface="Courier New"/>
              <a:buChar char="o"/>
              <a:tabLst>
                <a:tab pos="1328420" algn="l"/>
              </a:tabLst>
            </a:pPr>
            <a:r>
              <a:rPr lang="en-US" sz="1200" dirty="0">
                <a:latin typeface="Times New Roman" panose="02020603050405020304" pitchFamily="18" charset="0"/>
                <a:cs typeface="Times New Roman" panose="02020603050405020304" pitchFamily="18" charset="0"/>
              </a:rPr>
              <a:t>Ensure timely updates of case activities</a:t>
            </a:r>
            <a:r>
              <a:rPr lang="en-US" sz="1200" spc="-1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2" name="object 12"/>
          <p:cNvSpPr txBox="1">
            <a:spLocks noGrp="1"/>
          </p:cNvSpPr>
          <p:nvPr>
            <p:ph type="sldNum" sz="quarter" idx="7"/>
          </p:nvPr>
        </p:nvSpPr>
        <p:spPr>
          <a:xfrm>
            <a:off x="6629400" y="9677400"/>
            <a:ext cx="721995" cy="180340"/>
          </a:xfrm>
          <a:prstGeom prst="rect">
            <a:avLst/>
          </a:prstGeom>
        </p:spPr>
        <p:txBody>
          <a:bodyPr vert="horz" wrap="square" lIns="0" tIns="0" rIns="0" bIns="0" rtlCol="0">
            <a:spAutoFit/>
          </a:bodyPr>
          <a:lstStyle/>
          <a:p>
            <a:pPr marL="152400">
              <a:lnSpc>
                <a:spcPts val="1300"/>
              </a:lnSpc>
            </a:pPr>
            <a:fld id="{81D60167-4931-47E6-BA6A-407CBD079E47}" type="slidenum">
              <a:rPr dirty="0">
                <a:solidFill>
                  <a:srgbClr val="000000"/>
                </a:solidFill>
              </a:rPr>
              <a:t>9</a:t>
            </a:fld>
            <a:r>
              <a:rPr spc="10" dirty="0">
                <a:solidFill>
                  <a:srgbClr val="000000"/>
                </a:solidFill>
              </a:rPr>
              <a:t> </a:t>
            </a:r>
            <a:r>
              <a:rPr dirty="0">
                <a:solidFill>
                  <a:srgbClr val="000000"/>
                </a:solidFill>
              </a:rPr>
              <a:t>| </a:t>
            </a:r>
            <a:r>
              <a:rPr dirty="0"/>
              <a:t>P</a:t>
            </a:r>
            <a:r>
              <a:rPr spc="25" dirty="0"/>
              <a:t> </a:t>
            </a:r>
            <a:r>
              <a:rPr dirty="0"/>
              <a:t>a</a:t>
            </a:r>
            <a:r>
              <a:rPr spc="10" dirty="0"/>
              <a:t> </a:t>
            </a:r>
            <a:r>
              <a:rPr dirty="0"/>
              <a:t>g</a:t>
            </a:r>
            <a:r>
              <a:rPr spc="30" dirty="0"/>
              <a:t> </a:t>
            </a:r>
            <a:r>
              <a:rPr spc="-50" dirty="0"/>
              <a: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object 22"/>
          <p:cNvSpPr txBox="1"/>
          <p:nvPr/>
        </p:nvSpPr>
        <p:spPr>
          <a:xfrm>
            <a:off x="902017" y="434340"/>
            <a:ext cx="5970270" cy="6081152"/>
          </a:xfrm>
          <a:prstGeom prst="rect">
            <a:avLst/>
          </a:prstGeom>
        </p:spPr>
        <p:txBody>
          <a:bodyPr vert="horz" wrap="square" lIns="0" tIns="12700" rIns="0" bIns="0" rtlCol="0">
            <a:spAutoFit/>
          </a:bodyPr>
          <a:lstStyle/>
          <a:p>
            <a:pPr marL="3653790">
              <a:lnSpc>
                <a:spcPct val="100000"/>
              </a:lnSpc>
              <a:spcBef>
                <a:spcPts val="100"/>
              </a:spcBef>
            </a:pPr>
            <a:r>
              <a:rPr lang="en-US" sz="1200" b="1" spc="-10" dirty="0">
                <a:latin typeface="Times New Roman" panose="02020603050405020304" pitchFamily="18" charset="0"/>
                <a:cs typeface="Times New Roman" panose="02020603050405020304" pitchFamily="18" charset="0"/>
              </a:rPr>
              <a:t>Legal Case Management</a:t>
            </a:r>
            <a:r>
              <a:rPr sz="1200" b="1" spc="-35"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System</a:t>
            </a:r>
            <a:endParaRPr sz="1200" dirty="0">
              <a:latin typeface="Times New Roman" panose="02020603050405020304" pitchFamily="18" charset="0"/>
              <a:cs typeface="Times New Roman" panose="02020603050405020304" pitchFamily="18" charset="0"/>
            </a:endParaRPr>
          </a:p>
          <a:p>
            <a:pPr>
              <a:lnSpc>
                <a:spcPct val="100000"/>
              </a:lnSpc>
              <a:spcBef>
                <a:spcPts val="480"/>
              </a:spcBef>
            </a:pPr>
            <a:endParaRPr sz="1200" dirty="0">
              <a:latin typeface="Times New Roman" panose="02020603050405020304" pitchFamily="18" charset="0"/>
              <a:cs typeface="Times New Roman" panose="02020603050405020304" pitchFamily="18" charset="0"/>
            </a:endParaRPr>
          </a:p>
          <a:p>
            <a:pPr marL="12700">
              <a:lnSpc>
                <a:spcPct val="100000"/>
              </a:lnSpc>
              <a:tabLst>
                <a:tab pos="161925" algn="l"/>
              </a:tabLst>
            </a:pPr>
            <a:r>
              <a:rPr lang="en-IN" sz="1200" b="1" dirty="0">
                <a:latin typeface="Times New Roman" panose="02020603050405020304" pitchFamily="18" charset="0"/>
                <a:cs typeface="Times New Roman" panose="02020603050405020304" pitchFamily="18" charset="0"/>
              </a:rPr>
              <a:t>4. Client Objectives</a:t>
            </a:r>
          </a:p>
          <a:p>
            <a:pPr marL="161925" indent="-149225">
              <a:lnSpc>
                <a:spcPct val="100000"/>
              </a:lnSpc>
              <a:buAutoNum type="arabicPeriod" startAt="2"/>
              <a:tabLst>
                <a:tab pos="161925" algn="l"/>
              </a:tabLst>
            </a:pPr>
            <a:endParaRPr lang="en-US" sz="1200" b="1" dirty="0">
              <a:latin typeface="Times New Roman" panose="02020603050405020304" pitchFamily="18" charset="0"/>
              <a:cs typeface="Times New Roman" panose="02020603050405020304" pitchFamily="18" charset="0"/>
            </a:endParaRPr>
          </a:p>
          <a:p>
            <a:pPr marL="12700">
              <a:lnSpc>
                <a:spcPct val="100000"/>
              </a:lnSpc>
              <a:tabLst>
                <a:tab pos="161925" algn="l"/>
              </a:tabLst>
            </a:pPr>
            <a:r>
              <a:rPr lang="en-US" sz="1200" dirty="0">
                <a:latin typeface="Times New Roman" panose="02020603050405020304" pitchFamily="18" charset="0"/>
                <a:cs typeface="Times New Roman" panose="02020603050405020304" pitchFamily="18" charset="0"/>
              </a:rPr>
              <a:t>Clients can track their legal cases and stay informed about progress.</a:t>
            </a:r>
            <a:endParaRPr sz="1200" dirty="0">
              <a:latin typeface="Times New Roman" panose="02020603050405020304" pitchFamily="18" charset="0"/>
              <a:cs typeface="Times New Roman" panose="02020603050405020304" pitchFamily="18" charset="0"/>
            </a:endParaRPr>
          </a:p>
          <a:p>
            <a:pPr marL="698500" lvl="2" indent="-229235">
              <a:lnSpc>
                <a:spcPct val="100000"/>
              </a:lnSpc>
              <a:spcBef>
                <a:spcPts val="9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Case Tracking</a:t>
            </a:r>
            <a:endParaRPr lang="en-US" sz="1200" b="1" dirty="0">
              <a:latin typeface="Times New Roman" panose="02020603050405020304" pitchFamily="18" charset="0"/>
              <a:cs typeface="Times New Roman" panose="02020603050405020304" pitchFamily="18" charset="0"/>
            </a:endParaRP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View case details and current status.</a:t>
            </a: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Track hearing dates and updates</a:t>
            </a:r>
            <a:r>
              <a:rPr lang="en-US" sz="1200" spc="-10" dirty="0">
                <a:latin typeface="Times New Roman" panose="02020603050405020304" pitchFamily="18" charset="0"/>
                <a:cs typeface="Times New Roman" panose="02020603050405020304" pitchFamily="18" charset="0"/>
              </a:rPr>
              <a:t>.</a:t>
            </a:r>
          </a:p>
          <a:p>
            <a:pPr marL="698500" lvl="2" indent="-229235">
              <a:lnSpc>
                <a:spcPct val="100000"/>
              </a:lnSpc>
              <a:spcBef>
                <a:spcPts val="9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Document Access</a:t>
            </a:r>
            <a:endParaRPr lang="en-US" sz="1200" b="1" dirty="0">
              <a:latin typeface="Times New Roman" panose="02020603050405020304" pitchFamily="18" charset="0"/>
              <a:cs typeface="Times New Roman" panose="02020603050405020304" pitchFamily="18" charset="0"/>
            </a:endParaRPr>
          </a:p>
          <a:p>
            <a:pPr marL="1155700" lvl="3" indent="-228600">
              <a:lnSpc>
                <a:spcPct val="100000"/>
              </a:lnSpc>
              <a:spcBef>
                <a:spcPts val="960"/>
              </a:spcBef>
              <a:buFont typeface="Courier New"/>
              <a:buChar char="o"/>
              <a:tabLst>
                <a:tab pos="1155700" algn="l"/>
              </a:tabLst>
            </a:pPr>
            <a:r>
              <a:rPr lang="en-IN" sz="1200" dirty="0">
                <a:latin typeface="Times New Roman" panose="02020603050405020304" pitchFamily="18" charset="0"/>
                <a:cs typeface="Times New Roman" panose="02020603050405020304" pitchFamily="18" charset="0"/>
              </a:rPr>
              <a:t>Access uploaded legal documents</a:t>
            </a:r>
            <a:r>
              <a:rPr lang="en-US" sz="1200" dirty="0">
                <a:latin typeface="Times New Roman" panose="02020603050405020304" pitchFamily="18" charset="0"/>
                <a:cs typeface="Times New Roman" panose="02020603050405020304" pitchFamily="18" charset="0"/>
              </a:rPr>
              <a:t>.</a:t>
            </a:r>
          </a:p>
          <a:p>
            <a:pPr marL="1155700" lvl="3" indent="-228600">
              <a:lnSpc>
                <a:spcPct val="100000"/>
              </a:lnSpc>
              <a:spcBef>
                <a:spcPts val="960"/>
              </a:spcBef>
              <a:buFont typeface="Courier New"/>
              <a:buChar char="o"/>
              <a:tabLst>
                <a:tab pos="1155700" algn="l"/>
              </a:tabLst>
            </a:pPr>
            <a:r>
              <a:rPr lang="en-IN" sz="1200" dirty="0">
                <a:latin typeface="Times New Roman" panose="02020603050405020304" pitchFamily="18" charset="0"/>
                <a:cs typeface="Times New Roman" panose="02020603050405020304" pitchFamily="18" charset="0"/>
              </a:rPr>
              <a:t>Download important case files</a:t>
            </a:r>
            <a:r>
              <a:rPr lang="en-US" sz="1200" dirty="0">
                <a:latin typeface="Times New Roman" panose="02020603050405020304" pitchFamily="18" charset="0"/>
                <a:cs typeface="Times New Roman" panose="02020603050405020304" pitchFamily="18" charset="0"/>
              </a:rPr>
              <a:t>.</a:t>
            </a:r>
          </a:p>
          <a:p>
            <a:pPr marL="698500" lvl="2" indent="-229235">
              <a:spcBef>
                <a:spcPts val="940"/>
              </a:spcBef>
              <a:buFont typeface="Symbol"/>
              <a:buChar char=""/>
              <a:tabLst>
                <a:tab pos="698500" algn="l"/>
              </a:tabLst>
            </a:pPr>
            <a:r>
              <a:rPr lang="en-IN" sz="1200" b="1" dirty="0">
                <a:latin typeface="Times New Roman" panose="02020603050405020304" pitchFamily="18" charset="0"/>
                <a:cs typeface="Times New Roman" panose="02020603050405020304" pitchFamily="18" charset="0"/>
              </a:rPr>
              <a:t>Communication</a:t>
            </a:r>
            <a:endParaRPr lang="en-US" sz="1200" b="1" dirty="0">
              <a:latin typeface="Times New Roman" panose="02020603050405020304" pitchFamily="18" charset="0"/>
              <a:cs typeface="Times New Roman" panose="02020603050405020304" pitchFamily="18" charset="0"/>
            </a:endParaRP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Receive updates and notifications about their cases.</a:t>
            </a:r>
          </a:p>
          <a:p>
            <a:pPr marL="1155700" lvl="3" indent="-228600">
              <a:lnSpc>
                <a:spcPct val="100000"/>
              </a:lnSpc>
              <a:spcBef>
                <a:spcPts val="960"/>
              </a:spcBef>
              <a:buFont typeface="Courier New"/>
              <a:buChar char="o"/>
              <a:tabLst>
                <a:tab pos="1155700" algn="l"/>
              </a:tabLst>
            </a:pPr>
            <a:r>
              <a:rPr lang="en-US" sz="1200" dirty="0">
                <a:latin typeface="Times New Roman" panose="02020603050405020304" pitchFamily="18" charset="0"/>
                <a:cs typeface="Times New Roman" panose="02020603050405020304" pitchFamily="18" charset="0"/>
              </a:rPr>
              <a:t>Stay informed about progress and outcomes</a:t>
            </a:r>
            <a:r>
              <a:rPr lang="en-IN" sz="120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a:lnSpc>
                <a:spcPct val="100000"/>
              </a:lnSpc>
              <a:spcBef>
                <a:spcPts val="484"/>
              </a:spcBef>
            </a:pPr>
            <a:endParaRPr sz="1200" dirty="0">
              <a:latin typeface="Times New Roman" panose="02020603050405020304" pitchFamily="18" charset="0"/>
              <a:cs typeface="Times New Roman" panose="02020603050405020304" pitchFamily="18" charset="0"/>
            </a:endParaRPr>
          </a:p>
          <a:p>
            <a:pPr marL="12700">
              <a:lnSpc>
                <a:spcPct val="100000"/>
              </a:lnSpc>
              <a:tabLst>
                <a:tab pos="165100" algn="l"/>
              </a:tabLst>
            </a:pPr>
            <a:r>
              <a:rPr lang="en-IN" sz="1200" b="1" dirty="0">
                <a:latin typeface="Times New Roman" panose="02020603050405020304" pitchFamily="18" charset="0"/>
                <a:cs typeface="Times New Roman" panose="02020603050405020304" pitchFamily="18" charset="0"/>
              </a:rPr>
              <a:t>5. System-Wide Objectives</a:t>
            </a:r>
            <a:endParaRPr sz="1200" b="1" dirty="0">
              <a:latin typeface="Times New Roman" panose="02020603050405020304" pitchFamily="18" charset="0"/>
              <a:cs typeface="Times New Roman" panose="02020603050405020304" pitchFamily="18" charset="0"/>
            </a:endParaRPr>
          </a:p>
          <a:p>
            <a:pPr marL="469265" lvl="1" indent="-227965">
              <a:lnSpc>
                <a:spcPct val="100000"/>
              </a:lnSpc>
              <a:spcBef>
                <a:spcPts val="940"/>
              </a:spcBef>
              <a:buFont typeface="Symbol"/>
              <a:buChar char=""/>
              <a:tabLst>
                <a:tab pos="469265" algn="l"/>
              </a:tabLst>
            </a:pPr>
            <a:r>
              <a:rPr lang="en-IN" sz="1200" dirty="0">
                <a:latin typeface="Times New Roman" panose="02020603050405020304" pitchFamily="18" charset="0"/>
                <a:cs typeface="Times New Roman" panose="02020603050405020304" pitchFamily="18" charset="0"/>
              </a:rPr>
              <a:t>Ensure efficient case lifecycle management</a:t>
            </a:r>
            <a:r>
              <a:rPr lang="en-US" sz="1200" b="1" spc="-10" dirty="0">
                <a:latin typeface="Times New Roman" panose="02020603050405020304" pitchFamily="18" charset="0"/>
                <a:cs typeface="Times New Roman" panose="02020603050405020304" pitchFamily="18" charset="0"/>
              </a:rPr>
              <a:t>.</a:t>
            </a:r>
          </a:p>
          <a:p>
            <a:pPr marL="469265" lvl="1" indent="-227965">
              <a:lnSpc>
                <a:spcPct val="100000"/>
              </a:lnSpc>
              <a:spcBef>
                <a:spcPts val="940"/>
              </a:spcBef>
              <a:buFont typeface="Symbol"/>
              <a:buChar char=""/>
              <a:tabLst>
                <a:tab pos="469265" algn="l"/>
              </a:tabLst>
            </a:pPr>
            <a:r>
              <a:rPr lang="en-US" sz="1200" dirty="0">
                <a:latin typeface="Times New Roman" panose="02020603050405020304" pitchFamily="18" charset="0"/>
                <a:cs typeface="Times New Roman" panose="02020603050405020304" pitchFamily="18" charset="0"/>
              </a:rPr>
              <a:t>Provide real-time updates and notifications.</a:t>
            </a:r>
          </a:p>
          <a:p>
            <a:pPr marL="469265" lvl="1" indent="-227965">
              <a:lnSpc>
                <a:spcPct val="100000"/>
              </a:lnSpc>
              <a:spcBef>
                <a:spcPts val="940"/>
              </a:spcBef>
              <a:buFont typeface="Symbol"/>
              <a:buChar char=""/>
              <a:tabLst>
                <a:tab pos="469265" algn="l"/>
              </a:tabLst>
            </a:pPr>
            <a:r>
              <a:rPr lang="en-IN" sz="1200" dirty="0">
                <a:latin typeface="Times New Roman" panose="02020603050405020304" pitchFamily="18" charset="0"/>
                <a:cs typeface="Times New Roman" panose="02020603050405020304" pitchFamily="18" charset="0"/>
              </a:rPr>
              <a:t>Maintain accurate logs and audit trails.</a:t>
            </a:r>
          </a:p>
          <a:p>
            <a:pPr marL="469265" lvl="1" indent="-227965">
              <a:spcBef>
                <a:spcPts val="940"/>
              </a:spcBef>
              <a:buFont typeface="Symbol"/>
              <a:buChar char=""/>
              <a:tabLst>
                <a:tab pos="469265" algn="l"/>
              </a:tabLst>
            </a:pPr>
            <a:r>
              <a:rPr lang="en-US" sz="1200" dirty="0">
                <a:latin typeface="Times New Roman" panose="02020603050405020304" pitchFamily="18" charset="0"/>
                <a:cs typeface="Times New Roman" panose="02020603050405020304" pitchFamily="18" charset="0"/>
              </a:rPr>
              <a:t>Improve transparency and accountability in legal processes.</a:t>
            </a:r>
          </a:p>
          <a:p>
            <a:pPr marL="12700">
              <a:lnSpc>
                <a:spcPct val="100000"/>
              </a:lnSpc>
              <a:tabLst>
                <a:tab pos="165100" algn="l"/>
              </a:tabLst>
            </a:pPr>
            <a:endParaRPr lang="en-US" sz="1200" b="1" dirty="0">
              <a:latin typeface="Times New Roman" panose="02020603050405020304" pitchFamily="18" charset="0"/>
              <a:cs typeface="Times New Roman" panose="02020603050405020304" pitchFamily="18" charset="0"/>
            </a:endParaRPr>
          </a:p>
          <a:p>
            <a:pPr marL="12700">
              <a:lnSpc>
                <a:spcPct val="100000"/>
              </a:lnSpc>
              <a:tabLst>
                <a:tab pos="165100" algn="l"/>
              </a:tabLst>
            </a:pPr>
            <a:r>
              <a:rPr lang="en-US" sz="1200" b="1" dirty="0">
                <a:latin typeface="Times New Roman" panose="02020603050405020304" pitchFamily="18" charset="0"/>
                <a:cs typeface="Times New Roman" panose="02020603050405020304" pitchFamily="18" charset="0"/>
              </a:rPr>
              <a:t>6. </a:t>
            </a:r>
            <a:r>
              <a:rPr sz="1200" b="1" dirty="0">
                <a:latin typeface="Times New Roman" panose="02020603050405020304" pitchFamily="18" charset="0"/>
                <a:cs typeface="Times New Roman" panose="02020603050405020304" pitchFamily="18" charset="0"/>
              </a:rPr>
              <a:t>Security</a:t>
            </a:r>
            <a:r>
              <a:rPr sz="1200" b="1" spc="-25" dirty="0">
                <a:latin typeface="Times New Roman" panose="02020603050405020304" pitchFamily="18" charset="0"/>
                <a:cs typeface="Times New Roman" panose="02020603050405020304" pitchFamily="18" charset="0"/>
              </a:rPr>
              <a:t> </a:t>
            </a:r>
            <a:r>
              <a:rPr sz="1200" b="1" dirty="0">
                <a:latin typeface="Times New Roman" panose="02020603050405020304" pitchFamily="18" charset="0"/>
                <a:cs typeface="Times New Roman" panose="02020603050405020304" pitchFamily="18" charset="0"/>
              </a:rPr>
              <a:t>&amp;</a:t>
            </a:r>
            <a:r>
              <a:rPr sz="1200" b="1" spc="-20" dirty="0">
                <a:latin typeface="Times New Roman" panose="02020603050405020304" pitchFamily="18" charset="0"/>
                <a:cs typeface="Times New Roman" panose="02020603050405020304" pitchFamily="18" charset="0"/>
              </a:rPr>
              <a:t> </a:t>
            </a:r>
            <a:r>
              <a:rPr sz="1200" b="1" spc="-10" dirty="0">
                <a:latin typeface="Times New Roman" panose="02020603050405020304" pitchFamily="18" charset="0"/>
                <a:cs typeface="Times New Roman" panose="02020603050405020304" pitchFamily="18" charset="0"/>
              </a:rPr>
              <a:t>Compliance</a:t>
            </a:r>
            <a:endParaRPr sz="1200" dirty="0">
              <a:latin typeface="Times New Roman" panose="02020603050405020304" pitchFamily="18" charset="0"/>
              <a:cs typeface="Times New Roman" panose="02020603050405020304" pitchFamily="18" charset="0"/>
            </a:endParaRPr>
          </a:p>
          <a:p>
            <a:pPr marL="469265" lvl="1" indent="-227965">
              <a:lnSpc>
                <a:spcPct val="100000"/>
              </a:lnSpc>
              <a:spcBef>
                <a:spcPts val="925"/>
              </a:spcBef>
              <a:buFont typeface="Symbol"/>
              <a:buChar char=""/>
              <a:tabLst>
                <a:tab pos="469265" algn="l"/>
              </a:tabLst>
            </a:pPr>
            <a:r>
              <a:rPr sz="1200" spc="-10" dirty="0">
                <a:latin typeface="Times New Roman" panose="02020603050405020304" pitchFamily="18" charset="0"/>
                <a:cs typeface="Times New Roman" panose="02020603050405020304" pitchFamily="18" charset="0"/>
              </a:rPr>
              <a:t>Role-</a:t>
            </a:r>
            <a:r>
              <a:rPr sz="1200" dirty="0">
                <a:latin typeface="Times New Roman" panose="02020603050405020304" pitchFamily="18" charset="0"/>
                <a:cs typeface="Times New Roman" panose="02020603050405020304" pitchFamily="18" charset="0"/>
              </a:rPr>
              <a:t>based</a:t>
            </a:r>
            <a:r>
              <a:rPr sz="1200" spc="-25"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access</a:t>
            </a:r>
            <a:r>
              <a:rPr sz="1200" spc="-20"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control</a:t>
            </a:r>
            <a:r>
              <a:rPr sz="1200" spc="-10" dirty="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(RBAC) restricts</a:t>
            </a:r>
            <a:r>
              <a:rPr sz="1200" spc="-25" dirty="0">
                <a:latin typeface="Times New Roman" panose="02020603050405020304" pitchFamily="18" charset="0"/>
                <a:cs typeface="Times New Roman" panose="02020603050405020304" pitchFamily="18" charset="0"/>
              </a:rPr>
              <a:t> </a:t>
            </a:r>
            <a:r>
              <a:rPr sz="1200" spc="-10" dirty="0">
                <a:latin typeface="Times New Roman" panose="02020603050405020304" pitchFamily="18" charset="0"/>
                <a:cs typeface="Times New Roman" panose="02020603050405020304" pitchFamily="18" charset="0"/>
              </a:rPr>
              <a:t>unauthorized</a:t>
            </a:r>
            <a:r>
              <a:rPr sz="1200" spc="-35" dirty="0">
                <a:latin typeface="Times New Roman" panose="02020603050405020304" pitchFamily="18" charset="0"/>
                <a:cs typeface="Times New Roman" panose="02020603050405020304" pitchFamily="18" charset="0"/>
              </a:rPr>
              <a:t> </a:t>
            </a:r>
            <a:r>
              <a:rPr sz="1200" spc="-10" dirty="0">
                <a:latin typeface="Times New Roman" panose="02020603050405020304" pitchFamily="18" charset="0"/>
                <a:cs typeface="Times New Roman" panose="02020603050405020304" pitchFamily="18" charset="0"/>
              </a:rPr>
              <a:t>access.</a:t>
            </a:r>
            <a:endParaRPr sz="1200" dirty="0">
              <a:latin typeface="Times New Roman" panose="02020603050405020304" pitchFamily="18" charset="0"/>
              <a:cs typeface="Times New Roman" panose="02020603050405020304" pitchFamily="18" charset="0"/>
            </a:endParaRPr>
          </a:p>
        </p:txBody>
      </p:sp>
      <p:sp>
        <p:nvSpPr>
          <p:cNvPr id="31" name="object 31"/>
          <p:cNvSpPr txBox="1"/>
          <p:nvPr/>
        </p:nvSpPr>
        <p:spPr>
          <a:xfrm>
            <a:off x="6781800" y="9677400"/>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10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197490"/>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Legal Case Management</a:t>
            </a:r>
            <a:r>
              <a:rPr sz="1200" b="1" spc="-35" dirty="0">
                <a:latin typeface="Times New Roman"/>
                <a:cs typeface="Times New Roman"/>
              </a:rPr>
              <a:t> </a:t>
            </a:r>
            <a:r>
              <a:rPr sz="1200" b="1" spc="-10" dirty="0">
                <a:latin typeface="Times New Roman"/>
                <a:cs typeface="Times New Roman"/>
              </a:rPr>
              <a:t>System</a:t>
            </a:r>
            <a:endParaRPr sz="1200" dirty="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1181481"/>
            <a:ext cx="5967730" cy="1636395"/>
          </a:xfrm>
          <a:prstGeom prst="rect">
            <a:avLst/>
          </a:prstGeom>
        </p:spPr>
        <p:txBody>
          <a:bodyPr vert="horz" wrap="square" lIns="0" tIns="12700" rIns="0" bIns="0" rtlCol="0">
            <a:spAutoFit/>
          </a:bodyPr>
          <a:lstStyle/>
          <a:p>
            <a:pPr marL="12700">
              <a:lnSpc>
                <a:spcPct val="100000"/>
              </a:lnSpc>
              <a:spcBef>
                <a:spcPts val="100"/>
              </a:spcBef>
            </a:pPr>
            <a:r>
              <a:rPr sz="1200" dirty="0" err="1">
                <a:latin typeface="Times New Roman"/>
                <a:cs typeface="Times New Roman"/>
              </a:rPr>
              <a:t>Tickety</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b="1" spc="-10" dirty="0">
                <a:latin typeface="Times New Roman"/>
                <a:cs typeface="Times New Roman"/>
              </a:rPr>
              <a:t>streamlined,</a:t>
            </a:r>
            <a:r>
              <a:rPr sz="1200" b="1" spc="-45" dirty="0">
                <a:latin typeface="Times New Roman"/>
                <a:cs typeface="Times New Roman"/>
              </a:rPr>
              <a:t> </a:t>
            </a:r>
            <a:r>
              <a:rPr sz="1200" b="1" spc="-10" dirty="0">
                <a:latin typeface="Times New Roman"/>
                <a:cs typeface="Times New Roman"/>
              </a:rPr>
              <a:t>role-</a:t>
            </a:r>
            <a:r>
              <a:rPr sz="1200" b="1" dirty="0">
                <a:latin typeface="Times New Roman"/>
                <a:cs typeface="Times New Roman"/>
              </a:rPr>
              <a:t>based</a:t>
            </a:r>
            <a:r>
              <a:rPr sz="1200" b="1" spc="-30" dirty="0">
                <a:latin typeface="Times New Roman"/>
                <a:cs typeface="Times New Roman"/>
              </a:rPr>
              <a:t> </a:t>
            </a:r>
            <a:r>
              <a:rPr sz="1200" b="1" dirty="0">
                <a:latin typeface="Times New Roman"/>
                <a:cs typeface="Times New Roman"/>
              </a:rPr>
              <a:t>workflow</a:t>
            </a:r>
            <a:r>
              <a:rPr sz="1200" b="1" spc="-25" dirty="0">
                <a:latin typeface="Times New Roman"/>
                <a:cs typeface="Times New Roman"/>
              </a:rPr>
              <a:t> </a:t>
            </a:r>
            <a:r>
              <a:rPr sz="1200" spc="-10" dirty="0">
                <a:latin typeface="Times New Roman"/>
                <a:cs typeface="Times New Roman"/>
              </a:rPr>
              <a:t>where:</a:t>
            </a:r>
            <a:endParaRPr sz="1200" dirty="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Admins</a:t>
            </a:r>
            <a:r>
              <a:rPr sz="1200" b="1" spc="-40" dirty="0">
                <a:latin typeface="Times New Roman"/>
                <a:cs typeface="Times New Roman"/>
              </a:rPr>
              <a:t> </a:t>
            </a:r>
            <a:r>
              <a:rPr sz="1200" dirty="0">
                <a:latin typeface="Times New Roman"/>
                <a:cs typeface="Times New Roman"/>
              </a:rPr>
              <a:t>manage</a:t>
            </a:r>
            <a:r>
              <a:rPr sz="1200" spc="-3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employees,</a:t>
            </a:r>
            <a:r>
              <a:rPr sz="1200" spc="-35" dirty="0">
                <a:latin typeface="Times New Roman"/>
                <a:cs typeface="Times New Roman"/>
              </a:rPr>
              <a:t> </a:t>
            </a:r>
            <a:r>
              <a:rPr sz="1200" dirty="0">
                <a:latin typeface="Times New Roman"/>
                <a:cs typeface="Times New Roman"/>
              </a:rPr>
              <a:t>tickets,</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spc="-10" dirty="0">
                <a:latin typeface="Times New Roman"/>
                <a:cs typeface="Times New Roman"/>
              </a:rPr>
              <a:t>operations.</a:t>
            </a:r>
            <a:endParaRPr sz="1200" dirty="0">
              <a:latin typeface="Times New Roman"/>
              <a:cs typeface="Times New Roman"/>
            </a:endParaRPr>
          </a:p>
          <a:p>
            <a:pPr marL="469265" indent="-227965">
              <a:lnSpc>
                <a:spcPct val="100000"/>
              </a:lnSpc>
              <a:spcBef>
                <a:spcPts val="1040"/>
              </a:spcBef>
              <a:buFont typeface="Symbol"/>
              <a:buChar char=""/>
              <a:tabLst>
                <a:tab pos="469265" algn="l"/>
              </a:tabLst>
            </a:pPr>
            <a:r>
              <a:rPr sz="1200" b="1" dirty="0">
                <a:latin typeface="Times New Roman"/>
                <a:cs typeface="Times New Roman"/>
              </a:rPr>
              <a:t>Users/Employees</a:t>
            </a:r>
            <a:r>
              <a:rPr sz="1200" b="1" spc="-40" dirty="0">
                <a:latin typeface="Times New Roman"/>
                <a:cs typeface="Times New Roman"/>
              </a:rPr>
              <a:t> </a:t>
            </a:r>
            <a:r>
              <a:rPr sz="1200" dirty="0">
                <a:latin typeface="Times New Roman"/>
                <a:cs typeface="Times New Roman"/>
              </a:rPr>
              <a:t>handle</a:t>
            </a:r>
            <a:r>
              <a:rPr sz="1200" spc="-60" dirty="0">
                <a:latin typeface="Times New Roman"/>
                <a:cs typeface="Times New Roman"/>
              </a:rPr>
              <a:t> </a:t>
            </a:r>
            <a:r>
              <a:rPr sz="1200" dirty="0">
                <a:latin typeface="Times New Roman"/>
                <a:cs typeface="Times New Roman"/>
              </a:rPr>
              <a:t>tickets,</a:t>
            </a:r>
            <a:r>
              <a:rPr sz="1200" spc="-40" dirty="0">
                <a:latin typeface="Times New Roman"/>
                <a:cs typeface="Times New Roman"/>
              </a:rPr>
              <a:t> </a:t>
            </a:r>
            <a:r>
              <a:rPr sz="1200" dirty="0">
                <a:latin typeface="Times New Roman"/>
                <a:cs typeface="Times New Roman"/>
              </a:rPr>
              <a:t>ensuring</a:t>
            </a:r>
            <a:r>
              <a:rPr sz="1200" spc="-65" dirty="0">
                <a:latin typeface="Times New Roman"/>
                <a:cs typeface="Times New Roman"/>
              </a:rPr>
              <a:t> </a:t>
            </a:r>
            <a:r>
              <a:rPr sz="1200" dirty="0">
                <a:latin typeface="Times New Roman"/>
                <a:cs typeface="Times New Roman"/>
              </a:rPr>
              <a:t>efficient</a:t>
            </a:r>
            <a:r>
              <a:rPr sz="1200" spc="-40" dirty="0">
                <a:latin typeface="Times New Roman"/>
                <a:cs typeface="Times New Roman"/>
              </a:rPr>
              <a:t> </a:t>
            </a:r>
            <a:r>
              <a:rPr sz="1200" spc="-10" dirty="0">
                <a:latin typeface="Times New Roman"/>
                <a:cs typeface="Times New Roman"/>
              </a:rPr>
              <a:t>resolution.</a:t>
            </a:r>
            <a:endParaRPr sz="1200" dirty="0">
              <a:latin typeface="Times New Roman"/>
              <a:cs typeface="Times New Roman"/>
            </a:endParaRPr>
          </a:p>
          <a:p>
            <a:pPr marL="469265" indent="-227965">
              <a:lnSpc>
                <a:spcPct val="100000"/>
              </a:lnSpc>
              <a:spcBef>
                <a:spcPts val="1040"/>
              </a:spcBef>
              <a:buFont typeface="Symbol"/>
              <a:buChar char=""/>
              <a:tabLst>
                <a:tab pos="469265" algn="l"/>
              </a:tabLst>
            </a:pPr>
            <a:r>
              <a:rPr sz="1200" b="1" dirty="0">
                <a:latin typeface="Times New Roman"/>
                <a:cs typeface="Times New Roman"/>
              </a:rPr>
              <a:t>Customers</a:t>
            </a:r>
            <a:r>
              <a:rPr sz="1200" b="1" spc="-35" dirty="0">
                <a:latin typeface="Times New Roman"/>
                <a:cs typeface="Times New Roman"/>
              </a:rPr>
              <a:t> </a:t>
            </a:r>
            <a:r>
              <a:rPr sz="1200" dirty="0">
                <a:latin typeface="Times New Roman"/>
                <a:cs typeface="Times New Roman"/>
              </a:rPr>
              <a:t>can</a:t>
            </a:r>
            <a:r>
              <a:rPr sz="1200" spc="-30" dirty="0">
                <a:latin typeface="Times New Roman"/>
                <a:cs typeface="Times New Roman"/>
              </a:rPr>
              <a:t> </a:t>
            </a:r>
            <a:r>
              <a:rPr sz="1200" dirty="0">
                <a:latin typeface="Times New Roman"/>
                <a:cs typeface="Times New Roman"/>
              </a:rPr>
              <a:t>only</a:t>
            </a:r>
            <a:r>
              <a:rPr sz="1200" spc="-25" dirty="0">
                <a:latin typeface="Times New Roman"/>
                <a:cs typeface="Times New Roman"/>
              </a:rPr>
              <a:t> </a:t>
            </a:r>
            <a:r>
              <a:rPr sz="1200" dirty="0">
                <a:latin typeface="Times New Roman"/>
                <a:cs typeface="Times New Roman"/>
              </a:rPr>
              <a:t>create</a:t>
            </a:r>
            <a:r>
              <a:rPr sz="1200" spc="-45" dirty="0">
                <a:latin typeface="Times New Roman"/>
                <a:cs typeface="Times New Roman"/>
              </a:rPr>
              <a:t> </a:t>
            </a:r>
            <a:r>
              <a:rPr sz="1200" dirty="0">
                <a:latin typeface="Times New Roman"/>
                <a:cs typeface="Times New Roman"/>
              </a:rPr>
              <a:t>tickets</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manage</a:t>
            </a:r>
            <a:r>
              <a:rPr sz="1200" spc="-20" dirty="0">
                <a:latin typeface="Times New Roman"/>
                <a:cs typeface="Times New Roman"/>
              </a:rPr>
              <a:t> </a:t>
            </a:r>
            <a:r>
              <a:rPr sz="1200" dirty="0">
                <a:latin typeface="Times New Roman"/>
                <a:cs typeface="Times New Roman"/>
              </a:rPr>
              <a:t>their</a:t>
            </a:r>
            <a:r>
              <a:rPr sz="1200" spc="-30" dirty="0">
                <a:latin typeface="Times New Roman"/>
                <a:cs typeface="Times New Roman"/>
              </a:rPr>
              <a:t> </a:t>
            </a:r>
            <a:r>
              <a:rPr sz="1200" spc="-10" dirty="0">
                <a:latin typeface="Times New Roman"/>
                <a:cs typeface="Times New Roman"/>
              </a:rPr>
              <a:t>profiles.</a:t>
            </a:r>
            <a:endParaRPr sz="1200" dirty="0">
              <a:latin typeface="Times New Roman"/>
              <a:cs typeface="Times New Roman"/>
            </a:endParaRPr>
          </a:p>
          <a:p>
            <a:pPr marL="12700">
              <a:lnSpc>
                <a:spcPct val="100000"/>
              </a:lnSpc>
              <a:spcBef>
                <a:spcPts val="980"/>
              </a:spcBef>
            </a:pPr>
            <a:r>
              <a:rPr sz="1200" spc="-10" dirty="0">
                <a:latin typeface="Times New Roman"/>
                <a:cs typeface="Times New Roman"/>
              </a:rPr>
              <a:t>This</a:t>
            </a:r>
            <a:r>
              <a:rPr sz="1200" spc="-45" dirty="0">
                <a:latin typeface="Times New Roman"/>
                <a:cs typeface="Times New Roman"/>
              </a:rPr>
              <a:t> </a:t>
            </a:r>
            <a:r>
              <a:rPr sz="1200" spc="-10" dirty="0">
                <a:latin typeface="Times New Roman"/>
                <a:cs typeface="Times New Roman"/>
              </a:rPr>
              <a:t>structured</a:t>
            </a:r>
            <a:r>
              <a:rPr sz="1200" spc="-65" dirty="0">
                <a:latin typeface="Times New Roman"/>
                <a:cs typeface="Times New Roman"/>
              </a:rPr>
              <a:t> </a:t>
            </a:r>
            <a:r>
              <a:rPr sz="1200" spc="-10" dirty="0">
                <a:latin typeface="Times New Roman"/>
                <a:cs typeface="Times New Roman"/>
              </a:rPr>
              <a:t>approach</a:t>
            </a:r>
            <a:r>
              <a:rPr sz="1200" spc="-60" dirty="0">
                <a:latin typeface="Times New Roman"/>
                <a:cs typeface="Times New Roman"/>
              </a:rPr>
              <a:t> </a:t>
            </a:r>
            <a:r>
              <a:rPr sz="1200" spc="-10" dirty="0">
                <a:latin typeface="Times New Roman"/>
                <a:cs typeface="Times New Roman"/>
              </a:rPr>
              <a:t>allows</a:t>
            </a:r>
            <a:r>
              <a:rPr sz="1200" spc="-45"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b="1" spc="-10" dirty="0">
                <a:latin typeface="Times New Roman"/>
                <a:cs typeface="Times New Roman"/>
              </a:rPr>
              <a:t>efficient</a:t>
            </a:r>
            <a:r>
              <a:rPr sz="1200" b="1" spc="-30" dirty="0">
                <a:latin typeface="Times New Roman"/>
                <a:cs typeface="Times New Roman"/>
              </a:rPr>
              <a:t> </a:t>
            </a:r>
            <a:r>
              <a:rPr sz="1200" b="1" spc="-10" dirty="0">
                <a:latin typeface="Times New Roman"/>
                <a:cs typeface="Times New Roman"/>
              </a:rPr>
              <a:t>ticket</a:t>
            </a:r>
            <a:r>
              <a:rPr sz="1200" b="1" spc="-55" dirty="0">
                <a:latin typeface="Times New Roman"/>
                <a:cs typeface="Times New Roman"/>
              </a:rPr>
              <a:t> </a:t>
            </a:r>
            <a:r>
              <a:rPr sz="1200" b="1" spc="-10" dirty="0">
                <a:latin typeface="Times New Roman"/>
                <a:cs typeface="Times New Roman"/>
              </a:rPr>
              <a:t>resolution,</a:t>
            </a:r>
            <a:r>
              <a:rPr sz="1200" b="1" spc="-35" dirty="0">
                <a:latin typeface="Times New Roman"/>
                <a:cs typeface="Times New Roman"/>
              </a:rPr>
              <a:t> </a:t>
            </a:r>
            <a:r>
              <a:rPr sz="1200" b="1" spc="-10" dirty="0">
                <a:latin typeface="Times New Roman"/>
                <a:cs typeface="Times New Roman"/>
              </a:rPr>
              <a:t>accountability,</a:t>
            </a:r>
            <a:r>
              <a:rPr sz="1200" b="1" spc="-35" dirty="0">
                <a:latin typeface="Times New Roman"/>
                <a:cs typeface="Times New Roman"/>
              </a:rPr>
              <a:t> </a:t>
            </a:r>
            <a:r>
              <a:rPr sz="1200" b="1" spc="-10" dirty="0">
                <a:latin typeface="Times New Roman"/>
                <a:cs typeface="Times New Roman"/>
              </a:rPr>
              <a:t>and</a:t>
            </a:r>
            <a:r>
              <a:rPr sz="1200" b="1" spc="-45" dirty="0">
                <a:latin typeface="Times New Roman"/>
                <a:cs typeface="Times New Roman"/>
              </a:rPr>
              <a:t> </a:t>
            </a:r>
            <a:r>
              <a:rPr sz="1200" b="1" spc="-10" dirty="0">
                <a:latin typeface="Times New Roman"/>
                <a:cs typeface="Times New Roman"/>
              </a:rPr>
              <a:t>transparency</a:t>
            </a:r>
            <a:endParaRPr sz="1200" dirty="0">
              <a:latin typeface="Times New Roman"/>
              <a:cs typeface="Times New Roman"/>
            </a:endParaRPr>
          </a:p>
          <a:p>
            <a:pPr marL="12700">
              <a:lnSpc>
                <a:spcPct val="100000"/>
              </a:lnSpc>
              <a:spcBef>
                <a:spcPts val="40"/>
              </a:spcBef>
            </a:pP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issue</a:t>
            </a:r>
            <a:r>
              <a:rPr sz="1200" spc="-10" dirty="0">
                <a:latin typeface="Times New Roman"/>
                <a:cs typeface="Times New Roman"/>
              </a:rPr>
              <a:t> tracking.</a:t>
            </a:r>
            <a:endParaRPr sz="1200" dirty="0">
              <a:latin typeface="Times New Roman"/>
              <a:cs typeface="Times New Roman"/>
            </a:endParaRPr>
          </a:p>
        </p:txBody>
      </p:sp>
      <p:sp>
        <p:nvSpPr>
          <p:cNvPr id="6" name="object 6"/>
          <p:cNvSpPr txBox="1"/>
          <p:nvPr/>
        </p:nvSpPr>
        <p:spPr>
          <a:xfrm>
            <a:off x="6191884" y="9275733"/>
            <a:ext cx="64579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11 |</a:t>
            </a:r>
            <a:r>
              <a:rPr sz="1100" spc="-10" dirty="0">
                <a:latin typeface="Times New Roman"/>
                <a:cs typeface="Times New Roman"/>
              </a:rPr>
              <a:t> </a:t>
            </a:r>
            <a:r>
              <a:rPr sz="1100" dirty="0">
                <a:solidFill>
                  <a:srgbClr val="7E7E7E"/>
                </a:solidFill>
                <a:latin typeface="Times New Roman"/>
                <a:cs typeface="Times New Roman"/>
              </a:rPr>
              <a:t>P</a:t>
            </a:r>
            <a:r>
              <a:rPr sz="1100" spc="15" dirty="0">
                <a:solidFill>
                  <a:srgbClr val="7E7E7E"/>
                </a:solidFill>
                <a:latin typeface="Times New Roman"/>
                <a:cs typeface="Times New Roman"/>
              </a:rPr>
              <a:t> </a:t>
            </a:r>
            <a:r>
              <a:rPr sz="1100" dirty="0">
                <a:solidFill>
                  <a:srgbClr val="7E7E7E"/>
                </a:solidFill>
                <a:latin typeface="Times New Roman"/>
                <a:cs typeface="Times New Roman"/>
              </a:rPr>
              <a:t>a</a:t>
            </a:r>
            <a:r>
              <a:rPr sz="1100" spc="5" dirty="0">
                <a:solidFill>
                  <a:srgbClr val="7E7E7E"/>
                </a:solidFill>
                <a:latin typeface="Times New Roman"/>
                <a:cs typeface="Times New Roman"/>
              </a:rPr>
              <a:t> </a:t>
            </a:r>
            <a:r>
              <a:rPr sz="1100" dirty="0">
                <a:solidFill>
                  <a:srgbClr val="7E7E7E"/>
                </a:solidFill>
                <a:latin typeface="Times New Roman"/>
                <a:cs typeface="Times New Roman"/>
              </a:rPr>
              <a:t>g</a:t>
            </a:r>
            <a:r>
              <a:rPr sz="1100" spc="15"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7509235"/>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				Legal Case Management System</a:t>
            </a:r>
            <a:endParaRPr sz="1200" dirty="0">
              <a:latin typeface="Times New Roman"/>
              <a:cs typeface="Times New Roman"/>
            </a:endParaRPr>
          </a:p>
          <a:p>
            <a:pPr marL="165100" indent="-165100">
              <a:lnSpc>
                <a:spcPct val="100000"/>
              </a:lnSpc>
              <a:buAutoNum type="arabicPeriod" startAt="2"/>
              <a:tabLst>
                <a:tab pos="165100" algn="l"/>
              </a:tabLst>
            </a:pPr>
            <a:r>
              <a:rPr sz="1600" b="1" u="sng" spc="-25"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​System</a:t>
            </a:r>
            <a:r>
              <a:rPr sz="1600" b="1" u="sng" spc="-25"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Environment:</a:t>
            </a:r>
            <a:endParaRPr sz="1600" dirty="0">
              <a:latin typeface="Times New Roman"/>
              <a:cs typeface="Times New Roman"/>
            </a:endParaRPr>
          </a:p>
          <a:p>
            <a:pPr marL="12700" marR="6350" algn="just">
              <a:lnSpc>
                <a:spcPct val="103499"/>
              </a:lnSpc>
              <a:spcBef>
                <a:spcPts val="830"/>
              </a:spcBef>
            </a:pPr>
            <a:r>
              <a:rPr lang="en-US" sz="1200" dirty="0"/>
              <a:t>The </a:t>
            </a:r>
            <a:r>
              <a:rPr lang="en-US" sz="1200" b="1" dirty="0"/>
              <a:t>Legal Case Management System</a:t>
            </a:r>
            <a:r>
              <a:rPr lang="en-US" sz="1200" dirty="0"/>
              <a:t> is designed to be used by multiple users such as </a:t>
            </a:r>
            <a:r>
              <a:rPr lang="en-US" sz="1200" b="1" dirty="0"/>
              <a:t>Clients, Lawyers, Admins, and Staff</a:t>
            </a:r>
            <a:r>
              <a:rPr lang="en-US" sz="1200" dirty="0"/>
              <a:t> simultaneously. A stable internet connection is required for smooth functioning of the web-based application.</a:t>
            </a:r>
          </a:p>
          <a:p>
            <a:r>
              <a:rPr lang="en-US" sz="1200" dirty="0"/>
              <a:t>The system consists of the following main components:</a:t>
            </a:r>
          </a:p>
          <a:p>
            <a:endParaRPr lang="en-US" sz="1200" dirty="0"/>
          </a:p>
          <a:p>
            <a:r>
              <a:rPr lang="en-US" sz="1200" b="1" dirty="0"/>
              <a:t>Client Panel</a:t>
            </a:r>
          </a:p>
          <a:p>
            <a:r>
              <a:rPr lang="en-US" sz="1200" dirty="0"/>
              <a:t>A web-based interface where clients can Register and log in securely (including Google login) ,View their legal cases ,Track case status and upcoming hearings ,Receive notifications related to case updates </a:t>
            </a:r>
          </a:p>
          <a:p>
            <a:endParaRPr lang="en-US" sz="1200" dirty="0"/>
          </a:p>
          <a:p>
            <a:r>
              <a:rPr lang="en-US" sz="1200" b="1" dirty="0"/>
              <a:t>Lawyer Panel</a:t>
            </a:r>
          </a:p>
          <a:p>
            <a:r>
              <a:rPr lang="en-US" sz="1200" dirty="0"/>
              <a:t>A web-based interface for lawyers to View and manage assigned cases ,Update case details and status ,Schedule hearings and manage legal documents ,Track client-related activities </a:t>
            </a:r>
          </a:p>
          <a:p>
            <a:endParaRPr lang="en-US" sz="1200" dirty="0"/>
          </a:p>
          <a:p>
            <a:r>
              <a:rPr lang="en-US" sz="1200" b="1" dirty="0"/>
              <a:t>Admin Panel</a:t>
            </a:r>
          </a:p>
          <a:p>
            <a:r>
              <a:rPr lang="en-US" sz="1200" dirty="0"/>
              <a:t>A centralized interface where administrators can Manage users (clients, lawyers, staff) Assign cases to lawyers ,Monitor overall system activity ,Handle reports, notifications, and system control </a:t>
            </a:r>
          </a:p>
          <a:p>
            <a:endParaRPr lang="en-US" sz="1200" dirty="0"/>
          </a:p>
          <a:p>
            <a:r>
              <a:rPr lang="en-US" sz="1200" b="1" dirty="0"/>
              <a:t>Staff Panel</a:t>
            </a:r>
          </a:p>
          <a:p>
            <a:r>
              <a:rPr lang="en-US" sz="1200" dirty="0"/>
              <a:t>A support interface for staff members to Assist in managing case records ,Upload and organize documents ,Help maintain smooth system operations</a:t>
            </a:r>
          </a:p>
          <a:p>
            <a:pPr>
              <a:lnSpc>
                <a:spcPct val="100000"/>
              </a:lnSpc>
              <a:spcBef>
                <a:spcPts val="580"/>
              </a:spcBef>
            </a:pPr>
            <a:endParaRPr sz="1200" dirty="0">
              <a:latin typeface="Times New Roman"/>
              <a:cs typeface="Times New Roman"/>
            </a:endParaRPr>
          </a:p>
          <a:p>
            <a:pPr marL="276225" lvl="1" indent="-263525">
              <a:lnSpc>
                <a:spcPct val="100000"/>
              </a:lnSpc>
              <a:spcBef>
                <a:spcPts val="5"/>
              </a:spcBef>
              <a:buAutoNum type="arabicPeriod"/>
              <a:tabLst>
                <a:tab pos="276225" algn="l"/>
              </a:tabLst>
            </a:pPr>
            <a:r>
              <a:rPr sz="1400" b="1" spc="-10" dirty="0">
                <a:latin typeface="Times New Roman"/>
                <a:cs typeface="Times New Roman"/>
              </a:rPr>
              <a:t>Technology</a:t>
            </a:r>
            <a:r>
              <a:rPr sz="1400" b="1" spc="-60" dirty="0">
                <a:latin typeface="Times New Roman"/>
                <a:cs typeface="Times New Roman"/>
              </a:rPr>
              <a:t> </a:t>
            </a:r>
            <a:r>
              <a:rPr sz="1400" b="1" spc="-10" dirty="0">
                <a:latin typeface="Times New Roman"/>
                <a:cs typeface="Times New Roman"/>
              </a:rPr>
              <a:t>Description:</a:t>
            </a:r>
            <a:endParaRPr sz="1400" dirty="0">
              <a:latin typeface="Times New Roman"/>
              <a:cs typeface="Times New Roman"/>
            </a:endParaRPr>
          </a:p>
          <a:p>
            <a:pPr marL="469265" lvl="2" indent="-227965" algn="just">
              <a:lnSpc>
                <a:spcPct val="100000"/>
              </a:lnSpc>
              <a:spcBef>
                <a:spcPts val="860"/>
              </a:spcBef>
              <a:buFont typeface="Times New Roman"/>
              <a:buAutoNum type="arabicPeriod"/>
              <a:tabLst>
                <a:tab pos="469265" algn="l"/>
              </a:tabLst>
            </a:pPr>
            <a:r>
              <a:rPr sz="1200" b="1" dirty="0">
                <a:latin typeface="Times New Roman"/>
                <a:cs typeface="Times New Roman"/>
              </a:rPr>
              <a:t>Frontend</a:t>
            </a:r>
            <a:r>
              <a:rPr sz="1200" b="1" spc="-65" dirty="0">
                <a:latin typeface="Times New Roman"/>
                <a:cs typeface="Times New Roman"/>
              </a:rPr>
              <a:t> </a:t>
            </a:r>
            <a:r>
              <a:rPr sz="1200" b="1" spc="-10" dirty="0">
                <a:latin typeface="Times New Roman"/>
                <a:cs typeface="Times New Roman"/>
              </a:rPr>
              <a:t>Language:</a:t>
            </a:r>
            <a:endParaRPr sz="1200" dirty="0">
              <a:latin typeface="Times New Roman"/>
              <a:cs typeface="Times New Roman"/>
            </a:endParaRPr>
          </a:p>
          <a:p>
            <a:pPr marL="927100" marR="5080" lvl="3" indent="-228600" algn="just">
              <a:lnSpc>
                <a:spcPct val="111100"/>
              </a:lnSpc>
              <a:spcBef>
                <a:spcPts val="780"/>
              </a:spcBef>
              <a:buSzPct val="83333"/>
              <a:buFont typeface="Courier New"/>
              <a:buChar char="o"/>
              <a:tabLst>
                <a:tab pos="927100" algn="l"/>
              </a:tabLst>
            </a:pPr>
            <a:r>
              <a:rPr lang="en-IN" sz="1200" b="1" dirty="0"/>
              <a:t>HTML, CSS, JavaScript</a:t>
            </a:r>
          </a:p>
          <a:p>
            <a:pPr marL="927100" marR="5080" lvl="3" indent="-228600" algn="just">
              <a:lnSpc>
                <a:spcPct val="111100"/>
              </a:lnSpc>
              <a:spcBef>
                <a:spcPts val="780"/>
              </a:spcBef>
              <a:buSzPct val="83333"/>
              <a:buFont typeface="Courier New"/>
              <a:buChar char="o"/>
              <a:tabLst>
                <a:tab pos="927100" algn="l"/>
              </a:tabLst>
            </a:pPr>
            <a:r>
              <a:rPr sz="1200" b="1" dirty="0">
                <a:latin typeface="Times New Roman"/>
                <a:cs typeface="Times New Roman"/>
              </a:rPr>
              <a:t>UI</a:t>
            </a:r>
            <a:r>
              <a:rPr sz="1200" b="1" spc="75" dirty="0">
                <a:latin typeface="Times New Roman"/>
                <a:cs typeface="Times New Roman"/>
              </a:rPr>
              <a:t> </a:t>
            </a:r>
            <a:r>
              <a:rPr sz="1200" b="1" dirty="0">
                <a:latin typeface="Times New Roman"/>
                <a:cs typeface="Times New Roman"/>
              </a:rPr>
              <a:t>Components</a:t>
            </a:r>
            <a:r>
              <a:rPr lang="en-US" sz="1200" b="1" dirty="0">
                <a:latin typeface="Times New Roman"/>
                <a:cs typeface="Times New Roman"/>
              </a:rPr>
              <a:t> : </a:t>
            </a:r>
            <a:r>
              <a:rPr lang="en-US" sz="1200" dirty="0">
                <a:latin typeface="Times New Roman"/>
                <a:cs typeface="Times New Roman"/>
              </a:rPr>
              <a:t>Custom CSS is used to create a clean responsive and user-friendly interface, Ensures smooth navigation for different users like admin ,lawyer, client and staff.</a:t>
            </a:r>
          </a:p>
          <a:p>
            <a:pPr marL="469265" lvl="2" indent="-227965" algn="just">
              <a:lnSpc>
                <a:spcPct val="100000"/>
              </a:lnSpc>
              <a:spcBef>
                <a:spcPts val="940"/>
              </a:spcBef>
              <a:buFont typeface="Times New Roman"/>
              <a:buAutoNum type="arabicPeriod"/>
              <a:tabLst>
                <a:tab pos="469265" algn="l"/>
              </a:tabLst>
            </a:pPr>
            <a:r>
              <a:rPr lang="en-US" sz="1200" b="1" dirty="0">
                <a:latin typeface="Times New Roman"/>
                <a:cs typeface="Times New Roman"/>
              </a:rPr>
              <a:t>Backend</a:t>
            </a:r>
            <a:r>
              <a:rPr lang="en-US" sz="1200" b="1" spc="-45" dirty="0">
                <a:latin typeface="Times New Roman"/>
                <a:cs typeface="Times New Roman"/>
              </a:rPr>
              <a:t> </a:t>
            </a:r>
            <a:r>
              <a:rPr lang="en-US" sz="1200" b="1" spc="-10" dirty="0">
                <a:latin typeface="Times New Roman"/>
                <a:cs typeface="Times New Roman"/>
              </a:rPr>
              <a:t>Language:</a:t>
            </a:r>
            <a:endParaRPr lang="en-US" sz="1200" dirty="0">
              <a:latin typeface="Times New Roman"/>
              <a:cs typeface="Times New Roman"/>
            </a:endParaRPr>
          </a:p>
          <a:p>
            <a:pPr marL="927100" marR="6985" lvl="3" indent="-228600" algn="just">
              <a:lnSpc>
                <a:spcPct val="110400"/>
              </a:lnSpc>
              <a:spcBef>
                <a:spcPts val="790"/>
              </a:spcBef>
              <a:buSzPct val="83333"/>
              <a:buFont typeface="Courier New"/>
              <a:buChar char="o"/>
              <a:tabLst>
                <a:tab pos="927100" algn="l"/>
              </a:tabLst>
            </a:pPr>
            <a:r>
              <a:rPr lang="en-IN" sz="1200" b="1" dirty="0"/>
              <a:t>Python</a:t>
            </a:r>
          </a:p>
          <a:p>
            <a:pPr marL="927100" marR="6985" lvl="3" indent="-228600" algn="just">
              <a:lnSpc>
                <a:spcPct val="110400"/>
              </a:lnSpc>
              <a:spcBef>
                <a:spcPts val="790"/>
              </a:spcBef>
              <a:buSzPct val="83333"/>
              <a:buFont typeface="Courier New"/>
              <a:buChar char="o"/>
              <a:tabLst>
                <a:tab pos="927100" algn="l"/>
              </a:tabLst>
            </a:pPr>
            <a:r>
              <a:rPr sz="1200" b="1" dirty="0">
                <a:latin typeface="Times New Roman"/>
                <a:cs typeface="Times New Roman"/>
              </a:rPr>
              <a:t>Database</a:t>
            </a:r>
            <a:r>
              <a:rPr sz="1200" b="1" spc="170" dirty="0">
                <a:latin typeface="Times New Roman"/>
                <a:cs typeface="Times New Roman"/>
              </a:rPr>
              <a:t> </a:t>
            </a:r>
            <a:r>
              <a:rPr sz="1200" b="1" dirty="0">
                <a:latin typeface="Times New Roman"/>
                <a:cs typeface="Times New Roman"/>
              </a:rPr>
              <a:t>Management</a:t>
            </a:r>
            <a:r>
              <a:rPr lang="en-US" sz="1200" b="1" dirty="0">
                <a:latin typeface="Times New Roman"/>
                <a:cs typeface="Times New Roman"/>
              </a:rPr>
              <a:t> </a:t>
            </a:r>
            <a:r>
              <a:rPr sz="1200" b="1" dirty="0">
                <a:latin typeface="Times New Roman"/>
                <a:cs typeface="Times New Roman"/>
              </a:rPr>
              <a:t>:</a:t>
            </a:r>
            <a:r>
              <a:rPr lang="en-US" sz="1200" b="1" dirty="0">
                <a:latin typeface="Times New Roman"/>
                <a:cs typeface="Times New Roman"/>
              </a:rPr>
              <a:t> MongoDB </a:t>
            </a:r>
            <a:r>
              <a:rPr lang="en-US" sz="1200" dirty="0">
                <a:latin typeface="Times New Roman"/>
                <a:cs typeface="Times New Roman"/>
              </a:rPr>
              <a:t>is used for data storage</a:t>
            </a:r>
            <a:endParaRPr sz="1200" dirty="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197490"/>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Legal Case Management System</a:t>
            </a:r>
            <a:endParaRPr lang="en-US" sz="1200" dirty="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89381"/>
            <a:ext cx="213677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2.2</a:t>
            </a:r>
            <a:r>
              <a:rPr sz="1400" b="1" spc="-30" dirty="0">
                <a:latin typeface="Times New Roman"/>
                <a:cs typeface="Times New Roman"/>
              </a:rPr>
              <a:t> </a:t>
            </a:r>
            <a:r>
              <a:rPr sz="1400" b="1" dirty="0">
                <a:latin typeface="Times New Roman"/>
                <a:cs typeface="Times New Roman"/>
              </a:rPr>
              <a:t>Software</a:t>
            </a:r>
            <a:r>
              <a:rPr sz="1400" b="1" spc="-40" dirty="0">
                <a:latin typeface="Times New Roman"/>
                <a:cs typeface="Times New Roman"/>
              </a:rPr>
              <a:t> </a:t>
            </a:r>
            <a:r>
              <a:rPr sz="1400" b="1" spc="-10" dirty="0">
                <a:latin typeface="Times New Roman"/>
                <a:cs typeface="Times New Roman"/>
              </a:rPr>
              <a:t>Requirements:</a:t>
            </a:r>
            <a:endParaRPr sz="1400" dirty="0">
              <a:latin typeface="Times New Roman"/>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393621869"/>
              </p:ext>
            </p:extLst>
          </p:nvPr>
        </p:nvGraphicFramePr>
        <p:xfrm>
          <a:off x="1298193" y="1219200"/>
          <a:ext cx="5629910" cy="1391538"/>
        </p:xfrm>
        <a:graphic>
          <a:graphicData uri="http://schemas.openxmlformats.org/drawingml/2006/table">
            <a:tbl>
              <a:tblPr firstRow="1" bandRow="1">
                <a:tableStyleId>{2D5ABB26-0587-4C30-8999-92F81FD0307C}</a:tableStyleId>
              </a:tblPr>
              <a:tblGrid>
                <a:gridCol w="2237740">
                  <a:extLst>
                    <a:ext uri="{9D8B030D-6E8A-4147-A177-3AD203B41FA5}">
                      <a16:colId xmlns:a16="http://schemas.microsoft.com/office/drawing/2014/main" val="20000"/>
                    </a:ext>
                  </a:extLst>
                </a:gridCol>
                <a:gridCol w="3392170">
                  <a:extLst>
                    <a:ext uri="{9D8B030D-6E8A-4147-A177-3AD203B41FA5}">
                      <a16:colId xmlns:a16="http://schemas.microsoft.com/office/drawing/2014/main" val="20001"/>
                    </a:ext>
                  </a:extLst>
                </a:gridCol>
              </a:tblGrid>
              <a:tr h="335534">
                <a:tc>
                  <a:txBody>
                    <a:bodyPr/>
                    <a:lstStyle/>
                    <a:p>
                      <a:pPr marL="70485">
                        <a:lnSpc>
                          <a:spcPct val="100000"/>
                        </a:lnSpc>
                        <a:spcBef>
                          <a:spcPts val="40"/>
                        </a:spcBef>
                      </a:pPr>
                      <a:r>
                        <a:rPr sz="1200" b="1" dirty="0">
                          <a:latin typeface="Times New Roman"/>
                          <a:cs typeface="Times New Roman"/>
                        </a:rPr>
                        <a:t>Operating</a:t>
                      </a:r>
                      <a:r>
                        <a:rPr sz="1200" b="1" spc="-35" dirty="0">
                          <a:latin typeface="Times New Roman"/>
                          <a:cs typeface="Times New Roman"/>
                        </a:rPr>
                        <a:t> </a:t>
                      </a:r>
                      <a:r>
                        <a:rPr sz="1200" b="1" spc="-10" dirty="0">
                          <a:latin typeface="Times New Roman"/>
                          <a:cs typeface="Times New Roman"/>
                        </a:rPr>
                        <a:t>System:</a:t>
                      </a:r>
                      <a:endParaRPr sz="1200" dirty="0">
                        <a:latin typeface="Times New Roman"/>
                        <a:cs typeface="Times New Roman"/>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120014">
                        <a:lnSpc>
                          <a:spcPct val="100000"/>
                        </a:lnSpc>
                        <a:spcBef>
                          <a:spcPts val="40"/>
                        </a:spcBef>
                      </a:pPr>
                      <a:r>
                        <a:rPr sz="1200" spc="-10" dirty="0">
                          <a:latin typeface="Times New Roman"/>
                          <a:cs typeface="Times New Roman"/>
                        </a:rPr>
                        <a:t>Windows,</a:t>
                      </a:r>
                      <a:r>
                        <a:rPr sz="1200" spc="-15" dirty="0">
                          <a:latin typeface="Times New Roman"/>
                          <a:cs typeface="Times New Roman"/>
                        </a:rPr>
                        <a:t> </a:t>
                      </a:r>
                      <a:r>
                        <a:rPr sz="1200" dirty="0">
                          <a:latin typeface="Times New Roman"/>
                          <a:cs typeface="Times New Roman"/>
                        </a:rPr>
                        <a:t>Linux,</a:t>
                      </a:r>
                      <a:r>
                        <a:rPr sz="1200" spc="-15" dirty="0">
                          <a:latin typeface="Times New Roman"/>
                          <a:cs typeface="Times New Roman"/>
                        </a:rPr>
                        <a:t> </a:t>
                      </a:r>
                      <a:r>
                        <a:rPr sz="1200" spc="-20" dirty="0">
                          <a:latin typeface="Times New Roman"/>
                          <a:cs typeface="Times New Roman"/>
                        </a:rPr>
                        <a:t>macOS</a:t>
                      </a:r>
                      <a:endParaRPr sz="1200">
                        <a:latin typeface="Times New Roman"/>
                        <a:cs typeface="Times New Roman"/>
                      </a:endParaRPr>
                    </a:p>
                  </a:txBody>
                  <a:tcPr marL="0" marR="0" marT="5080"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513080">
                <a:tc>
                  <a:txBody>
                    <a:bodyPr/>
                    <a:lstStyle/>
                    <a:p>
                      <a:pPr marL="70485">
                        <a:lnSpc>
                          <a:spcPct val="100000"/>
                        </a:lnSpc>
                        <a:spcBef>
                          <a:spcPts val="55"/>
                        </a:spcBef>
                      </a:pPr>
                      <a:r>
                        <a:rPr sz="1200" b="1" spc="-10" dirty="0">
                          <a:latin typeface="Times New Roman"/>
                          <a:cs typeface="Times New Roman"/>
                        </a:rPr>
                        <a:t>Programming</a:t>
                      </a:r>
                      <a:r>
                        <a:rPr sz="1200" b="1" spc="15" dirty="0">
                          <a:latin typeface="Times New Roman"/>
                          <a:cs typeface="Times New Roman"/>
                        </a:rPr>
                        <a:t> </a:t>
                      </a:r>
                      <a:r>
                        <a:rPr sz="1200" b="1" spc="-10" dirty="0">
                          <a:latin typeface="Times New Roman"/>
                          <a:cs typeface="Times New Roman"/>
                        </a:rPr>
                        <a:t>Languages:</a:t>
                      </a:r>
                      <a:endParaRPr sz="1200">
                        <a:latin typeface="Times New Roman"/>
                        <a:cs typeface="Times New Roman"/>
                      </a:endParaRPr>
                    </a:p>
                  </a:txBody>
                  <a:tcPr marL="0" marR="0" marT="6985"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120014" marR="516255">
                        <a:lnSpc>
                          <a:spcPct val="102800"/>
                        </a:lnSpc>
                        <a:spcBef>
                          <a:spcPts val="15"/>
                        </a:spcBef>
                      </a:pPr>
                      <a:r>
                        <a:rPr lang="en-US" sz="1200" dirty="0">
                          <a:latin typeface="Times New Roman"/>
                          <a:cs typeface="Times New Roman"/>
                        </a:rPr>
                        <a:t>Python, HTML, CSS, Java script</a:t>
                      </a:r>
                      <a:endParaRPr sz="1200" dirty="0">
                        <a:latin typeface="Times New Roman"/>
                        <a:cs typeface="Times New Roman"/>
                      </a:endParaRPr>
                    </a:p>
                  </a:txBody>
                  <a:tcPr marL="0" marR="0" marT="1905"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1945">
                <a:tc>
                  <a:txBody>
                    <a:bodyPr/>
                    <a:lstStyle/>
                    <a:p>
                      <a:pPr marL="70485">
                        <a:lnSpc>
                          <a:spcPct val="100000"/>
                        </a:lnSpc>
                        <a:spcBef>
                          <a:spcPts val="60"/>
                        </a:spcBef>
                      </a:pPr>
                      <a:r>
                        <a:rPr sz="1200" b="1" dirty="0">
                          <a:latin typeface="Times New Roman"/>
                          <a:cs typeface="Times New Roman"/>
                        </a:rPr>
                        <a:t>Database</a:t>
                      </a:r>
                      <a:r>
                        <a:rPr sz="1200" b="1" spc="-50" dirty="0">
                          <a:latin typeface="Times New Roman"/>
                          <a:cs typeface="Times New Roman"/>
                        </a:rPr>
                        <a:t> </a:t>
                      </a:r>
                      <a:r>
                        <a:rPr sz="1200" b="1" dirty="0">
                          <a:latin typeface="Times New Roman"/>
                          <a:cs typeface="Times New Roman"/>
                        </a:rPr>
                        <a:t>Management</a:t>
                      </a:r>
                      <a:r>
                        <a:rPr sz="1200" b="1" spc="-5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txBody>
                  <a:tcPr marL="0" marR="0" marT="762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158115">
                        <a:lnSpc>
                          <a:spcPct val="100000"/>
                        </a:lnSpc>
                        <a:spcBef>
                          <a:spcPts val="60"/>
                        </a:spcBef>
                      </a:pPr>
                      <a:r>
                        <a:rPr lang="en-US" sz="1200" spc="-10" dirty="0">
                          <a:latin typeface="Times New Roman"/>
                          <a:cs typeface="Times New Roman"/>
                        </a:rPr>
                        <a:t>MongoDB</a:t>
                      </a:r>
                      <a:endParaRPr sz="1200" dirty="0">
                        <a:latin typeface="Times New Roman"/>
                        <a:cs typeface="Times New Roman"/>
                      </a:endParaRPr>
                    </a:p>
                  </a:txBody>
                  <a:tcPr marL="0" marR="0" marT="7620"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20979">
                <a:tc>
                  <a:txBody>
                    <a:bodyPr/>
                    <a:lstStyle/>
                    <a:p>
                      <a:pPr marL="70485">
                        <a:lnSpc>
                          <a:spcPct val="100000"/>
                        </a:lnSpc>
                        <a:spcBef>
                          <a:spcPts val="60"/>
                        </a:spcBef>
                      </a:pPr>
                      <a:r>
                        <a:rPr sz="1200" b="1" dirty="0">
                          <a:latin typeface="Times New Roman"/>
                          <a:cs typeface="Times New Roman"/>
                        </a:rPr>
                        <a:t>Web</a:t>
                      </a:r>
                      <a:r>
                        <a:rPr sz="1200" b="1" spc="-75" dirty="0">
                          <a:latin typeface="Times New Roman"/>
                          <a:cs typeface="Times New Roman"/>
                        </a:rPr>
                        <a:t> </a:t>
                      </a:r>
                      <a:r>
                        <a:rPr sz="1200" b="1" spc="-10" dirty="0">
                          <a:latin typeface="Times New Roman"/>
                          <a:cs typeface="Times New Roman"/>
                        </a:rPr>
                        <a:t>Browsers:</a:t>
                      </a:r>
                      <a:endParaRPr sz="1200">
                        <a:latin typeface="Times New Roman"/>
                        <a:cs typeface="Times New Roman"/>
                      </a:endParaRPr>
                    </a:p>
                  </a:txBody>
                  <a:tcPr marL="0" marR="0" marT="762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120014">
                        <a:lnSpc>
                          <a:spcPct val="100000"/>
                        </a:lnSpc>
                        <a:spcBef>
                          <a:spcPts val="60"/>
                        </a:spcBef>
                      </a:pPr>
                      <a:r>
                        <a:rPr sz="1200" dirty="0">
                          <a:latin typeface="Times New Roman"/>
                          <a:cs typeface="Times New Roman"/>
                        </a:rPr>
                        <a:t>Google</a:t>
                      </a:r>
                      <a:r>
                        <a:rPr sz="1200" spc="-20" dirty="0">
                          <a:latin typeface="Times New Roman"/>
                          <a:cs typeface="Times New Roman"/>
                        </a:rPr>
                        <a:t> </a:t>
                      </a:r>
                      <a:r>
                        <a:rPr sz="1200" dirty="0">
                          <a:latin typeface="Times New Roman"/>
                          <a:cs typeface="Times New Roman"/>
                        </a:rPr>
                        <a:t>Chrome,</a:t>
                      </a:r>
                      <a:r>
                        <a:rPr sz="1200" spc="-25" dirty="0">
                          <a:latin typeface="Times New Roman"/>
                          <a:cs typeface="Times New Roman"/>
                        </a:rPr>
                        <a:t> </a:t>
                      </a:r>
                      <a:r>
                        <a:rPr sz="1200" dirty="0">
                          <a:latin typeface="Times New Roman"/>
                          <a:cs typeface="Times New Roman"/>
                        </a:rPr>
                        <a:t>Microsoft</a:t>
                      </a:r>
                      <a:r>
                        <a:rPr sz="1200" spc="-40" dirty="0">
                          <a:latin typeface="Times New Roman"/>
                          <a:cs typeface="Times New Roman"/>
                        </a:rPr>
                        <a:t> </a:t>
                      </a:r>
                      <a:r>
                        <a:rPr sz="1200" dirty="0">
                          <a:latin typeface="Times New Roman"/>
                          <a:cs typeface="Times New Roman"/>
                        </a:rPr>
                        <a:t>Edge,</a:t>
                      </a:r>
                      <a:r>
                        <a:rPr sz="1200" spc="-20" dirty="0">
                          <a:latin typeface="Times New Roman"/>
                          <a:cs typeface="Times New Roman"/>
                        </a:rPr>
                        <a:t> </a:t>
                      </a:r>
                      <a:r>
                        <a:rPr sz="1200" spc="-10" dirty="0">
                          <a:latin typeface="Times New Roman"/>
                          <a:cs typeface="Times New Roman"/>
                        </a:rPr>
                        <a:t>Mozilla</a:t>
                      </a:r>
                      <a:r>
                        <a:rPr sz="1200" spc="-40" dirty="0">
                          <a:latin typeface="Times New Roman"/>
                          <a:cs typeface="Times New Roman"/>
                        </a:rPr>
                        <a:t> </a:t>
                      </a:r>
                      <a:r>
                        <a:rPr sz="1200" spc="-10" dirty="0">
                          <a:latin typeface="Times New Roman"/>
                          <a:cs typeface="Times New Roman"/>
                        </a:rPr>
                        <a:t>Firefox</a:t>
                      </a:r>
                      <a:endParaRPr sz="1200" dirty="0">
                        <a:latin typeface="Times New Roman"/>
                        <a:cs typeface="Times New Roman"/>
                      </a:endParaRPr>
                    </a:p>
                  </a:txBody>
                  <a:tcPr marL="0" marR="0" marT="7620" marB="0">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object 6"/>
          <p:cNvSpPr/>
          <p:nvPr/>
        </p:nvSpPr>
        <p:spPr>
          <a:xfrm>
            <a:off x="321945" y="3165982"/>
            <a:ext cx="7077709" cy="0"/>
          </a:xfrm>
          <a:custGeom>
            <a:avLst/>
            <a:gdLst/>
            <a:ahLst/>
            <a:cxnLst/>
            <a:rect l="l" t="t" r="r" b="b"/>
            <a:pathLst>
              <a:path w="7077709">
                <a:moveTo>
                  <a:pt x="0" y="0"/>
                </a:moveTo>
                <a:lnTo>
                  <a:pt x="7077709" y="0"/>
                </a:lnTo>
              </a:path>
            </a:pathLst>
          </a:custGeom>
          <a:ln w="6350">
            <a:solidFill>
              <a:srgbClr val="000000"/>
            </a:solidFill>
          </a:ln>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3050539"/>
            <a:ext cx="5981065" cy="5900420"/>
            <a:chOff x="896937" y="3050539"/>
            <a:chExt cx="5981065" cy="590042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p:nvPr/>
          </p:nvSpPr>
          <p:spPr>
            <a:xfrm>
              <a:off x="914400" y="3050539"/>
              <a:ext cx="5943600" cy="15240"/>
            </a:xfrm>
            <a:custGeom>
              <a:avLst/>
              <a:gdLst/>
              <a:ahLst/>
              <a:cxnLst/>
              <a:rect l="l" t="t" r="r" b="b"/>
              <a:pathLst>
                <a:path w="5943600" h="15239">
                  <a:moveTo>
                    <a:pt x="5943600" y="0"/>
                  </a:moveTo>
                  <a:lnTo>
                    <a:pt x="0" y="0"/>
                  </a:lnTo>
                  <a:lnTo>
                    <a:pt x="0" y="15240"/>
                  </a:lnTo>
                  <a:lnTo>
                    <a:pt x="5943600" y="15240"/>
                  </a:lnTo>
                  <a:lnTo>
                    <a:pt x="5943600" y="0"/>
                  </a:lnTo>
                  <a:close/>
                </a:path>
              </a:pathLst>
            </a:custGeom>
            <a:solidFill>
              <a:srgbClr val="9F9F9F"/>
            </a:solidFill>
          </p:spPr>
          <p:txBody>
            <a:bodyPr wrap="square" lIns="0" tIns="0" rIns="0" bIns="0" rtlCol="0"/>
            <a:lstStyle/>
            <a:p>
              <a:endParaRPr/>
            </a:p>
          </p:txBody>
        </p:sp>
        <p:sp>
          <p:nvSpPr>
            <p:cNvPr id="5" name="object 5"/>
            <p:cNvSpPr/>
            <p:nvPr/>
          </p:nvSpPr>
          <p:spPr>
            <a:xfrm>
              <a:off x="6857746" y="3051174"/>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6" name="object 6"/>
            <p:cNvSpPr/>
            <p:nvPr/>
          </p:nvSpPr>
          <p:spPr>
            <a:xfrm>
              <a:off x="914717" y="3051174"/>
              <a:ext cx="5946140" cy="12700"/>
            </a:xfrm>
            <a:custGeom>
              <a:avLst/>
              <a:gdLst/>
              <a:ahLst/>
              <a:cxnLst/>
              <a:rect l="l" t="t" r="r" b="b"/>
              <a:pathLst>
                <a:path w="5946140" h="12700">
                  <a:moveTo>
                    <a:pt x="2540" y="2540"/>
                  </a:moveTo>
                  <a:lnTo>
                    <a:pt x="0" y="2540"/>
                  </a:lnTo>
                  <a:lnTo>
                    <a:pt x="0" y="12700"/>
                  </a:lnTo>
                  <a:lnTo>
                    <a:pt x="2540" y="12700"/>
                  </a:lnTo>
                  <a:lnTo>
                    <a:pt x="2540" y="2540"/>
                  </a:lnTo>
                  <a:close/>
                </a:path>
                <a:path w="5946140" h="12700">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7" name="object 7"/>
            <p:cNvSpPr/>
            <p:nvPr/>
          </p:nvSpPr>
          <p:spPr>
            <a:xfrm>
              <a:off x="6857746" y="3053714"/>
              <a:ext cx="2540" cy="10160"/>
            </a:xfrm>
            <a:custGeom>
              <a:avLst/>
              <a:gdLst/>
              <a:ahLst/>
              <a:cxnLst/>
              <a:rect l="l" t="t" r="r" b="b"/>
              <a:pathLst>
                <a:path w="2540" h="10160">
                  <a:moveTo>
                    <a:pt x="2539" y="0"/>
                  </a:moveTo>
                  <a:lnTo>
                    <a:pt x="0" y="0"/>
                  </a:lnTo>
                  <a:lnTo>
                    <a:pt x="0" y="10159"/>
                  </a:lnTo>
                  <a:lnTo>
                    <a:pt x="2539" y="10159"/>
                  </a:lnTo>
                  <a:lnTo>
                    <a:pt x="2539" y="0"/>
                  </a:lnTo>
                  <a:close/>
                </a:path>
              </a:pathLst>
            </a:custGeom>
            <a:solidFill>
              <a:srgbClr val="E2E2E2"/>
            </a:solidFill>
          </p:spPr>
          <p:txBody>
            <a:bodyPr wrap="square" lIns="0" tIns="0" rIns="0" bIns="0" rtlCol="0"/>
            <a:lstStyle/>
            <a:p>
              <a:endParaRPr/>
            </a:p>
          </p:txBody>
        </p:sp>
        <p:sp>
          <p:nvSpPr>
            <p:cNvPr id="8" name="object 8"/>
            <p:cNvSpPr/>
            <p:nvPr/>
          </p:nvSpPr>
          <p:spPr>
            <a:xfrm>
              <a:off x="914717" y="3063874"/>
              <a:ext cx="2540" cy="2540"/>
            </a:xfrm>
            <a:custGeom>
              <a:avLst/>
              <a:gdLst/>
              <a:ahLst/>
              <a:cxnLst/>
              <a:rect l="l" t="t" r="r" b="b"/>
              <a:pathLst>
                <a:path w="2540" h="2539">
                  <a:moveTo>
                    <a:pt x="2540" y="0"/>
                  </a:moveTo>
                  <a:lnTo>
                    <a:pt x="0" y="0"/>
                  </a:lnTo>
                  <a:lnTo>
                    <a:pt x="0" y="2540"/>
                  </a:lnTo>
                  <a:lnTo>
                    <a:pt x="2540" y="2540"/>
                  </a:lnTo>
                  <a:lnTo>
                    <a:pt x="2540" y="0"/>
                  </a:lnTo>
                  <a:close/>
                </a:path>
              </a:pathLst>
            </a:custGeom>
            <a:solidFill>
              <a:srgbClr val="9F9F9F"/>
            </a:solidFill>
          </p:spPr>
          <p:txBody>
            <a:bodyPr wrap="square" lIns="0" tIns="0" rIns="0" bIns="0" rtlCol="0"/>
            <a:lstStyle/>
            <a:p>
              <a:endParaRPr/>
            </a:p>
          </p:txBody>
        </p:sp>
        <p:sp>
          <p:nvSpPr>
            <p:cNvPr id="9" name="object 9"/>
            <p:cNvSpPr/>
            <p:nvPr/>
          </p:nvSpPr>
          <p:spPr>
            <a:xfrm>
              <a:off x="914717" y="3063874"/>
              <a:ext cx="5946140" cy="2540"/>
            </a:xfrm>
            <a:custGeom>
              <a:avLst/>
              <a:gdLst/>
              <a:ahLst/>
              <a:cxnLst/>
              <a:rect l="l" t="t" r="r" b="b"/>
              <a:pathLst>
                <a:path w="5946140" h="2539">
                  <a:moveTo>
                    <a:pt x="5942965" y="0"/>
                  </a:moveTo>
                  <a:lnTo>
                    <a:pt x="2540" y="0"/>
                  </a:lnTo>
                  <a:lnTo>
                    <a:pt x="0" y="0"/>
                  </a:lnTo>
                  <a:lnTo>
                    <a:pt x="0" y="2540"/>
                  </a:lnTo>
                  <a:lnTo>
                    <a:pt x="2540" y="2540"/>
                  </a:lnTo>
                  <a:lnTo>
                    <a:pt x="5942965" y="2540"/>
                  </a:lnTo>
                  <a:lnTo>
                    <a:pt x="5942965" y="0"/>
                  </a:lnTo>
                  <a:close/>
                </a:path>
                <a:path w="5946140" h="2539">
                  <a:moveTo>
                    <a:pt x="5945556" y="0"/>
                  </a:moveTo>
                  <a:lnTo>
                    <a:pt x="5943028" y="0"/>
                  </a:lnTo>
                  <a:lnTo>
                    <a:pt x="5943028" y="2540"/>
                  </a:lnTo>
                  <a:lnTo>
                    <a:pt x="5945556" y="2540"/>
                  </a:lnTo>
                  <a:lnTo>
                    <a:pt x="5945556" y="0"/>
                  </a:lnTo>
                  <a:close/>
                </a:path>
              </a:pathLst>
            </a:custGeom>
            <a:solidFill>
              <a:srgbClr val="E2E2E2"/>
            </a:solidFill>
          </p:spPr>
          <p:txBody>
            <a:bodyPr wrap="square" lIns="0" tIns="0" rIns="0" bIns="0" rtlCol="0"/>
            <a:lstStyle/>
            <a:p>
              <a:endParaRPr/>
            </a:p>
          </p:txBody>
        </p:sp>
        <p:sp>
          <p:nvSpPr>
            <p:cNvPr id="10" name="object 10"/>
            <p:cNvSpPr/>
            <p:nvPr/>
          </p:nvSpPr>
          <p:spPr>
            <a:xfrm>
              <a:off x="914400" y="4866639"/>
              <a:ext cx="5943600" cy="15240"/>
            </a:xfrm>
            <a:custGeom>
              <a:avLst/>
              <a:gdLst/>
              <a:ahLst/>
              <a:cxnLst/>
              <a:rect l="l" t="t" r="r" b="b"/>
              <a:pathLst>
                <a:path w="5943600" h="15239">
                  <a:moveTo>
                    <a:pt x="5943600" y="0"/>
                  </a:moveTo>
                  <a:lnTo>
                    <a:pt x="0" y="0"/>
                  </a:lnTo>
                  <a:lnTo>
                    <a:pt x="0" y="15240"/>
                  </a:lnTo>
                  <a:lnTo>
                    <a:pt x="5943600" y="15240"/>
                  </a:lnTo>
                  <a:lnTo>
                    <a:pt x="5943600" y="0"/>
                  </a:lnTo>
                  <a:close/>
                </a:path>
              </a:pathLst>
            </a:custGeom>
            <a:solidFill>
              <a:srgbClr val="9F9F9F"/>
            </a:solidFill>
          </p:spPr>
          <p:txBody>
            <a:bodyPr wrap="square" lIns="0" tIns="0" rIns="0" bIns="0" rtlCol="0"/>
            <a:lstStyle/>
            <a:p>
              <a:endParaRPr/>
            </a:p>
          </p:txBody>
        </p:sp>
        <p:sp>
          <p:nvSpPr>
            <p:cNvPr id="11" name="object 11"/>
            <p:cNvSpPr/>
            <p:nvPr/>
          </p:nvSpPr>
          <p:spPr>
            <a:xfrm>
              <a:off x="6857746" y="4867910"/>
              <a:ext cx="2540" cy="2540"/>
            </a:xfrm>
            <a:custGeom>
              <a:avLst/>
              <a:gdLst/>
              <a:ahLst/>
              <a:cxnLst/>
              <a:rect l="l" t="t" r="r" b="b"/>
              <a:pathLst>
                <a:path w="2540" h="2539">
                  <a:moveTo>
                    <a:pt x="2539" y="0"/>
                  </a:moveTo>
                  <a:lnTo>
                    <a:pt x="0" y="0"/>
                  </a:lnTo>
                  <a:lnTo>
                    <a:pt x="0" y="2539"/>
                  </a:lnTo>
                  <a:lnTo>
                    <a:pt x="2539" y="2539"/>
                  </a:lnTo>
                  <a:lnTo>
                    <a:pt x="2539" y="0"/>
                  </a:lnTo>
                  <a:close/>
                </a:path>
              </a:pathLst>
            </a:custGeom>
            <a:solidFill>
              <a:srgbClr val="E2E2E2"/>
            </a:solidFill>
          </p:spPr>
          <p:txBody>
            <a:bodyPr wrap="square" lIns="0" tIns="0" rIns="0" bIns="0" rtlCol="0"/>
            <a:lstStyle/>
            <a:p>
              <a:endParaRPr/>
            </a:p>
          </p:txBody>
        </p:sp>
        <p:sp>
          <p:nvSpPr>
            <p:cNvPr id="12" name="object 12"/>
            <p:cNvSpPr/>
            <p:nvPr/>
          </p:nvSpPr>
          <p:spPr>
            <a:xfrm>
              <a:off x="914717" y="4867922"/>
              <a:ext cx="5946140" cy="12700"/>
            </a:xfrm>
            <a:custGeom>
              <a:avLst/>
              <a:gdLst/>
              <a:ahLst/>
              <a:cxnLst/>
              <a:rect l="l" t="t" r="r" b="b"/>
              <a:pathLst>
                <a:path w="5946140" h="12700">
                  <a:moveTo>
                    <a:pt x="2540" y="2527"/>
                  </a:moveTo>
                  <a:lnTo>
                    <a:pt x="0" y="2527"/>
                  </a:lnTo>
                  <a:lnTo>
                    <a:pt x="0" y="12687"/>
                  </a:lnTo>
                  <a:lnTo>
                    <a:pt x="2540" y="12687"/>
                  </a:lnTo>
                  <a:lnTo>
                    <a:pt x="2540" y="2527"/>
                  </a:lnTo>
                  <a:close/>
                </a:path>
                <a:path w="5946140" h="12700">
                  <a:moveTo>
                    <a:pt x="5945556" y="0"/>
                  </a:moveTo>
                  <a:lnTo>
                    <a:pt x="5943028" y="0"/>
                  </a:lnTo>
                  <a:lnTo>
                    <a:pt x="5943028" y="2527"/>
                  </a:lnTo>
                  <a:lnTo>
                    <a:pt x="5945556" y="2527"/>
                  </a:lnTo>
                  <a:lnTo>
                    <a:pt x="5945556" y="0"/>
                  </a:lnTo>
                  <a:close/>
                </a:path>
              </a:pathLst>
            </a:custGeom>
            <a:solidFill>
              <a:srgbClr val="9F9F9F"/>
            </a:solidFill>
          </p:spPr>
          <p:txBody>
            <a:bodyPr wrap="square" lIns="0" tIns="0" rIns="0" bIns="0" rtlCol="0"/>
            <a:lstStyle/>
            <a:p>
              <a:endParaRPr/>
            </a:p>
          </p:txBody>
        </p:sp>
        <p:sp>
          <p:nvSpPr>
            <p:cNvPr id="13" name="object 13"/>
            <p:cNvSpPr/>
            <p:nvPr/>
          </p:nvSpPr>
          <p:spPr>
            <a:xfrm>
              <a:off x="6857746" y="4870449"/>
              <a:ext cx="2540" cy="10160"/>
            </a:xfrm>
            <a:custGeom>
              <a:avLst/>
              <a:gdLst/>
              <a:ahLst/>
              <a:cxnLst/>
              <a:rect l="l" t="t" r="r" b="b"/>
              <a:pathLst>
                <a:path w="2540" h="10160">
                  <a:moveTo>
                    <a:pt x="2539" y="0"/>
                  </a:moveTo>
                  <a:lnTo>
                    <a:pt x="0" y="0"/>
                  </a:lnTo>
                  <a:lnTo>
                    <a:pt x="0" y="10160"/>
                  </a:lnTo>
                  <a:lnTo>
                    <a:pt x="2539" y="10160"/>
                  </a:lnTo>
                  <a:lnTo>
                    <a:pt x="2539" y="0"/>
                  </a:lnTo>
                  <a:close/>
                </a:path>
              </a:pathLst>
            </a:custGeom>
            <a:solidFill>
              <a:srgbClr val="E2E2E2"/>
            </a:solidFill>
          </p:spPr>
          <p:txBody>
            <a:bodyPr wrap="square" lIns="0" tIns="0" rIns="0" bIns="0" rtlCol="0"/>
            <a:lstStyle/>
            <a:p>
              <a:endParaRPr/>
            </a:p>
          </p:txBody>
        </p:sp>
        <p:sp>
          <p:nvSpPr>
            <p:cNvPr id="14" name="object 14"/>
            <p:cNvSpPr/>
            <p:nvPr/>
          </p:nvSpPr>
          <p:spPr>
            <a:xfrm>
              <a:off x="914717" y="4880610"/>
              <a:ext cx="2540" cy="2540"/>
            </a:xfrm>
            <a:custGeom>
              <a:avLst/>
              <a:gdLst/>
              <a:ahLst/>
              <a:cxnLst/>
              <a:rect l="l" t="t" r="r" b="b"/>
              <a:pathLst>
                <a:path w="2540" h="2539">
                  <a:moveTo>
                    <a:pt x="2540" y="0"/>
                  </a:moveTo>
                  <a:lnTo>
                    <a:pt x="0" y="0"/>
                  </a:lnTo>
                  <a:lnTo>
                    <a:pt x="0" y="2539"/>
                  </a:lnTo>
                  <a:lnTo>
                    <a:pt x="2540" y="2539"/>
                  </a:lnTo>
                  <a:lnTo>
                    <a:pt x="2540" y="0"/>
                  </a:lnTo>
                  <a:close/>
                </a:path>
              </a:pathLst>
            </a:custGeom>
            <a:solidFill>
              <a:srgbClr val="9F9F9F"/>
            </a:solidFill>
          </p:spPr>
          <p:txBody>
            <a:bodyPr wrap="square" lIns="0" tIns="0" rIns="0" bIns="0" rtlCol="0"/>
            <a:lstStyle/>
            <a:p>
              <a:endParaRPr/>
            </a:p>
          </p:txBody>
        </p:sp>
        <p:sp>
          <p:nvSpPr>
            <p:cNvPr id="15" name="object 15"/>
            <p:cNvSpPr/>
            <p:nvPr/>
          </p:nvSpPr>
          <p:spPr>
            <a:xfrm>
              <a:off x="914717" y="4880622"/>
              <a:ext cx="5946140" cy="2540"/>
            </a:xfrm>
            <a:custGeom>
              <a:avLst/>
              <a:gdLst/>
              <a:ahLst/>
              <a:cxnLst/>
              <a:rect l="l" t="t" r="r" b="b"/>
              <a:pathLst>
                <a:path w="5946140" h="2539">
                  <a:moveTo>
                    <a:pt x="5942965" y="0"/>
                  </a:moveTo>
                  <a:lnTo>
                    <a:pt x="2540" y="0"/>
                  </a:lnTo>
                  <a:lnTo>
                    <a:pt x="0" y="0"/>
                  </a:lnTo>
                  <a:lnTo>
                    <a:pt x="0" y="2527"/>
                  </a:lnTo>
                  <a:lnTo>
                    <a:pt x="2540" y="2527"/>
                  </a:lnTo>
                  <a:lnTo>
                    <a:pt x="5942965" y="2527"/>
                  </a:lnTo>
                  <a:lnTo>
                    <a:pt x="5942965" y="0"/>
                  </a:lnTo>
                  <a:close/>
                </a:path>
                <a:path w="5946140" h="2539">
                  <a:moveTo>
                    <a:pt x="5945556" y="0"/>
                  </a:moveTo>
                  <a:lnTo>
                    <a:pt x="5943028" y="0"/>
                  </a:lnTo>
                  <a:lnTo>
                    <a:pt x="5943028" y="2527"/>
                  </a:lnTo>
                  <a:lnTo>
                    <a:pt x="5945556" y="2527"/>
                  </a:lnTo>
                  <a:lnTo>
                    <a:pt x="5945556" y="0"/>
                  </a:lnTo>
                  <a:close/>
                </a:path>
              </a:pathLst>
            </a:custGeom>
            <a:solidFill>
              <a:srgbClr val="E2E2E2"/>
            </a:solidFill>
          </p:spPr>
          <p:txBody>
            <a:bodyPr wrap="square" lIns="0" tIns="0" rIns="0" bIns="0" rtlCol="0"/>
            <a:lstStyle/>
            <a:p>
              <a:endParaRPr/>
            </a:p>
          </p:txBody>
        </p:sp>
        <p:sp>
          <p:nvSpPr>
            <p:cNvPr id="16" name="object 16"/>
            <p:cNvSpPr/>
            <p:nvPr/>
          </p:nvSpPr>
          <p:spPr>
            <a:xfrm>
              <a:off x="914400" y="6482092"/>
              <a:ext cx="5943600" cy="15240"/>
            </a:xfrm>
            <a:custGeom>
              <a:avLst/>
              <a:gdLst/>
              <a:ahLst/>
              <a:cxnLst/>
              <a:rect l="l" t="t" r="r" b="b"/>
              <a:pathLst>
                <a:path w="5943600" h="15239">
                  <a:moveTo>
                    <a:pt x="5943600" y="0"/>
                  </a:moveTo>
                  <a:lnTo>
                    <a:pt x="0" y="0"/>
                  </a:lnTo>
                  <a:lnTo>
                    <a:pt x="0" y="15227"/>
                  </a:lnTo>
                  <a:lnTo>
                    <a:pt x="5943600" y="15227"/>
                  </a:lnTo>
                  <a:lnTo>
                    <a:pt x="5943600" y="0"/>
                  </a:lnTo>
                  <a:close/>
                </a:path>
              </a:pathLst>
            </a:custGeom>
            <a:solidFill>
              <a:srgbClr val="9F9F9F"/>
            </a:solidFill>
          </p:spPr>
          <p:txBody>
            <a:bodyPr wrap="square" lIns="0" tIns="0" rIns="0" bIns="0" rtlCol="0"/>
            <a:lstStyle/>
            <a:p>
              <a:endParaRPr/>
            </a:p>
          </p:txBody>
        </p:sp>
        <p:sp>
          <p:nvSpPr>
            <p:cNvPr id="17" name="object 17"/>
            <p:cNvSpPr/>
            <p:nvPr/>
          </p:nvSpPr>
          <p:spPr>
            <a:xfrm>
              <a:off x="6857746" y="6483730"/>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18" name="object 18"/>
            <p:cNvSpPr/>
            <p:nvPr/>
          </p:nvSpPr>
          <p:spPr>
            <a:xfrm>
              <a:off x="914717" y="6483730"/>
              <a:ext cx="5946140" cy="12700"/>
            </a:xfrm>
            <a:custGeom>
              <a:avLst/>
              <a:gdLst/>
              <a:ahLst/>
              <a:cxnLst/>
              <a:rect l="l" t="t" r="r" b="b"/>
              <a:pathLst>
                <a:path w="5946140" h="12700">
                  <a:moveTo>
                    <a:pt x="2540" y="2425"/>
                  </a:moveTo>
                  <a:lnTo>
                    <a:pt x="0" y="2425"/>
                  </a:lnTo>
                  <a:lnTo>
                    <a:pt x="0" y="12573"/>
                  </a:lnTo>
                  <a:lnTo>
                    <a:pt x="2540" y="12573"/>
                  </a:lnTo>
                  <a:lnTo>
                    <a:pt x="2540" y="2425"/>
                  </a:lnTo>
                  <a:close/>
                </a:path>
                <a:path w="5946140" h="12700">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19" name="object 19"/>
            <p:cNvSpPr/>
            <p:nvPr/>
          </p:nvSpPr>
          <p:spPr>
            <a:xfrm>
              <a:off x="6857746" y="6486144"/>
              <a:ext cx="2540" cy="10160"/>
            </a:xfrm>
            <a:custGeom>
              <a:avLst/>
              <a:gdLst/>
              <a:ahLst/>
              <a:cxnLst/>
              <a:rect l="l" t="t" r="r" b="b"/>
              <a:pathLst>
                <a:path w="2540" h="10160">
                  <a:moveTo>
                    <a:pt x="2539" y="0"/>
                  </a:moveTo>
                  <a:lnTo>
                    <a:pt x="0" y="0"/>
                  </a:lnTo>
                  <a:lnTo>
                    <a:pt x="0" y="10159"/>
                  </a:lnTo>
                  <a:lnTo>
                    <a:pt x="2539" y="10159"/>
                  </a:lnTo>
                  <a:lnTo>
                    <a:pt x="2539" y="0"/>
                  </a:lnTo>
                  <a:close/>
                </a:path>
              </a:pathLst>
            </a:custGeom>
            <a:solidFill>
              <a:srgbClr val="E2E2E2"/>
            </a:solidFill>
          </p:spPr>
          <p:txBody>
            <a:bodyPr wrap="square" lIns="0" tIns="0" rIns="0" bIns="0" rtlCol="0"/>
            <a:lstStyle/>
            <a:p>
              <a:endParaRPr/>
            </a:p>
          </p:txBody>
        </p:sp>
        <p:sp>
          <p:nvSpPr>
            <p:cNvPr id="20" name="object 20"/>
            <p:cNvSpPr/>
            <p:nvPr/>
          </p:nvSpPr>
          <p:spPr>
            <a:xfrm>
              <a:off x="914717" y="6496430"/>
              <a:ext cx="2540" cy="2540"/>
            </a:xfrm>
            <a:custGeom>
              <a:avLst/>
              <a:gdLst/>
              <a:ahLst/>
              <a:cxnLst/>
              <a:rect l="l" t="t" r="r" b="b"/>
              <a:pathLst>
                <a:path w="2540" h="2539">
                  <a:moveTo>
                    <a:pt x="2540" y="0"/>
                  </a:moveTo>
                  <a:lnTo>
                    <a:pt x="0" y="0"/>
                  </a:lnTo>
                  <a:lnTo>
                    <a:pt x="0" y="2540"/>
                  </a:lnTo>
                  <a:lnTo>
                    <a:pt x="2540" y="2540"/>
                  </a:lnTo>
                  <a:lnTo>
                    <a:pt x="2540" y="0"/>
                  </a:lnTo>
                  <a:close/>
                </a:path>
              </a:pathLst>
            </a:custGeom>
            <a:solidFill>
              <a:srgbClr val="9F9F9F"/>
            </a:solidFill>
          </p:spPr>
          <p:txBody>
            <a:bodyPr wrap="square" lIns="0" tIns="0" rIns="0" bIns="0" rtlCol="0"/>
            <a:lstStyle/>
            <a:p>
              <a:endParaRPr/>
            </a:p>
          </p:txBody>
        </p:sp>
        <p:sp>
          <p:nvSpPr>
            <p:cNvPr id="21" name="object 21"/>
            <p:cNvSpPr/>
            <p:nvPr/>
          </p:nvSpPr>
          <p:spPr>
            <a:xfrm>
              <a:off x="914717" y="6496430"/>
              <a:ext cx="5946140" cy="2540"/>
            </a:xfrm>
            <a:custGeom>
              <a:avLst/>
              <a:gdLst/>
              <a:ahLst/>
              <a:cxnLst/>
              <a:rect l="l" t="t" r="r" b="b"/>
              <a:pathLst>
                <a:path w="5946140" h="2539">
                  <a:moveTo>
                    <a:pt x="5942965" y="0"/>
                  </a:moveTo>
                  <a:lnTo>
                    <a:pt x="2540" y="0"/>
                  </a:lnTo>
                  <a:lnTo>
                    <a:pt x="0" y="0"/>
                  </a:lnTo>
                  <a:lnTo>
                    <a:pt x="0" y="2540"/>
                  </a:lnTo>
                  <a:lnTo>
                    <a:pt x="2540" y="2540"/>
                  </a:lnTo>
                  <a:lnTo>
                    <a:pt x="5942965" y="2540"/>
                  </a:lnTo>
                  <a:lnTo>
                    <a:pt x="5942965" y="0"/>
                  </a:lnTo>
                  <a:close/>
                </a:path>
                <a:path w="5946140" h="2539">
                  <a:moveTo>
                    <a:pt x="5945556" y="0"/>
                  </a:moveTo>
                  <a:lnTo>
                    <a:pt x="5943028" y="0"/>
                  </a:lnTo>
                  <a:lnTo>
                    <a:pt x="5943028" y="2540"/>
                  </a:lnTo>
                  <a:lnTo>
                    <a:pt x="5945556" y="2540"/>
                  </a:lnTo>
                  <a:lnTo>
                    <a:pt x="5945556" y="0"/>
                  </a:lnTo>
                  <a:close/>
                </a:path>
              </a:pathLst>
            </a:custGeom>
            <a:solidFill>
              <a:srgbClr val="E2E2E2"/>
            </a:solidFill>
          </p:spPr>
          <p:txBody>
            <a:bodyPr wrap="square" lIns="0" tIns="0" rIns="0" bIns="0" rtlCol="0"/>
            <a:lstStyle/>
            <a:p>
              <a:endParaRPr/>
            </a:p>
          </p:txBody>
        </p:sp>
      </p:grpSp>
      <p:sp>
        <p:nvSpPr>
          <p:cNvPr id="22" name="object 22"/>
          <p:cNvSpPr txBox="1"/>
          <p:nvPr/>
        </p:nvSpPr>
        <p:spPr>
          <a:xfrm>
            <a:off x="902017" y="434340"/>
            <a:ext cx="5972175" cy="7377469"/>
          </a:xfrm>
          <a:prstGeom prst="rect">
            <a:avLst/>
          </a:prstGeom>
        </p:spPr>
        <p:txBody>
          <a:bodyPr vert="horz" wrap="square" lIns="0" tIns="12700" rIns="0" bIns="0" rtlCol="0">
            <a:spAutoFit/>
          </a:bodyPr>
          <a:lstStyle/>
          <a:p>
            <a:pPr marL="12700">
              <a:lnSpc>
                <a:spcPct val="100000"/>
              </a:lnSpc>
              <a:spcBef>
                <a:spcPts val="100"/>
              </a:spcBef>
            </a:pPr>
            <a:r>
              <a:rPr lang="en-US" sz="1200" b="1" spc="-10" dirty="0">
                <a:latin typeface="Times New Roman"/>
                <a:cs typeface="Times New Roman"/>
              </a:rPr>
              <a:t>				Legal Case Management System</a:t>
            </a:r>
            <a:endParaRPr lang="en-US" sz="1200" dirty="0">
              <a:latin typeface="Times New Roman"/>
              <a:cs typeface="Times New Roman"/>
            </a:endParaRPr>
          </a:p>
          <a:p>
            <a:pPr>
              <a:lnSpc>
                <a:spcPct val="100000"/>
              </a:lnSpc>
              <a:spcBef>
                <a:spcPts val="760"/>
              </a:spcBef>
            </a:pPr>
            <a:endParaRPr sz="1200" dirty="0">
              <a:latin typeface="Times New Roman"/>
              <a:cs typeface="Times New Roman"/>
            </a:endParaRPr>
          </a:p>
          <a:p>
            <a:pPr marL="165100" indent="-165100" algn="just">
              <a:lnSpc>
                <a:spcPct val="100000"/>
              </a:lnSpc>
              <a:buAutoNum type="arabicPeriod" startAt="3"/>
              <a:tabLst>
                <a:tab pos="165100" algn="l"/>
              </a:tabLst>
            </a:pPr>
            <a:r>
              <a:rPr sz="1600" b="1" u="sng" spc="-25"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​System</a:t>
            </a:r>
            <a:r>
              <a:rPr sz="1600" b="1" u="sng" spc="-25"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Planning</a:t>
            </a:r>
            <a:endParaRPr sz="1600" dirty="0">
              <a:latin typeface="Times New Roman"/>
              <a:cs typeface="Times New Roman"/>
            </a:endParaRPr>
          </a:p>
          <a:p>
            <a:pPr marL="280670" lvl="1" indent="-267970" algn="just">
              <a:lnSpc>
                <a:spcPct val="100000"/>
              </a:lnSpc>
              <a:spcBef>
                <a:spcPts val="880"/>
              </a:spcBef>
              <a:buAutoNum type="arabicPeriod"/>
              <a:tabLst>
                <a:tab pos="280670" algn="l"/>
              </a:tabLst>
            </a:pPr>
            <a:r>
              <a:rPr sz="1400" b="1" dirty="0">
                <a:latin typeface="Times New Roman"/>
                <a:cs typeface="Times New Roman"/>
              </a:rPr>
              <a:t>Feasibility</a:t>
            </a:r>
            <a:r>
              <a:rPr sz="1400" b="1" spc="-85" dirty="0">
                <a:latin typeface="Times New Roman"/>
                <a:cs typeface="Times New Roman"/>
              </a:rPr>
              <a:t> </a:t>
            </a:r>
            <a:r>
              <a:rPr sz="1400" b="1" spc="-10" dirty="0">
                <a:latin typeface="Times New Roman"/>
                <a:cs typeface="Times New Roman"/>
              </a:rPr>
              <a:t>Study:</a:t>
            </a:r>
            <a:endParaRPr sz="1400" dirty="0">
              <a:latin typeface="Times New Roman"/>
              <a:cs typeface="Times New Roman"/>
            </a:endParaRPr>
          </a:p>
          <a:p>
            <a:pPr marL="12700" marR="6350" algn="just">
              <a:lnSpc>
                <a:spcPct val="103600"/>
              </a:lnSpc>
              <a:spcBef>
                <a:spcPts val="810"/>
              </a:spcBef>
            </a:pPr>
            <a:r>
              <a:rPr lang="en-US" sz="1200" dirty="0"/>
              <a:t>The problem of inefficient manual handling of legal cases, documents, and hearing schedules is analyzed, and a feasibility study is conducted to assess the practicality of developing the </a:t>
            </a:r>
            <a:r>
              <a:rPr lang="en-US" sz="1200" b="1" dirty="0"/>
              <a:t>Legal Case Management System</a:t>
            </a:r>
            <a:r>
              <a:rPr lang="en-US" sz="1200" dirty="0"/>
              <a:t>. The feasibility report focuses on the following three areas:</a:t>
            </a:r>
          </a:p>
          <a:p>
            <a:pPr marL="12700" marR="6350" algn="just">
              <a:lnSpc>
                <a:spcPct val="103600"/>
              </a:lnSpc>
              <a:spcBef>
                <a:spcPts val="810"/>
              </a:spcBef>
            </a:pPr>
            <a:r>
              <a:rPr lang="en-US" sz="1200" dirty="0">
                <a:latin typeface="Times New Roman"/>
                <a:cs typeface="Times New Roman"/>
              </a:rPr>
              <a:t>		</a:t>
            </a:r>
            <a:endParaRPr sz="1200" dirty="0">
              <a:latin typeface="Times New Roman"/>
              <a:cs typeface="Times New Roman"/>
            </a:endParaRPr>
          </a:p>
          <a:p>
            <a:pPr>
              <a:lnSpc>
                <a:spcPct val="100000"/>
              </a:lnSpc>
              <a:spcBef>
                <a:spcPts val="919"/>
              </a:spcBef>
            </a:pPr>
            <a:endParaRPr lang="en-US" sz="1200" dirty="0">
              <a:latin typeface="Times New Roman"/>
              <a:cs typeface="Times New Roman"/>
            </a:endParaRPr>
          </a:p>
          <a:p>
            <a:pPr marL="187325" indent="-174625" algn="just">
              <a:lnSpc>
                <a:spcPct val="100000"/>
              </a:lnSpc>
              <a:buAutoNum type="arabicPeriod"/>
              <a:tabLst>
                <a:tab pos="187325" algn="l"/>
              </a:tabLst>
            </a:pPr>
            <a:r>
              <a:rPr sz="1400" b="1" spc="-20" dirty="0">
                <a:latin typeface="Times New Roman"/>
                <a:cs typeface="Times New Roman"/>
              </a:rPr>
              <a:t>Technical</a:t>
            </a:r>
            <a:r>
              <a:rPr sz="1400" b="1" spc="-5" dirty="0">
                <a:latin typeface="Times New Roman"/>
                <a:cs typeface="Times New Roman"/>
              </a:rPr>
              <a:t> </a:t>
            </a:r>
            <a:r>
              <a:rPr sz="1400" b="1" spc="-10" dirty="0">
                <a:latin typeface="Times New Roman"/>
                <a:cs typeface="Times New Roman"/>
              </a:rPr>
              <a:t>Feasibility:</a:t>
            </a:r>
            <a:endParaRPr sz="1400" dirty="0">
              <a:latin typeface="Times New Roman"/>
              <a:cs typeface="Times New Roman"/>
            </a:endParaRPr>
          </a:p>
          <a:p>
            <a:pPr marL="12700" marR="5080" algn="just">
              <a:lnSpc>
                <a:spcPct val="110300"/>
              </a:lnSpc>
              <a:spcBef>
                <a:spcPts val="715"/>
              </a:spcBef>
            </a:pPr>
            <a:r>
              <a:rPr lang="en-US" sz="1200" dirty="0"/>
              <a:t>The Legal Case Management System is developed using a client-server architecture. The backend is implemented using </a:t>
            </a:r>
            <a:r>
              <a:rPr lang="en-US" sz="1200" b="1" dirty="0"/>
              <a:t>Flask (Python)</a:t>
            </a:r>
            <a:r>
              <a:rPr lang="en-US" sz="1200" dirty="0"/>
              <a:t>, while the frontend is built using HTML, CSS, and JavaScript for a responsive user interface. The system uses </a:t>
            </a:r>
            <a:r>
              <a:rPr lang="en-US" sz="1200" b="1" dirty="0"/>
              <a:t>MongoDB</a:t>
            </a:r>
            <a:r>
              <a:rPr lang="en-US" sz="1200" dirty="0"/>
              <a:t> for secure and flexible data storage of cases, users, hearings, and documents.</a:t>
            </a:r>
          </a:p>
          <a:p>
            <a:pPr marL="12700" marR="5080" algn="just">
              <a:lnSpc>
                <a:spcPct val="110300"/>
              </a:lnSpc>
              <a:spcBef>
                <a:spcPts val="715"/>
              </a:spcBef>
            </a:pPr>
            <a:endParaRPr sz="1200" dirty="0">
              <a:latin typeface="Times New Roman"/>
              <a:cs typeface="Times New Roman"/>
            </a:endParaRPr>
          </a:p>
          <a:p>
            <a:pPr marL="192405" indent="-179705" algn="just">
              <a:lnSpc>
                <a:spcPct val="100000"/>
              </a:lnSpc>
              <a:buAutoNum type="arabicPeriod" startAt="2"/>
              <a:tabLst>
                <a:tab pos="192405" algn="l"/>
              </a:tabLst>
            </a:pPr>
            <a:r>
              <a:rPr sz="1400" b="1" dirty="0">
                <a:latin typeface="Times New Roman"/>
                <a:cs typeface="Times New Roman"/>
              </a:rPr>
              <a:t>Operational</a:t>
            </a:r>
            <a:r>
              <a:rPr sz="1400" b="1" spc="-30" dirty="0">
                <a:latin typeface="Times New Roman"/>
                <a:cs typeface="Times New Roman"/>
              </a:rPr>
              <a:t> </a:t>
            </a:r>
            <a:r>
              <a:rPr sz="1400" b="1" spc="-10" dirty="0">
                <a:latin typeface="Times New Roman"/>
                <a:cs typeface="Times New Roman"/>
              </a:rPr>
              <a:t>Feasibility:</a:t>
            </a:r>
            <a:endParaRPr sz="1400" dirty="0">
              <a:latin typeface="Times New Roman"/>
              <a:cs typeface="Times New Roman"/>
            </a:endParaRPr>
          </a:p>
          <a:p>
            <a:r>
              <a:rPr lang="en-US" sz="1200" dirty="0"/>
              <a:t>The system provides a simple and user-friendly interface for different users such as </a:t>
            </a:r>
            <a:r>
              <a:rPr lang="en-US" sz="1200" b="1" dirty="0"/>
              <a:t>Admin, Lawyer, Client, and Staff</a:t>
            </a:r>
            <a:r>
              <a:rPr lang="en-US" sz="1200" dirty="0"/>
              <a:t>.</a:t>
            </a:r>
          </a:p>
          <a:p>
            <a:r>
              <a:rPr lang="en-US" sz="1200" b="1" dirty="0"/>
              <a:t>Clients</a:t>
            </a:r>
            <a:r>
              <a:rPr lang="en-US" sz="1200" dirty="0"/>
              <a:t> can register, log in, view their cases, and track hearing dates </a:t>
            </a:r>
          </a:p>
          <a:p>
            <a:r>
              <a:rPr lang="en-US" sz="1200" b="1" dirty="0"/>
              <a:t>Lawyers</a:t>
            </a:r>
            <a:r>
              <a:rPr lang="en-US" sz="1200" dirty="0"/>
              <a:t> can manage assigned cases, update case status, and add hearings </a:t>
            </a:r>
          </a:p>
          <a:p>
            <a:r>
              <a:rPr lang="en-US" sz="1200" b="1" dirty="0"/>
              <a:t>Admins</a:t>
            </a:r>
            <a:r>
              <a:rPr lang="en-US" sz="1200" dirty="0"/>
              <a:t> can control users, assign cases, and monitor system activities </a:t>
            </a:r>
          </a:p>
          <a:p>
            <a:r>
              <a:rPr lang="en-US" sz="1200" b="1" dirty="0"/>
              <a:t>Staff</a:t>
            </a:r>
            <a:r>
              <a:rPr lang="en-US" sz="1200" dirty="0"/>
              <a:t> can assist in managing records and operations</a:t>
            </a:r>
          </a:p>
          <a:p>
            <a:endParaRPr lang="en-US" sz="1200" dirty="0"/>
          </a:p>
          <a:p>
            <a:pPr marL="192405" indent="-179705" algn="just">
              <a:lnSpc>
                <a:spcPct val="100000"/>
              </a:lnSpc>
              <a:spcBef>
                <a:spcPts val="5"/>
              </a:spcBef>
              <a:buAutoNum type="arabicPeriod" startAt="3"/>
              <a:tabLst>
                <a:tab pos="192405" algn="l"/>
              </a:tabLst>
            </a:pPr>
            <a:r>
              <a:rPr sz="1400" b="1" dirty="0">
                <a:latin typeface="Times New Roman"/>
                <a:cs typeface="Times New Roman"/>
              </a:rPr>
              <a:t>Economic</a:t>
            </a:r>
            <a:r>
              <a:rPr sz="1400" b="1" spc="-35" dirty="0">
                <a:latin typeface="Times New Roman"/>
                <a:cs typeface="Times New Roman"/>
              </a:rPr>
              <a:t> </a:t>
            </a:r>
            <a:r>
              <a:rPr sz="1400" b="1" spc="-10" dirty="0">
                <a:latin typeface="Times New Roman"/>
                <a:cs typeface="Times New Roman"/>
              </a:rPr>
              <a:t>Feasibility:</a:t>
            </a:r>
            <a:endParaRPr sz="1400" dirty="0">
              <a:latin typeface="Times New Roman"/>
              <a:cs typeface="Times New Roman"/>
            </a:endParaRPr>
          </a:p>
          <a:p>
            <a:pPr marL="12700" marR="8890" algn="just">
              <a:lnSpc>
                <a:spcPct val="110100"/>
              </a:lnSpc>
              <a:spcBef>
                <a:spcPts val="715"/>
              </a:spcBef>
            </a:pPr>
            <a:r>
              <a:rPr lang="en-US" sz="1200" dirty="0"/>
              <a:t>The development cost of the Legal Case Management System is minimized by using open-source technologies such as Flask, MongoDB, and standard web technologies.</a:t>
            </a:r>
          </a:p>
          <a:p>
            <a:r>
              <a:rPr lang="en-US" sz="1200" dirty="0"/>
              <a:t>The system reduces:</a:t>
            </a:r>
          </a:p>
          <a:p>
            <a:r>
              <a:rPr lang="en-US" sz="1200" dirty="0"/>
              <a:t>-Manual paperwork </a:t>
            </a:r>
          </a:p>
          <a:p>
            <a:r>
              <a:rPr lang="en-US" sz="1200" dirty="0"/>
              <a:t>-Time required for case tracking </a:t>
            </a:r>
          </a:p>
          <a:p>
            <a:r>
              <a:rPr lang="en-US" sz="1200" dirty="0"/>
              <a:t>-Human errors in scheduling and record management</a:t>
            </a:r>
          </a:p>
          <a:p>
            <a:pPr marL="12700" marR="8890" algn="just">
              <a:lnSpc>
                <a:spcPct val="110100"/>
              </a:lnSpc>
              <a:spcBef>
                <a:spcPts val="715"/>
              </a:spcBef>
            </a:pPr>
            <a:endParaRPr sz="1200" dirty="0">
              <a:latin typeface="Times New Roman"/>
              <a:cs typeface="Times New Roman"/>
            </a:endParaRPr>
          </a:p>
        </p:txBody>
      </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
        <p:nvSpPr>
          <p:cNvPr id="28" name="Rectangle 4">
            <a:extLst>
              <a:ext uri="{FF2B5EF4-FFF2-40B4-BE49-F238E27FC236}">
                <a16:creationId xmlns:a16="http://schemas.microsoft.com/office/drawing/2014/main" id="{E2B4A085-EDBF-D561-9670-AD4970D71ABE}"/>
              </a:ext>
            </a:extLst>
          </p:cNvPr>
          <p:cNvSpPr>
            <a:spLocks noChangeArrowheads="1"/>
          </p:cNvSpPr>
          <p:nvPr/>
        </p:nvSpPr>
        <p:spPr bwMode="auto">
          <a:xfrm>
            <a:off x="2362200" y="1856767"/>
            <a:ext cx="465223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Technical Feasibility ,Operational Feasibility ,Economic Feasibility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72810" cy="162115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12700">
              <a:lnSpc>
                <a:spcPct val="100000"/>
              </a:lnSpc>
            </a:pPr>
            <a:r>
              <a:rPr sz="1600" b="1" dirty="0">
                <a:latin typeface="Times New Roman"/>
                <a:cs typeface="Times New Roman"/>
              </a:rPr>
              <a:t>3.2</a:t>
            </a:r>
            <a:r>
              <a:rPr sz="1600" b="1" spc="-60" dirty="0">
                <a:latin typeface="Times New Roman"/>
                <a:cs typeface="Times New Roman"/>
              </a:rPr>
              <a:t> </a:t>
            </a:r>
            <a:r>
              <a:rPr sz="1600" b="1" dirty="0">
                <a:latin typeface="Times New Roman"/>
                <a:cs typeface="Times New Roman"/>
              </a:rPr>
              <a:t>Software</a:t>
            </a:r>
            <a:r>
              <a:rPr sz="1600" b="1" spc="-50" dirty="0">
                <a:latin typeface="Times New Roman"/>
                <a:cs typeface="Times New Roman"/>
              </a:rPr>
              <a:t> </a:t>
            </a:r>
            <a:r>
              <a:rPr sz="1600" b="1" dirty="0">
                <a:latin typeface="Times New Roman"/>
                <a:cs typeface="Times New Roman"/>
              </a:rPr>
              <a:t>Engineering</a:t>
            </a:r>
            <a:r>
              <a:rPr sz="1600" b="1" spc="-55" dirty="0">
                <a:latin typeface="Times New Roman"/>
                <a:cs typeface="Times New Roman"/>
              </a:rPr>
              <a:t> </a:t>
            </a:r>
            <a:r>
              <a:rPr sz="1600" b="1" spc="-20" dirty="0">
                <a:latin typeface="Times New Roman"/>
                <a:cs typeface="Times New Roman"/>
              </a:rPr>
              <a:t>Model</a:t>
            </a:r>
            <a:endParaRPr sz="1600">
              <a:latin typeface="Times New Roman"/>
              <a:cs typeface="Times New Roman"/>
            </a:endParaRPr>
          </a:p>
          <a:p>
            <a:pPr marL="12700" marR="5080" algn="just">
              <a:lnSpc>
                <a:spcPct val="95900"/>
              </a:lnSpc>
              <a:spcBef>
                <a:spcPts val="1540"/>
              </a:spcBef>
            </a:pPr>
            <a:r>
              <a:rPr sz="1200" dirty="0">
                <a:latin typeface="Times New Roman"/>
                <a:cs typeface="Times New Roman"/>
              </a:rPr>
              <a:t>The</a:t>
            </a:r>
            <a:r>
              <a:rPr sz="1200" spc="90" dirty="0">
                <a:latin typeface="Times New Roman"/>
                <a:cs typeface="Times New Roman"/>
              </a:rPr>
              <a:t> </a:t>
            </a:r>
            <a:r>
              <a:rPr sz="1200" b="1" dirty="0">
                <a:latin typeface="Times New Roman"/>
                <a:cs typeface="Times New Roman"/>
              </a:rPr>
              <a:t>Software</a:t>
            </a:r>
            <a:r>
              <a:rPr sz="1200" b="1" spc="95" dirty="0">
                <a:latin typeface="Times New Roman"/>
                <a:cs typeface="Times New Roman"/>
              </a:rPr>
              <a:t> </a:t>
            </a:r>
            <a:r>
              <a:rPr sz="1200" b="1" dirty="0">
                <a:latin typeface="Times New Roman"/>
                <a:cs typeface="Times New Roman"/>
              </a:rPr>
              <a:t>Support</a:t>
            </a:r>
            <a:r>
              <a:rPr sz="1200" b="1" spc="70" dirty="0">
                <a:latin typeface="Times New Roman"/>
                <a:cs typeface="Times New Roman"/>
              </a:rPr>
              <a:t> </a:t>
            </a:r>
            <a:r>
              <a:rPr sz="1200" b="1" dirty="0">
                <a:latin typeface="Times New Roman"/>
                <a:cs typeface="Times New Roman"/>
              </a:rPr>
              <a:t>Ticketing</a:t>
            </a:r>
            <a:r>
              <a:rPr sz="1200" b="1" spc="85" dirty="0">
                <a:latin typeface="Times New Roman"/>
                <a:cs typeface="Times New Roman"/>
              </a:rPr>
              <a:t> </a:t>
            </a:r>
            <a:r>
              <a:rPr sz="1200" b="1" dirty="0">
                <a:latin typeface="Times New Roman"/>
                <a:cs typeface="Times New Roman"/>
              </a:rPr>
              <a:t>System</a:t>
            </a:r>
            <a:r>
              <a:rPr sz="1200" b="1" spc="85" dirty="0">
                <a:latin typeface="Times New Roman"/>
                <a:cs typeface="Times New Roman"/>
              </a:rPr>
              <a:t> </a:t>
            </a:r>
            <a:r>
              <a:rPr sz="1200" dirty="0">
                <a:latin typeface="Times New Roman"/>
                <a:cs typeface="Times New Roman"/>
              </a:rPr>
              <a:t>was</a:t>
            </a:r>
            <a:r>
              <a:rPr sz="1200" spc="85" dirty="0">
                <a:latin typeface="Times New Roman"/>
                <a:cs typeface="Times New Roman"/>
              </a:rPr>
              <a:t> </a:t>
            </a:r>
            <a:r>
              <a:rPr sz="1200" dirty="0">
                <a:latin typeface="Times New Roman"/>
                <a:cs typeface="Times New Roman"/>
              </a:rPr>
              <a:t>developed</a:t>
            </a:r>
            <a:r>
              <a:rPr sz="1200" spc="85" dirty="0">
                <a:latin typeface="Times New Roman"/>
                <a:cs typeface="Times New Roman"/>
              </a:rPr>
              <a:t> </a:t>
            </a:r>
            <a:r>
              <a:rPr sz="1200" dirty="0">
                <a:latin typeface="Times New Roman"/>
                <a:cs typeface="Times New Roman"/>
              </a:rPr>
              <a:t>using</a:t>
            </a:r>
            <a:r>
              <a:rPr sz="1200" spc="85" dirty="0">
                <a:latin typeface="Times New Roman"/>
                <a:cs typeface="Times New Roman"/>
              </a:rPr>
              <a:t> </a:t>
            </a:r>
            <a:r>
              <a:rPr sz="1200" dirty="0">
                <a:latin typeface="Times New Roman"/>
                <a:cs typeface="Times New Roman"/>
              </a:rPr>
              <a:t>the</a:t>
            </a:r>
            <a:r>
              <a:rPr sz="1200" spc="105" dirty="0">
                <a:latin typeface="Times New Roman"/>
                <a:cs typeface="Times New Roman"/>
              </a:rPr>
              <a:t> </a:t>
            </a:r>
            <a:r>
              <a:rPr sz="1200" b="1" dirty="0">
                <a:latin typeface="Times New Roman"/>
                <a:cs typeface="Times New Roman"/>
              </a:rPr>
              <a:t>Agile</a:t>
            </a:r>
            <a:r>
              <a:rPr sz="1200" b="1" spc="90" dirty="0">
                <a:latin typeface="Times New Roman"/>
                <a:cs typeface="Times New Roman"/>
              </a:rPr>
              <a:t> </a:t>
            </a:r>
            <a:r>
              <a:rPr sz="1200" b="1" dirty="0">
                <a:latin typeface="Times New Roman"/>
                <a:cs typeface="Times New Roman"/>
              </a:rPr>
              <a:t>model</a:t>
            </a:r>
            <a:r>
              <a:rPr sz="1200" dirty="0">
                <a:latin typeface="Times New Roman"/>
                <a:cs typeface="Times New Roman"/>
              </a:rPr>
              <a:t>,</a:t>
            </a:r>
            <a:r>
              <a:rPr sz="1200" spc="85" dirty="0">
                <a:latin typeface="Times New Roman"/>
                <a:cs typeface="Times New Roman"/>
              </a:rPr>
              <a:t> </a:t>
            </a:r>
            <a:r>
              <a:rPr sz="1200" dirty="0">
                <a:latin typeface="Times New Roman"/>
                <a:cs typeface="Times New Roman"/>
              </a:rPr>
              <a:t>allowing</a:t>
            </a:r>
            <a:r>
              <a:rPr sz="1200" spc="85" dirty="0">
                <a:latin typeface="Times New Roman"/>
                <a:cs typeface="Times New Roman"/>
              </a:rPr>
              <a:t> </a:t>
            </a:r>
            <a:r>
              <a:rPr sz="1200" spc="-25" dirty="0">
                <a:latin typeface="Times New Roman"/>
                <a:cs typeface="Times New Roman"/>
              </a:rPr>
              <a:t>for </a:t>
            </a:r>
            <a:r>
              <a:rPr sz="1200" dirty="0">
                <a:latin typeface="Times New Roman"/>
                <a:cs typeface="Times New Roman"/>
              </a:rPr>
              <a:t>iterative</a:t>
            </a:r>
            <a:r>
              <a:rPr sz="1200" spc="-15" dirty="0">
                <a:latin typeface="Times New Roman"/>
                <a:cs typeface="Times New Roman"/>
              </a:rPr>
              <a:t> </a:t>
            </a:r>
            <a:r>
              <a:rPr sz="1200" spc="-10" dirty="0">
                <a:latin typeface="Times New Roman"/>
                <a:cs typeface="Times New Roman"/>
              </a:rPr>
              <a:t>progress,</a:t>
            </a:r>
            <a:r>
              <a:rPr sz="1200" spc="-35" dirty="0">
                <a:latin typeface="Times New Roman"/>
                <a:cs typeface="Times New Roman"/>
              </a:rPr>
              <a:t> </a:t>
            </a:r>
            <a:r>
              <a:rPr sz="1200" dirty="0">
                <a:latin typeface="Times New Roman"/>
                <a:cs typeface="Times New Roman"/>
              </a:rPr>
              <a:t>early</a:t>
            </a:r>
            <a:r>
              <a:rPr sz="1200" spc="-35" dirty="0">
                <a:latin typeface="Times New Roman"/>
                <a:cs typeface="Times New Roman"/>
              </a:rPr>
              <a:t> </a:t>
            </a:r>
            <a:r>
              <a:rPr sz="1200" dirty="0">
                <a:latin typeface="Times New Roman"/>
                <a:cs typeface="Times New Roman"/>
              </a:rPr>
              <a:t>feedback,</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continuous</a:t>
            </a:r>
            <a:r>
              <a:rPr sz="1200" spc="-35" dirty="0">
                <a:latin typeface="Times New Roman"/>
                <a:cs typeface="Times New Roman"/>
              </a:rPr>
              <a:t> </a:t>
            </a:r>
            <a:r>
              <a:rPr sz="1200" spc="-10" dirty="0">
                <a:latin typeface="Times New Roman"/>
                <a:cs typeface="Times New Roman"/>
              </a:rPr>
              <a:t>improvement.</a:t>
            </a:r>
            <a:r>
              <a:rPr sz="1200" spc="-35" dirty="0">
                <a:latin typeface="Times New Roman"/>
                <a:cs typeface="Times New Roman"/>
              </a:rPr>
              <a:t> </a:t>
            </a:r>
            <a:r>
              <a:rPr sz="1200" spc="-10" dirty="0">
                <a:latin typeface="Times New Roman"/>
                <a:cs typeface="Times New Roman"/>
              </a:rPr>
              <a:t>Development</a:t>
            </a:r>
            <a:r>
              <a:rPr sz="1200" spc="-30" dirty="0">
                <a:latin typeface="Times New Roman"/>
                <a:cs typeface="Times New Roman"/>
              </a:rPr>
              <a:t> </a:t>
            </a:r>
            <a:r>
              <a:rPr sz="1200" dirty="0">
                <a:latin typeface="Times New Roman"/>
                <a:cs typeface="Times New Roman"/>
              </a:rPr>
              <a:t>was</a:t>
            </a:r>
            <a:r>
              <a:rPr sz="1200" spc="-40" dirty="0">
                <a:latin typeface="Times New Roman"/>
                <a:cs typeface="Times New Roman"/>
              </a:rPr>
              <a:t> </a:t>
            </a:r>
            <a:r>
              <a:rPr sz="1200" dirty="0">
                <a:latin typeface="Times New Roman"/>
                <a:cs typeface="Times New Roman"/>
              </a:rPr>
              <a:t>organized</a:t>
            </a:r>
            <a:r>
              <a:rPr sz="1200" spc="-45" dirty="0">
                <a:latin typeface="Times New Roman"/>
                <a:cs typeface="Times New Roman"/>
              </a:rPr>
              <a:t> </a:t>
            </a:r>
            <a:r>
              <a:rPr sz="1200" spc="-20" dirty="0">
                <a:latin typeface="Times New Roman"/>
                <a:cs typeface="Times New Roman"/>
              </a:rPr>
              <a:t>into </a:t>
            </a:r>
            <a:r>
              <a:rPr sz="1200" dirty="0">
                <a:latin typeface="Times New Roman"/>
                <a:cs typeface="Times New Roman"/>
              </a:rPr>
              <a:t>sprints,</a:t>
            </a:r>
            <a:r>
              <a:rPr sz="1200" spc="280" dirty="0">
                <a:latin typeface="Times New Roman"/>
                <a:cs typeface="Times New Roman"/>
              </a:rPr>
              <a:t> </a:t>
            </a:r>
            <a:r>
              <a:rPr sz="1200" dirty="0">
                <a:latin typeface="Times New Roman"/>
                <a:cs typeface="Times New Roman"/>
              </a:rPr>
              <a:t>starting</a:t>
            </a:r>
            <a:r>
              <a:rPr sz="1200" spc="280" dirty="0">
                <a:latin typeface="Times New Roman"/>
                <a:cs typeface="Times New Roman"/>
              </a:rPr>
              <a:t> </a:t>
            </a:r>
            <a:r>
              <a:rPr sz="1200" dirty="0">
                <a:latin typeface="Times New Roman"/>
                <a:cs typeface="Times New Roman"/>
              </a:rPr>
              <a:t>with</a:t>
            </a:r>
            <a:r>
              <a:rPr sz="1200" spc="285" dirty="0">
                <a:latin typeface="Times New Roman"/>
                <a:cs typeface="Times New Roman"/>
              </a:rPr>
              <a:t> </a:t>
            </a:r>
            <a:r>
              <a:rPr sz="1200" dirty="0">
                <a:latin typeface="Times New Roman"/>
                <a:cs typeface="Times New Roman"/>
              </a:rPr>
              <a:t>requirement</a:t>
            </a:r>
            <a:r>
              <a:rPr sz="1200" spc="285" dirty="0">
                <a:latin typeface="Times New Roman"/>
                <a:cs typeface="Times New Roman"/>
              </a:rPr>
              <a:t> </a:t>
            </a:r>
            <a:r>
              <a:rPr sz="1200" dirty="0">
                <a:latin typeface="Times New Roman"/>
                <a:cs typeface="Times New Roman"/>
              </a:rPr>
              <a:t>gathering</a:t>
            </a:r>
            <a:r>
              <a:rPr sz="1200" spc="285" dirty="0">
                <a:latin typeface="Times New Roman"/>
                <a:cs typeface="Times New Roman"/>
              </a:rPr>
              <a:t> </a:t>
            </a:r>
            <a:r>
              <a:rPr sz="1200" dirty="0">
                <a:latin typeface="Times New Roman"/>
                <a:cs typeface="Times New Roman"/>
              </a:rPr>
              <a:t>and</a:t>
            </a:r>
            <a:r>
              <a:rPr sz="1200" spc="280" dirty="0">
                <a:latin typeface="Times New Roman"/>
                <a:cs typeface="Times New Roman"/>
              </a:rPr>
              <a:t> </a:t>
            </a:r>
            <a:r>
              <a:rPr sz="1200" dirty="0">
                <a:latin typeface="Times New Roman"/>
                <a:cs typeface="Times New Roman"/>
              </a:rPr>
              <a:t>backlog</a:t>
            </a:r>
            <a:r>
              <a:rPr sz="1200" spc="285" dirty="0">
                <a:latin typeface="Times New Roman"/>
                <a:cs typeface="Times New Roman"/>
              </a:rPr>
              <a:t> </a:t>
            </a:r>
            <a:r>
              <a:rPr sz="1200" dirty="0">
                <a:latin typeface="Times New Roman"/>
                <a:cs typeface="Times New Roman"/>
              </a:rPr>
              <a:t>creation,</a:t>
            </a:r>
            <a:r>
              <a:rPr sz="1200" spc="280" dirty="0">
                <a:latin typeface="Times New Roman"/>
                <a:cs typeface="Times New Roman"/>
              </a:rPr>
              <a:t> </a:t>
            </a:r>
            <a:r>
              <a:rPr sz="1200" dirty="0">
                <a:latin typeface="Times New Roman"/>
                <a:cs typeface="Times New Roman"/>
              </a:rPr>
              <a:t>followed</a:t>
            </a:r>
            <a:r>
              <a:rPr sz="1200" spc="285" dirty="0">
                <a:latin typeface="Times New Roman"/>
                <a:cs typeface="Times New Roman"/>
              </a:rPr>
              <a:t> </a:t>
            </a:r>
            <a:r>
              <a:rPr sz="1200" dirty="0">
                <a:latin typeface="Times New Roman"/>
                <a:cs typeface="Times New Roman"/>
              </a:rPr>
              <a:t>by</a:t>
            </a:r>
            <a:r>
              <a:rPr sz="1200" spc="265" dirty="0">
                <a:latin typeface="Times New Roman"/>
                <a:cs typeface="Times New Roman"/>
              </a:rPr>
              <a:t> </a:t>
            </a:r>
            <a:r>
              <a:rPr sz="1200" dirty="0">
                <a:latin typeface="Times New Roman"/>
                <a:cs typeface="Times New Roman"/>
              </a:rPr>
              <a:t>sprint-</a:t>
            </a:r>
            <a:r>
              <a:rPr sz="1200" spc="-10" dirty="0">
                <a:latin typeface="Times New Roman"/>
                <a:cs typeface="Times New Roman"/>
              </a:rPr>
              <a:t>based </a:t>
            </a:r>
            <a:r>
              <a:rPr sz="1200" dirty="0">
                <a:latin typeface="Times New Roman"/>
                <a:cs typeface="Times New Roman"/>
              </a:rPr>
              <a:t>development,</a:t>
            </a:r>
            <a:r>
              <a:rPr sz="1200" spc="-25" dirty="0">
                <a:latin typeface="Times New Roman"/>
                <a:cs typeface="Times New Roman"/>
              </a:rPr>
              <a:t> </a:t>
            </a:r>
            <a:r>
              <a:rPr sz="1200" dirty="0">
                <a:latin typeface="Times New Roman"/>
                <a:cs typeface="Times New Roman"/>
              </a:rPr>
              <a:t>regular</a:t>
            </a:r>
            <a:r>
              <a:rPr sz="1200" spc="-25" dirty="0">
                <a:latin typeface="Times New Roman"/>
                <a:cs typeface="Times New Roman"/>
              </a:rPr>
              <a:t> </a:t>
            </a:r>
            <a:r>
              <a:rPr sz="1200" dirty="0">
                <a:latin typeface="Times New Roman"/>
                <a:cs typeface="Times New Roman"/>
              </a:rPr>
              <a:t>reviews,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final</a:t>
            </a:r>
            <a:r>
              <a:rPr sz="1200" spc="-40" dirty="0">
                <a:latin typeface="Times New Roman"/>
                <a:cs typeface="Times New Roman"/>
              </a:rPr>
              <a:t> </a:t>
            </a:r>
            <a:r>
              <a:rPr sz="1200" spc="-10" dirty="0">
                <a:latin typeface="Times New Roman"/>
                <a:cs typeface="Times New Roman"/>
              </a:rPr>
              <a:t>system-</a:t>
            </a:r>
            <a:r>
              <a:rPr sz="1200" dirty="0">
                <a:latin typeface="Times New Roman"/>
                <a:cs typeface="Times New Roman"/>
              </a:rPr>
              <a:t>wide</a:t>
            </a:r>
            <a:r>
              <a:rPr sz="1200" spc="-20" dirty="0">
                <a:latin typeface="Times New Roman"/>
                <a:cs typeface="Times New Roman"/>
              </a:rPr>
              <a:t> </a:t>
            </a:r>
            <a:r>
              <a:rPr sz="1200" spc="-10" dirty="0">
                <a:latin typeface="Times New Roman"/>
                <a:cs typeface="Times New Roman"/>
              </a:rPr>
              <a:t>release.</a:t>
            </a:r>
            <a:endParaRPr sz="1200">
              <a:latin typeface="Times New Roman"/>
              <a:cs typeface="Times New Roman"/>
            </a:endParaRPr>
          </a:p>
        </p:txBody>
      </p:sp>
      <p:sp>
        <p:nvSpPr>
          <p:cNvPr id="4" name="object 4"/>
          <p:cNvSpPr txBox="1"/>
          <p:nvPr/>
        </p:nvSpPr>
        <p:spPr>
          <a:xfrm>
            <a:off x="902017" y="2553334"/>
            <a:ext cx="5826125" cy="6326505"/>
          </a:xfrm>
          <a:prstGeom prst="rect">
            <a:avLst/>
          </a:prstGeom>
        </p:spPr>
        <p:txBody>
          <a:bodyPr vert="horz" wrap="square" lIns="0" tIns="12700" rIns="0" bIns="0" rtlCol="0">
            <a:spAutoFit/>
          </a:bodyPr>
          <a:lstStyle/>
          <a:p>
            <a:pPr marL="192405" indent="-179705" algn="just">
              <a:lnSpc>
                <a:spcPct val="100000"/>
              </a:lnSpc>
              <a:spcBef>
                <a:spcPts val="100"/>
              </a:spcBef>
              <a:buAutoNum type="arabicPeriod"/>
              <a:tabLst>
                <a:tab pos="192405" algn="l"/>
              </a:tabLst>
            </a:pPr>
            <a:r>
              <a:rPr sz="1400" b="1" dirty="0">
                <a:latin typeface="Times New Roman"/>
                <a:cs typeface="Times New Roman"/>
              </a:rPr>
              <a:t>Product</a:t>
            </a:r>
            <a:r>
              <a:rPr sz="1400" b="1" spc="-65" dirty="0">
                <a:latin typeface="Times New Roman"/>
                <a:cs typeface="Times New Roman"/>
              </a:rPr>
              <a:t> </a:t>
            </a:r>
            <a:r>
              <a:rPr sz="1400" b="1" spc="-10" dirty="0">
                <a:latin typeface="Times New Roman"/>
                <a:cs typeface="Times New Roman"/>
              </a:rPr>
              <a:t>Vision</a:t>
            </a:r>
            <a:r>
              <a:rPr sz="1400" b="1" spc="-25" dirty="0">
                <a:latin typeface="Times New Roman"/>
                <a:cs typeface="Times New Roman"/>
              </a:rPr>
              <a:t> </a:t>
            </a:r>
            <a:r>
              <a:rPr sz="1400" b="1" dirty="0">
                <a:latin typeface="Times New Roman"/>
                <a:cs typeface="Times New Roman"/>
              </a:rPr>
              <a:t>and</a:t>
            </a:r>
            <a:r>
              <a:rPr sz="1400" b="1" spc="-20" dirty="0">
                <a:latin typeface="Times New Roman"/>
                <a:cs typeface="Times New Roman"/>
              </a:rPr>
              <a:t> </a:t>
            </a:r>
            <a:r>
              <a:rPr sz="1400" b="1" dirty="0">
                <a:latin typeface="Times New Roman"/>
                <a:cs typeface="Times New Roman"/>
              </a:rPr>
              <a:t>Backlog</a:t>
            </a:r>
            <a:r>
              <a:rPr sz="1400" b="1" spc="-25" dirty="0">
                <a:latin typeface="Times New Roman"/>
                <a:cs typeface="Times New Roman"/>
              </a:rPr>
              <a:t> </a:t>
            </a:r>
            <a:r>
              <a:rPr sz="1400" b="1" spc="-10" dirty="0">
                <a:latin typeface="Times New Roman"/>
                <a:cs typeface="Times New Roman"/>
              </a:rPr>
              <a:t>Creation</a:t>
            </a:r>
            <a:endParaRPr sz="1400">
              <a:latin typeface="Times New Roman"/>
              <a:cs typeface="Times New Roman"/>
            </a:endParaRPr>
          </a:p>
          <a:p>
            <a:pPr marL="12700" algn="just">
              <a:lnSpc>
                <a:spcPct val="100000"/>
              </a:lnSpc>
              <a:spcBef>
                <a:spcPts val="60"/>
              </a:spcBef>
            </a:pPr>
            <a:r>
              <a:rPr sz="1200" b="1" dirty="0">
                <a:latin typeface="Times New Roman"/>
                <a:cs typeface="Times New Roman"/>
              </a:rPr>
              <a:t>Phase:</a:t>
            </a:r>
            <a:r>
              <a:rPr sz="1200" b="1" spc="-15" dirty="0">
                <a:latin typeface="Times New Roman"/>
                <a:cs typeface="Times New Roman"/>
              </a:rPr>
              <a:t> </a:t>
            </a:r>
            <a:r>
              <a:rPr sz="1200" dirty="0">
                <a:latin typeface="Times New Roman"/>
                <a:cs typeface="Times New Roman"/>
              </a:rPr>
              <a:t>Initial</a:t>
            </a:r>
            <a:r>
              <a:rPr sz="1200" spc="-10" dirty="0">
                <a:latin typeface="Times New Roman"/>
                <a:cs typeface="Times New Roman"/>
              </a:rPr>
              <a:t> </a:t>
            </a:r>
            <a:r>
              <a:rPr sz="1200" dirty="0">
                <a:latin typeface="Times New Roman"/>
                <a:cs typeface="Times New Roman"/>
              </a:rPr>
              <a:t>Planning</a:t>
            </a:r>
            <a:r>
              <a:rPr sz="1200" spc="-35" dirty="0">
                <a:latin typeface="Times New Roman"/>
                <a:cs typeface="Times New Roman"/>
              </a:rPr>
              <a:t> </a:t>
            </a:r>
            <a:r>
              <a:rPr sz="1200" dirty="0">
                <a:latin typeface="Times New Roman"/>
                <a:cs typeface="Times New Roman"/>
              </a:rPr>
              <a:t>and</a:t>
            </a:r>
            <a:r>
              <a:rPr sz="1200" spc="-10" dirty="0">
                <a:latin typeface="Times New Roman"/>
                <a:cs typeface="Times New Roman"/>
              </a:rPr>
              <a:t> Requirement</a:t>
            </a:r>
            <a:r>
              <a:rPr sz="1200" spc="-35" dirty="0">
                <a:latin typeface="Times New Roman"/>
                <a:cs typeface="Times New Roman"/>
              </a:rPr>
              <a:t> </a:t>
            </a:r>
            <a:r>
              <a:rPr sz="1200" spc="-10" dirty="0">
                <a:latin typeface="Times New Roman"/>
                <a:cs typeface="Times New Roman"/>
              </a:rPr>
              <a:t>Gathering</a:t>
            </a:r>
            <a:endParaRPr sz="1200">
              <a:latin typeface="Times New Roman"/>
              <a:cs typeface="Times New Roman"/>
            </a:endParaRPr>
          </a:p>
          <a:p>
            <a:pPr marL="12700" marR="442595" algn="just">
              <a:lnSpc>
                <a:spcPct val="102800"/>
              </a:lnSpc>
              <a:spcBef>
                <a:spcPts val="20"/>
              </a:spcBef>
            </a:pPr>
            <a:r>
              <a:rPr sz="1200" b="1" dirty="0">
                <a:latin typeface="Times New Roman"/>
                <a:cs typeface="Times New Roman"/>
              </a:rPr>
              <a:t>Description:</a:t>
            </a:r>
            <a:r>
              <a:rPr sz="1200" b="1" spc="-5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phase</a:t>
            </a:r>
            <a:r>
              <a:rPr sz="1200" spc="-3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focused</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defining</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overall</a:t>
            </a:r>
            <a:r>
              <a:rPr sz="1200" spc="-20" dirty="0">
                <a:latin typeface="Times New Roman"/>
                <a:cs typeface="Times New Roman"/>
              </a:rPr>
              <a:t> </a:t>
            </a:r>
            <a:r>
              <a:rPr sz="1200" dirty="0">
                <a:latin typeface="Times New Roman"/>
                <a:cs typeface="Times New Roman"/>
              </a:rPr>
              <a:t>vision</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Tickety</a:t>
            </a:r>
            <a:r>
              <a:rPr sz="1200" spc="-20" dirty="0">
                <a:latin typeface="Times New Roman"/>
                <a:cs typeface="Times New Roman"/>
              </a:rPr>
              <a:t> </a:t>
            </a:r>
            <a:r>
              <a:rPr sz="1200" spc="-10" dirty="0">
                <a:latin typeface="Times New Roman"/>
                <a:cs typeface="Times New Roman"/>
              </a:rPr>
              <a:t>system, </a:t>
            </a:r>
            <a:r>
              <a:rPr sz="1200" dirty="0">
                <a:latin typeface="Times New Roman"/>
                <a:cs typeface="Times New Roman"/>
              </a:rPr>
              <a:t>identifying</a:t>
            </a:r>
            <a:r>
              <a:rPr sz="1200" spc="-3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roles,</a:t>
            </a:r>
            <a:r>
              <a:rPr sz="1200" spc="-25" dirty="0">
                <a:latin typeface="Times New Roman"/>
                <a:cs typeface="Times New Roman"/>
              </a:rPr>
              <a:t> </a:t>
            </a:r>
            <a:r>
              <a:rPr sz="1200" dirty="0">
                <a:latin typeface="Times New Roman"/>
                <a:cs typeface="Times New Roman"/>
              </a:rPr>
              <a:t>features,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functional</a:t>
            </a:r>
            <a:r>
              <a:rPr sz="1200" spc="-20" dirty="0">
                <a:latin typeface="Times New Roman"/>
                <a:cs typeface="Times New Roman"/>
              </a:rPr>
              <a:t> </a:t>
            </a:r>
            <a:r>
              <a:rPr sz="1200" spc="-10" dirty="0">
                <a:latin typeface="Times New Roman"/>
                <a:cs typeface="Times New Roman"/>
              </a:rPr>
              <a:t>expectations.</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backlog</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created</a:t>
            </a:r>
            <a:r>
              <a:rPr sz="1200" spc="-45" dirty="0">
                <a:latin typeface="Times New Roman"/>
                <a:cs typeface="Times New Roman"/>
              </a:rPr>
              <a:t> </a:t>
            </a:r>
            <a:r>
              <a:rPr sz="1200" spc="-20" dirty="0">
                <a:latin typeface="Times New Roman"/>
                <a:cs typeface="Times New Roman"/>
              </a:rPr>
              <a:t>with </a:t>
            </a:r>
            <a:r>
              <a:rPr sz="1200" dirty="0">
                <a:latin typeface="Times New Roman"/>
                <a:cs typeface="Times New Roman"/>
              </a:rPr>
              <a:t>prioritized</a:t>
            </a:r>
            <a:r>
              <a:rPr sz="1200" spc="-3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stories.</a:t>
            </a:r>
            <a:endParaRPr sz="1200">
              <a:latin typeface="Times New Roman"/>
              <a:cs typeface="Times New Roman"/>
            </a:endParaRPr>
          </a:p>
          <a:p>
            <a:pPr marL="240665" lvl="1" indent="-227965" algn="just">
              <a:lnSpc>
                <a:spcPct val="100000"/>
              </a:lnSpc>
              <a:spcBef>
                <a:spcPts val="960"/>
              </a:spcBef>
              <a:buFont typeface="Symbol"/>
              <a:buChar char=""/>
              <a:tabLst>
                <a:tab pos="240665" algn="l"/>
              </a:tabLst>
            </a:pPr>
            <a:r>
              <a:rPr sz="1200" b="1" spc="-10" dirty="0">
                <a:latin typeface="Times New Roman"/>
                <a:cs typeface="Times New Roman"/>
              </a:rPr>
              <a:t>Activities:</a:t>
            </a:r>
            <a:endParaRPr sz="1200">
              <a:latin typeface="Times New Roman"/>
              <a:cs typeface="Times New Roman"/>
            </a:endParaRPr>
          </a:p>
          <a:p>
            <a:pPr marL="584200" lvl="2" indent="-228600">
              <a:lnSpc>
                <a:spcPct val="100000"/>
              </a:lnSpc>
              <a:spcBef>
                <a:spcPts val="840"/>
              </a:spcBef>
              <a:buFont typeface="Courier New"/>
              <a:buChar char="o"/>
              <a:tabLst>
                <a:tab pos="584200" algn="l"/>
              </a:tabLst>
            </a:pPr>
            <a:r>
              <a:rPr sz="1200" dirty="0">
                <a:latin typeface="Times New Roman"/>
                <a:cs typeface="Times New Roman"/>
              </a:rPr>
              <a:t>Stakeholder</a:t>
            </a:r>
            <a:r>
              <a:rPr sz="1200" spc="-50" dirty="0">
                <a:latin typeface="Times New Roman"/>
                <a:cs typeface="Times New Roman"/>
              </a:rPr>
              <a:t> </a:t>
            </a:r>
            <a:r>
              <a:rPr sz="1200" spc="-10" dirty="0">
                <a:latin typeface="Times New Roman"/>
                <a:cs typeface="Times New Roman"/>
              </a:rPr>
              <a:t>Meetings</a:t>
            </a:r>
            <a:endParaRPr sz="1200">
              <a:latin typeface="Times New Roman"/>
              <a:cs typeface="Times New Roman"/>
            </a:endParaRPr>
          </a:p>
          <a:p>
            <a:pPr marL="584200" lvl="2" indent="-228600">
              <a:lnSpc>
                <a:spcPct val="100000"/>
              </a:lnSpc>
              <a:spcBef>
                <a:spcPts val="140"/>
              </a:spcBef>
              <a:buFont typeface="Courier New"/>
              <a:buChar char="o"/>
              <a:tabLst>
                <a:tab pos="584200" algn="l"/>
              </a:tabLst>
            </a:pPr>
            <a:r>
              <a:rPr sz="1200" dirty="0">
                <a:latin typeface="Times New Roman"/>
                <a:cs typeface="Times New Roman"/>
              </a:rPr>
              <a:t>Requirement</a:t>
            </a:r>
            <a:r>
              <a:rPr sz="1200" spc="-65" dirty="0">
                <a:latin typeface="Times New Roman"/>
                <a:cs typeface="Times New Roman"/>
              </a:rPr>
              <a:t> </a:t>
            </a:r>
            <a:r>
              <a:rPr sz="1200" spc="-10" dirty="0">
                <a:latin typeface="Times New Roman"/>
                <a:cs typeface="Times New Roman"/>
              </a:rPr>
              <a:t>Gathering</a:t>
            </a:r>
            <a:endParaRPr sz="1200">
              <a:latin typeface="Times New Roman"/>
              <a:cs typeface="Times New Roman"/>
            </a:endParaRPr>
          </a:p>
          <a:p>
            <a:pPr marL="584200" lvl="2" indent="-228600">
              <a:lnSpc>
                <a:spcPct val="100000"/>
              </a:lnSpc>
              <a:spcBef>
                <a:spcPts val="140"/>
              </a:spcBef>
              <a:buFont typeface="Courier New"/>
              <a:buChar char="o"/>
              <a:tabLst>
                <a:tab pos="584200" algn="l"/>
              </a:tabLst>
            </a:pPr>
            <a:r>
              <a:rPr sz="1200" dirty="0">
                <a:latin typeface="Times New Roman"/>
                <a:cs typeface="Times New Roman"/>
              </a:rPr>
              <a:t>Feature</a:t>
            </a:r>
            <a:r>
              <a:rPr sz="1200" spc="-30" dirty="0">
                <a:latin typeface="Times New Roman"/>
                <a:cs typeface="Times New Roman"/>
              </a:rPr>
              <a:t> </a:t>
            </a:r>
            <a:r>
              <a:rPr sz="1200" spc="-10" dirty="0">
                <a:latin typeface="Times New Roman"/>
                <a:cs typeface="Times New Roman"/>
              </a:rPr>
              <a:t>Listing</a:t>
            </a:r>
            <a:endParaRPr sz="1200">
              <a:latin typeface="Times New Roman"/>
              <a:cs typeface="Times New Roman"/>
            </a:endParaRPr>
          </a:p>
          <a:p>
            <a:pPr marL="584200" lvl="2" indent="-228600">
              <a:lnSpc>
                <a:spcPct val="100000"/>
              </a:lnSpc>
              <a:spcBef>
                <a:spcPts val="160"/>
              </a:spcBef>
              <a:buFont typeface="Courier New"/>
              <a:buChar char="o"/>
              <a:tabLst>
                <a:tab pos="584200" algn="l"/>
              </a:tabLst>
            </a:pPr>
            <a:r>
              <a:rPr sz="1200" dirty="0">
                <a:latin typeface="Times New Roman"/>
                <a:cs typeface="Times New Roman"/>
              </a:rPr>
              <a:t>Backlog</a:t>
            </a:r>
            <a:r>
              <a:rPr sz="1200" spc="-20" dirty="0">
                <a:latin typeface="Times New Roman"/>
                <a:cs typeface="Times New Roman"/>
              </a:rPr>
              <a:t> </a:t>
            </a:r>
            <a:r>
              <a:rPr sz="1200" spc="-10" dirty="0">
                <a:latin typeface="Times New Roman"/>
                <a:cs typeface="Times New Roman"/>
              </a:rPr>
              <a:t>Setup</a:t>
            </a:r>
            <a:endParaRPr sz="1200">
              <a:latin typeface="Times New Roman"/>
              <a:cs typeface="Times New Roman"/>
            </a:endParaRPr>
          </a:p>
          <a:p>
            <a:pPr marL="584200" lvl="2" indent="-228600">
              <a:lnSpc>
                <a:spcPct val="100000"/>
              </a:lnSpc>
              <a:spcBef>
                <a:spcPts val="140"/>
              </a:spcBef>
              <a:buFont typeface="Courier New"/>
              <a:buChar char="o"/>
              <a:tabLst>
                <a:tab pos="584200" algn="l"/>
              </a:tabLst>
            </a:pPr>
            <a:r>
              <a:rPr sz="1200" dirty="0">
                <a:latin typeface="Times New Roman"/>
                <a:cs typeface="Times New Roman"/>
              </a:rPr>
              <a:t>Initial</a:t>
            </a:r>
            <a:r>
              <a:rPr sz="1200" spc="-50" dirty="0">
                <a:latin typeface="Times New Roman"/>
                <a:cs typeface="Times New Roman"/>
              </a:rPr>
              <a:t> </a:t>
            </a:r>
            <a:r>
              <a:rPr sz="1200" spc="-10" dirty="0">
                <a:latin typeface="Times New Roman"/>
                <a:cs typeface="Times New Roman"/>
              </a:rPr>
              <a:t>Estimation</a:t>
            </a:r>
            <a:endParaRPr sz="1200">
              <a:latin typeface="Times New Roman"/>
              <a:cs typeface="Times New Roman"/>
            </a:endParaRPr>
          </a:p>
          <a:p>
            <a:pPr marL="192405" indent="-179705">
              <a:lnSpc>
                <a:spcPct val="100000"/>
              </a:lnSpc>
              <a:spcBef>
                <a:spcPts val="1340"/>
              </a:spcBef>
              <a:buAutoNum type="arabicPeriod" startAt="2"/>
              <a:tabLst>
                <a:tab pos="192405" algn="l"/>
              </a:tabLst>
            </a:pPr>
            <a:r>
              <a:rPr sz="1400" b="1" spc="-10" dirty="0">
                <a:latin typeface="Times New Roman"/>
                <a:cs typeface="Times New Roman"/>
              </a:rPr>
              <a:t>Sprint-</a:t>
            </a:r>
            <a:r>
              <a:rPr sz="1400" b="1" dirty="0">
                <a:latin typeface="Times New Roman"/>
                <a:cs typeface="Times New Roman"/>
              </a:rPr>
              <a:t>Based</a:t>
            </a:r>
            <a:r>
              <a:rPr sz="1400" b="1" spc="-30" dirty="0">
                <a:latin typeface="Times New Roman"/>
                <a:cs typeface="Times New Roman"/>
              </a:rPr>
              <a:t> </a:t>
            </a:r>
            <a:r>
              <a:rPr sz="1400" b="1" dirty="0">
                <a:latin typeface="Times New Roman"/>
                <a:cs typeface="Times New Roman"/>
              </a:rPr>
              <a:t>Iterative</a:t>
            </a:r>
            <a:r>
              <a:rPr sz="1400" b="1" spc="-30" dirty="0">
                <a:latin typeface="Times New Roman"/>
                <a:cs typeface="Times New Roman"/>
              </a:rPr>
              <a:t> </a:t>
            </a:r>
            <a:r>
              <a:rPr sz="1400" b="1" spc="-10" dirty="0">
                <a:latin typeface="Times New Roman"/>
                <a:cs typeface="Times New Roman"/>
              </a:rPr>
              <a:t>Development</a:t>
            </a:r>
            <a:endParaRPr sz="1400">
              <a:latin typeface="Times New Roman"/>
              <a:cs typeface="Times New Roman"/>
            </a:endParaRPr>
          </a:p>
          <a:p>
            <a:pPr marL="12700">
              <a:lnSpc>
                <a:spcPct val="100000"/>
              </a:lnSpc>
              <a:spcBef>
                <a:spcPts val="60"/>
              </a:spcBef>
            </a:pPr>
            <a:r>
              <a:rPr sz="1200" b="1" spc="-10" dirty="0">
                <a:latin typeface="Times New Roman"/>
                <a:cs typeface="Times New Roman"/>
              </a:rPr>
              <a:t>Phase:</a:t>
            </a:r>
            <a:r>
              <a:rPr sz="1200" b="1" spc="-60" dirty="0">
                <a:latin typeface="Times New Roman"/>
                <a:cs typeface="Times New Roman"/>
              </a:rPr>
              <a:t> </a:t>
            </a:r>
            <a:r>
              <a:rPr sz="1200" dirty="0">
                <a:latin typeface="Times New Roman"/>
                <a:cs typeface="Times New Roman"/>
              </a:rPr>
              <a:t>Agile</a:t>
            </a:r>
            <a:r>
              <a:rPr sz="1200" spc="5" dirty="0">
                <a:latin typeface="Times New Roman"/>
                <a:cs typeface="Times New Roman"/>
              </a:rPr>
              <a:t> </a:t>
            </a:r>
            <a:r>
              <a:rPr sz="1200" dirty="0">
                <a:latin typeface="Times New Roman"/>
                <a:cs typeface="Times New Roman"/>
              </a:rPr>
              <a:t>Sprints</a:t>
            </a:r>
            <a:r>
              <a:rPr sz="1200" spc="-10" dirty="0">
                <a:latin typeface="Times New Roman"/>
                <a:cs typeface="Times New Roman"/>
              </a:rPr>
              <a:t> </a:t>
            </a:r>
            <a:r>
              <a:rPr sz="1200" spc="-20" dirty="0">
                <a:latin typeface="Times New Roman"/>
                <a:cs typeface="Times New Roman"/>
              </a:rPr>
              <a:t>(Time-</a:t>
            </a:r>
            <a:r>
              <a:rPr sz="1200" dirty="0">
                <a:latin typeface="Times New Roman"/>
                <a:cs typeface="Times New Roman"/>
              </a:rPr>
              <a:t>Boxed </a:t>
            </a:r>
            <a:r>
              <a:rPr sz="1200" spc="-10" dirty="0">
                <a:latin typeface="Times New Roman"/>
                <a:cs typeface="Times New Roman"/>
              </a:rPr>
              <a:t>Iterations)</a:t>
            </a:r>
            <a:endParaRPr sz="1200">
              <a:latin typeface="Times New Roman"/>
              <a:cs typeface="Times New Roman"/>
            </a:endParaRPr>
          </a:p>
          <a:p>
            <a:pPr marL="12700" marR="307975">
              <a:lnSpc>
                <a:spcPct val="102800"/>
              </a:lnSpc>
              <a:spcBef>
                <a:spcPts val="20"/>
              </a:spcBef>
            </a:pPr>
            <a:r>
              <a:rPr sz="1200" b="1" dirty="0">
                <a:latin typeface="Times New Roman"/>
                <a:cs typeface="Times New Roman"/>
              </a:rPr>
              <a:t>Description:</a:t>
            </a:r>
            <a:r>
              <a:rPr sz="1200" b="1" spc="-35" dirty="0">
                <a:latin typeface="Times New Roman"/>
                <a:cs typeface="Times New Roman"/>
              </a:rPr>
              <a:t> </a:t>
            </a:r>
            <a:r>
              <a:rPr sz="1200" dirty="0">
                <a:latin typeface="Times New Roman"/>
                <a:cs typeface="Times New Roman"/>
              </a:rPr>
              <a:t>Development</a:t>
            </a:r>
            <a:r>
              <a:rPr sz="1200" spc="-30"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dirty="0">
                <a:latin typeface="Times New Roman"/>
                <a:cs typeface="Times New Roman"/>
              </a:rPr>
              <a:t>divided</a:t>
            </a:r>
            <a:r>
              <a:rPr sz="1200" spc="-35" dirty="0">
                <a:latin typeface="Times New Roman"/>
                <a:cs typeface="Times New Roman"/>
              </a:rPr>
              <a:t> </a:t>
            </a:r>
            <a:r>
              <a:rPr sz="1200" dirty="0">
                <a:latin typeface="Times New Roman"/>
                <a:cs typeface="Times New Roman"/>
              </a:rPr>
              <a:t>into</a:t>
            </a:r>
            <a:r>
              <a:rPr sz="1200" spc="-60" dirty="0">
                <a:latin typeface="Times New Roman"/>
                <a:cs typeface="Times New Roman"/>
              </a:rPr>
              <a:t> </a:t>
            </a:r>
            <a:r>
              <a:rPr sz="1200" dirty="0">
                <a:latin typeface="Times New Roman"/>
                <a:cs typeface="Times New Roman"/>
              </a:rPr>
              <a:t>multiple</a:t>
            </a:r>
            <a:r>
              <a:rPr sz="1200" spc="-30" dirty="0">
                <a:latin typeface="Times New Roman"/>
                <a:cs typeface="Times New Roman"/>
              </a:rPr>
              <a:t> </a:t>
            </a:r>
            <a:r>
              <a:rPr sz="1200" dirty="0">
                <a:latin typeface="Times New Roman"/>
                <a:cs typeface="Times New Roman"/>
              </a:rPr>
              <a:t>sprints.</a:t>
            </a:r>
            <a:r>
              <a:rPr sz="1200" spc="-35" dirty="0">
                <a:latin typeface="Times New Roman"/>
                <a:cs typeface="Times New Roman"/>
              </a:rPr>
              <a:t> </a:t>
            </a:r>
            <a:r>
              <a:rPr sz="1200" dirty="0">
                <a:latin typeface="Times New Roman"/>
                <a:cs typeface="Times New Roman"/>
              </a:rPr>
              <a:t>Each</a:t>
            </a:r>
            <a:r>
              <a:rPr sz="1200" spc="-35" dirty="0">
                <a:latin typeface="Times New Roman"/>
                <a:cs typeface="Times New Roman"/>
              </a:rPr>
              <a:t> </a:t>
            </a:r>
            <a:r>
              <a:rPr sz="1200" dirty="0">
                <a:latin typeface="Times New Roman"/>
                <a:cs typeface="Times New Roman"/>
              </a:rPr>
              <a:t>sprint</a:t>
            </a:r>
            <a:r>
              <a:rPr sz="1200" spc="-30" dirty="0">
                <a:latin typeface="Times New Roman"/>
                <a:cs typeface="Times New Roman"/>
              </a:rPr>
              <a:t> </a:t>
            </a:r>
            <a:r>
              <a:rPr sz="1200" dirty="0">
                <a:latin typeface="Times New Roman"/>
                <a:cs typeface="Times New Roman"/>
              </a:rPr>
              <a:t>delivers</a:t>
            </a:r>
            <a:r>
              <a:rPr sz="1200" spc="-4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working </a:t>
            </a:r>
            <a:r>
              <a:rPr sz="1200" dirty="0">
                <a:latin typeface="Times New Roman"/>
                <a:cs typeface="Times New Roman"/>
              </a:rPr>
              <a:t>module</a:t>
            </a:r>
            <a:r>
              <a:rPr sz="1200" spc="-2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adds</a:t>
            </a:r>
            <a:r>
              <a:rPr sz="1200" spc="-35" dirty="0">
                <a:latin typeface="Times New Roman"/>
                <a:cs typeface="Times New Roman"/>
              </a:rPr>
              <a:t> </a:t>
            </a:r>
            <a:r>
              <a:rPr sz="1200" dirty="0">
                <a:latin typeface="Times New Roman"/>
                <a:cs typeface="Times New Roman"/>
              </a:rPr>
              <a:t>value</a:t>
            </a:r>
            <a:r>
              <a:rPr sz="1200" spc="-1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end</a:t>
            </a:r>
            <a:r>
              <a:rPr sz="1200" spc="-20" dirty="0">
                <a:latin typeface="Times New Roman"/>
                <a:cs typeface="Times New Roman"/>
              </a:rPr>
              <a:t> </a:t>
            </a:r>
            <a:r>
              <a:rPr sz="1200" dirty="0">
                <a:latin typeface="Times New Roman"/>
                <a:cs typeface="Times New Roman"/>
              </a:rPr>
              <a:t>users.</a:t>
            </a:r>
            <a:r>
              <a:rPr sz="1200" spc="-20" dirty="0">
                <a:latin typeface="Times New Roman"/>
                <a:cs typeface="Times New Roman"/>
              </a:rPr>
              <a:t> </a:t>
            </a:r>
            <a:r>
              <a:rPr sz="1200" dirty="0">
                <a:latin typeface="Times New Roman"/>
                <a:cs typeface="Times New Roman"/>
              </a:rPr>
              <a:t>Feedback</a:t>
            </a:r>
            <a:r>
              <a:rPr sz="1200" spc="-4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integrated</a:t>
            </a:r>
            <a:r>
              <a:rPr sz="1200" spc="-20" dirty="0">
                <a:latin typeface="Times New Roman"/>
                <a:cs typeface="Times New Roman"/>
              </a:rPr>
              <a:t> </a:t>
            </a:r>
            <a:r>
              <a:rPr sz="1200" dirty="0">
                <a:latin typeface="Times New Roman"/>
                <a:cs typeface="Times New Roman"/>
              </a:rPr>
              <a:t>after</a:t>
            </a:r>
            <a:r>
              <a:rPr sz="1200" spc="-25" dirty="0">
                <a:latin typeface="Times New Roman"/>
                <a:cs typeface="Times New Roman"/>
              </a:rPr>
              <a:t> </a:t>
            </a:r>
            <a:r>
              <a:rPr sz="1200" dirty="0">
                <a:latin typeface="Times New Roman"/>
                <a:cs typeface="Times New Roman"/>
              </a:rPr>
              <a:t>every</a:t>
            </a:r>
            <a:r>
              <a:rPr sz="1200" spc="-20" dirty="0">
                <a:latin typeface="Times New Roman"/>
                <a:cs typeface="Times New Roman"/>
              </a:rPr>
              <a:t> </a:t>
            </a:r>
            <a:r>
              <a:rPr sz="1200" spc="-10" dirty="0">
                <a:latin typeface="Times New Roman"/>
                <a:cs typeface="Times New Roman"/>
              </a:rPr>
              <a:t>sprint.</a:t>
            </a:r>
            <a:endParaRPr sz="1200">
              <a:latin typeface="Times New Roman"/>
              <a:cs typeface="Times New Roman"/>
            </a:endParaRPr>
          </a:p>
          <a:p>
            <a:pPr marL="240665" lvl="1" indent="-227965">
              <a:lnSpc>
                <a:spcPct val="100000"/>
              </a:lnSpc>
              <a:spcBef>
                <a:spcPts val="965"/>
              </a:spcBef>
              <a:buFont typeface="Symbol"/>
              <a:buChar char=""/>
              <a:tabLst>
                <a:tab pos="240665" algn="l"/>
              </a:tabLst>
            </a:pPr>
            <a:r>
              <a:rPr sz="1200" b="1" dirty="0">
                <a:latin typeface="Times New Roman"/>
                <a:cs typeface="Times New Roman"/>
              </a:rPr>
              <a:t>Activities</a:t>
            </a:r>
            <a:r>
              <a:rPr sz="1200" b="1" spc="-35" dirty="0">
                <a:latin typeface="Times New Roman"/>
                <a:cs typeface="Times New Roman"/>
              </a:rPr>
              <a:t> </a:t>
            </a:r>
            <a:r>
              <a:rPr sz="1200" b="1" dirty="0">
                <a:latin typeface="Times New Roman"/>
                <a:cs typeface="Times New Roman"/>
              </a:rPr>
              <a:t>(For</a:t>
            </a:r>
            <a:r>
              <a:rPr sz="1200" b="1" spc="-40" dirty="0">
                <a:latin typeface="Times New Roman"/>
                <a:cs typeface="Times New Roman"/>
              </a:rPr>
              <a:t> </a:t>
            </a:r>
            <a:r>
              <a:rPr sz="1200" b="1" dirty="0">
                <a:latin typeface="Times New Roman"/>
                <a:cs typeface="Times New Roman"/>
              </a:rPr>
              <a:t>Each</a:t>
            </a:r>
            <a:r>
              <a:rPr sz="1200" b="1" spc="-35" dirty="0">
                <a:latin typeface="Times New Roman"/>
                <a:cs typeface="Times New Roman"/>
              </a:rPr>
              <a:t> </a:t>
            </a:r>
            <a:r>
              <a:rPr sz="1200" b="1" spc="-10" dirty="0">
                <a:latin typeface="Times New Roman"/>
                <a:cs typeface="Times New Roman"/>
              </a:rPr>
              <a:t>Sprint):</a:t>
            </a:r>
            <a:endParaRPr sz="1200">
              <a:latin typeface="Times New Roman"/>
              <a:cs typeface="Times New Roman"/>
            </a:endParaRPr>
          </a:p>
          <a:p>
            <a:pPr marL="469900" lvl="2" indent="-228600">
              <a:lnSpc>
                <a:spcPct val="100000"/>
              </a:lnSpc>
              <a:spcBef>
                <a:spcPts val="820"/>
              </a:spcBef>
              <a:buFont typeface="Courier New"/>
              <a:buChar char="o"/>
              <a:tabLst>
                <a:tab pos="469900" algn="l"/>
              </a:tabLst>
            </a:pPr>
            <a:r>
              <a:rPr sz="1200" dirty="0">
                <a:latin typeface="Times New Roman"/>
                <a:cs typeface="Times New Roman"/>
              </a:rPr>
              <a:t>Sprint</a:t>
            </a:r>
            <a:r>
              <a:rPr sz="1200" spc="-30" dirty="0">
                <a:latin typeface="Times New Roman"/>
                <a:cs typeface="Times New Roman"/>
              </a:rPr>
              <a:t> </a:t>
            </a:r>
            <a:r>
              <a:rPr sz="1200" spc="-10" dirty="0">
                <a:latin typeface="Times New Roman"/>
                <a:cs typeface="Times New Roman"/>
              </a:rPr>
              <a:t>Planning</a:t>
            </a:r>
            <a:endParaRPr sz="1200">
              <a:latin typeface="Times New Roman"/>
              <a:cs typeface="Times New Roman"/>
            </a:endParaRPr>
          </a:p>
          <a:p>
            <a:pPr marL="469900" lvl="2" indent="-228600">
              <a:lnSpc>
                <a:spcPct val="100000"/>
              </a:lnSpc>
              <a:spcBef>
                <a:spcPts val="160"/>
              </a:spcBef>
              <a:buFont typeface="Courier New"/>
              <a:buChar char="o"/>
              <a:tabLst>
                <a:tab pos="469900" algn="l"/>
              </a:tabLst>
            </a:pPr>
            <a:r>
              <a:rPr sz="1200" dirty="0">
                <a:latin typeface="Times New Roman"/>
                <a:cs typeface="Times New Roman"/>
              </a:rPr>
              <a:t>Daily</a:t>
            </a:r>
            <a:r>
              <a:rPr sz="1200" spc="-25" dirty="0">
                <a:latin typeface="Times New Roman"/>
                <a:cs typeface="Times New Roman"/>
              </a:rPr>
              <a:t> </a:t>
            </a:r>
            <a:r>
              <a:rPr sz="1200" spc="-10" dirty="0">
                <a:latin typeface="Times New Roman"/>
                <a:cs typeface="Times New Roman"/>
              </a:rPr>
              <a:t>Scrum</a:t>
            </a:r>
            <a:endParaRPr sz="1200">
              <a:latin typeface="Times New Roman"/>
              <a:cs typeface="Times New Roman"/>
            </a:endParaRPr>
          </a:p>
          <a:p>
            <a:pPr marL="469900" lvl="2" indent="-228600">
              <a:lnSpc>
                <a:spcPct val="100000"/>
              </a:lnSpc>
              <a:spcBef>
                <a:spcPts val="140"/>
              </a:spcBef>
              <a:buFont typeface="Courier New"/>
              <a:buChar char="o"/>
              <a:tabLst>
                <a:tab pos="469900" algn="l"/>
              </a:tabLst>
            </a:pPr>
            <a:r>
              <a:rPr sz="1200" spc="-10" dirty="0">
                <a:latin typeface="Times New Roman"/>
                <a:cs typeface="Times New Roman"/>
              </a:rPr>
              <a:t>Development</a:t>
            </a:r>
            <a:endParaRPr sz="1200">
              <a:latin typeface="Times New Roman"/>
              <a:cs typeface="Times New Roman"/>
            </a:endParaRPr>
          </a:p>
          <a:p>
            <a:pPr marL="469900" lvl="2" indent="-228600">
              <a:lnSpc>
                <a:spcPct val="100000"/>
              </a:lnSpc>
              <a:spcBef>
                <a:spcPts val="140"/>
              </a:spcBef>
              <a:buFont typeface="Courier New"/>
              <a:buChar char="o"/>
              <a:tabLst>
                <a:tab pos="469900" algn="l"/>
              </a:tabLst>
            </a:pPr>
            <a:r>
              <a:rPr sz="1200" dirty="0">
                <a:latin typeface="Times New Roman"/>
                <a:cs typeface="Times New Roman"/>
              </a:rPr>
              <a:t>Unit</a:t>
            </a:r>
            <a:r>
              <a:rPr sz="1200" spc="-30" dirty="0">
                <a:latin typeface="Times New Roman"/>
                <a:cs typeface="Times New Roman"/>
              </a:rPr>
              <a:t> </a:t>
            </a:r>
            <a:r>
              <a:rPr sz="1200" spc="-10" dirty="0">
                <a:latin typeface="Times New Roman"/>
                <a:cs typeface="Times New Roman"/>
              </a:rPr>
              <a:t>Testing</a:t>
            </a:r>
            <a:endParaRPr sz="1200">
              <a:latin typeface="Times New Roman"/>
              <a:cs typeface="Times New Roman"/>
            </a:endParaRPr>
          </a:p>
          <a:p>
            <a:pPr marL="469900" lvl="2" indent="-228600">
              <a:lnSpc>
                <a:spcPct val="100000"/>
              </a:lnSpc>
              <a:spcBef>
                <a:spcPts val="160"/>
              </a:spcBef>
              <a:buFont typeface="Courier New"/>
              <a:buChar char="o"/>
              <a:tabLst>
                <a:tab pos="469900" algn="l"/>
              </a:tabLst>
            </a:pPr>
            <a:r>
              <a:rPr sz="1200" dirty="0">
                <a:latin typeface="Times New Roman"/>
                <a:cs typeface="Times New Roman"/>
              </a:rPr>
              <a:t>Integration</a:t>
            </a:r>
            <a:r>
              <a:rPr sz="1200" spc="-45" dirty="0">
                <a:latin typeface="Times New Roman"/>
                <a:cs typeface="Times New Roman"/>
              </a:rPr>
              <a:t> </a:t>
            </a:r>
            <a:r>
              <a:rPr sz="1200" spc="-10" dirty="0">
                <a:latin typeface="Times New Roman"/>
                <a:cs typeface="Times New Roman"/>
              </a:rPr>
              <a:t>Testing</a:t>
            </a:r>
            <a:endParaRPr sz="1200">
              <a:latin typeface="Times New Roman"/>
              <a:cs typeface="Times New Roman"/>
            </a:endParaRPr>
          </a:p>
          <a:p>
            <a:pPr marL="215900" indent="-203200">
              <a:lnSpc>
                <a:spcPct val="100000"/>
              </a:lnSpc>
              <a:spcBef>
                <a:spcPts val="1320"/>
              </a:spcBef>
              <a:buAutoNum type="arabicPeriod" startAt="3"/>
              <a:tabLst>
                <a:tab pos="215900" algn="l"/>
              </a:tabLst>
            </a:pPr>
            <a:r>
              <a:rPr sz="1600" b="1" dirty="0">
                <a:latin typeface="Times New Roman"/>
                <a:cs typeface="Times New Roman"/>
              </a:rPr>
              <a:t>Sprint</a:t>
            </a:r>
            <a:r>
              <a:rPr sz="1600" b="1" spc="-30" dirty="0">
                <a:latin typeface="Times New Roman"/>
                <a:cs typeface="Times New Roman"/>
              </a:rPr>
              <a:t> </a:t>
            </a:r>
            <a:r>
              <a:rPr sz="1600" b="1" dirty="0">
                <a:latin typeface="Times New Roman"/>
                <a:cs typeface="Times New Roman"/>
              </a:rPr>
              <a:t>Review</a:t>
            </a:r>
            <a:r>
              <a:rPr sz="1600" b="1" spc="-30" dirty="0">
                <a:latin typeface="Times New Roman"/>
                <a:cs typeface="Times New Roman"/>
              </a:rPr>
              <a:t> </a:t>
            </a:r>
            <a:r>
              <a:rPr sz="1600" b="1" dirty="0">
                <a:latin typeface="Times New Roman"/>
                <a:cs typeface="Times New Roman"/>
              </a:rPr>
              <a:t>and</a:t>
            </a:r>
            <a:r>
              <a:rPr sz="1600" b="1" spc="-40" dirty="0">
                <a:latin typeface="Times New Roman"/>
                <a:cs typeface="Times New Roman"/>
              </a:rPr>
              <a:t> </a:t>
            </a:r>
            <a:r>
              <a:rPr sz="1600" b="1" dirty="0">
                <a:latin typeface="Times New Roman"/>
                <a:cs typeface="Times New Roman"/>
              </a:rPr>
              <a:t>Feedback</a:t>
            </a:r>
            <a:r>
              <a:rPr sz="1600" b="1" spc="-20" dirty="0">
                <a:latin typeface="Times New Roman"/>
                <a:cs typeface="Times New Roman"/>
              </a:rPr>
              <a:t> </a:t>
            </a:r>
            <a:r>
              <a:rPr sz="1400" b="1" spc="-20" dirty="0">
                <a:latin typeface="Times New Roman"/>
                <a:cs typeface="Times New Roman"/>
              </a:rPr>
              <a:t>Loop</a:t>
            </a:r>
            <a:endParaRPr sz="1400">
              <a:latin typeface="Times New Roman"/>
              <a:cs typeface="Times New Roman"/>
            </a:endParaRPr>
          </a:p>
          <a:p>
            <a:pPr marL="12700">
              <a:lnSpc>
                <a:spcPct val="100000"/>
              </a:lnSpc>
              <a:spcBef>
                <a:spcPts val="80"/>
              </a:spcBef>
            </a:pPr>
            <a:r>
              <a:rPr sz="1200" b="1" dirty="0">
                <a:latin typeface="Times New Roman"/>
                <a:cs typeface="Times New Roman"/>
              </a:rPr>
              <a:t>Phase:</a:t>
            </a:r>
            <a:r>
              <a:rPr sz="1200" b="1" spc="-35" dirty="0">
                <a:latin typeface="Times New Roman"/>
                <a:cs typeface="Times New Roman"/>
              </a:rPr>
              <a:t> </a:t>
            </a:r>
            <a:r>
              <a:rPr sz="1200" dirty="0">
                <a:latin typeface="Times New Roman"/>
                <a:cs typeface="Times New Roman"/>
              </a:rPr>
              <a:t>Evaluation</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Continuous</a:t>
            </a:r>
            <a:r>
              <a:rPr sz="1200" spc="-40" dirty="0">
                <a:latin typeface="Times New Roman"/>
                <a:cs typeface="Times New Roman"/>
              </a:rPr>
              <a:t> </a:t>
            </a:r>
            <a:r>
              <a:rPr sz="1200" spc="-10" dirty="0">
                <a:latin typeface="Times New Roman"/>
                <a:cs typeface="Times New Roman"/>
              </a:rPr>
              <a:t>Feedback</a:t>
            </a:r>
            <a:endParaRPr sz="1200">
              <a:latin typeface="Times New Roman"/>
              <a:cs typeface="Times New Roman"/>
            </a:endParaRPr>
          </a:p>
          <a:p>
            <a:pPr marL="12700" marR="5080">
              <a:lnSpc>
                <a:spcPct val="102800"/>
              </a:lnSpc>
              <a:spcBef>
                <a:spcPts val="20"/>
              </a:spcBef>
            </a:pPr>
            <a:r>
              <a:rPr sz="1200" b="1" spc="-10" dirty="0">
                <a:latin typeface="Times New Roman"/>
                <a:cs typeface="Times New Roman"/>
              </a:rPr>
              <a:t>Description:</a:t>
            </a:r>
            <a:r>
              <a:rPr sz="1200" b="1" spc="-65" dirty="0">
                <a:latin typeface="Times New Roman"/>
                <a:cs typeface="Times New Roman"/>
              </a:rPr>
              <a:t> </a:t>
            </a:r>
            <a:r>
              <a:rPr sz="1200" dirty="0">
                <a:latin typeface="Times New Roman"/>
                <a:cs typeface="Times New Roman"/>
              </a:rPr>
              <a:t>After</a:t>
            </a:r>
            <a:r>
              <a:rPr sz="1200" spc="-15"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sprint,</a:t>
            </a:r>
            <a:r>
              <a:rPr sz="1200" spc="-10" dirty="0">
                <a:latin typeface="Times New Roman"/>
                <a:cs typeface="Times New Roman"/>
              </a:rPr>
              <a:t> </a:t>
            </a:r>
            <a:r>
              <a:rPr sz="1200" dirty="0">
                <a:latin typeface="Times New Roman"/>
                <a:cs typeface="Times New Roman"/>
              </a:rPr>
              <a:t>working</a:t>
            </a:r>
            <a:r>
              <a:rPr sz="1200" spc="-15" dirty="0">
                <a:latin typeface="Times New Roman"/>
                <a:cs typeface="Times New Roman"/>
              </a:rPr>
              <a:t> </a:t>
            </a:r>
            <a:r>
              <a:rPr sz="1200" dirty="0">
                <a:latin typeface="Times New Roman"/>
                <a:cs typeface="Times New Roman"/>
              </a:rPr>
              <a:t>features</a:t>
            </a:r>
            <a:r>
              <a:rPr sz="1200" spc="-25" dirty="0">
                <a:latin typeface="Times New Roman"/>
                <a:cs typeface="Times New Roman"/>
              </a:rPr>
              <a:t> </a:t>
            </a:r>
            <a:r>
              <a:rPr sz="1200" dirty="0">
                <a:latin typeface="Times New Roman"/>
                <a:cs typeface="Times New Roman"/>
              </a:rPr>
              <a:t>are</a:t>
            </a:r>
            <a:r>
              <a:rPr sz="1200" spc="-5" dirty="0">
                <a:latin typeface="Times New Roman"/>
                <a:cs typeface="Times New Roman"/>
              </a:rPr>
              <a:t> </a:t>
            </a:r>
            <a:r>
              <a:rPr sz="1200" spc="-10" dirty="0">
                <a:latin typeface="Times New Roman"/>
                <a:cs typeface="Times New Roman"/>
              </a:rPr>
              <a:t>demonstrated</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stakeholders.</a:t>
            </a:r>
            <a:r>
              <a:rPr sz="1200" spc="-15" dirty="0">
                <a:latin typeface="Times New Roman"/>
                <a:cs typeface="Times New Roman"/>
              </a:rPr>
              <a:t> </a:t>
            </a:r>
            <a:r>
              <a:rPr sz="1200" dirty="0">
                <a:latin typeface="Times New Roman"/>
                <a:cs typeface="Times New Roman"/>
              </a:rPr>
              <a:t>Feedback</a:t>
            </a:r>
            <a:r>
              <a:rPr sz="1200" spc="-35" dirty="0">
                <a:latin typeface="Times New Roman"/>
                <a:cs typeface="Times New Roman"/>
              </a:rPr>
              <a:t> </a:t>
            </a:r>
            <a:r>
              <a:rPr sz="1200" spc="-25" dirty="0">
                <a:latin typeface="Times New Roman"/>
                <a:cs typeface="Times New Roman"/>
              </a:rPr>
              <a:t>is </a:t>
            </a:r>
            <a:r>
              <a:rPr sz="1200" dirty="0">
                <a:latin typeface="Times New Roman"/>
                <a:cs typeface="Times New Roman"/>
              </a:rPr>
              <a:t>gathered,</a:t>
            </a:r>
            <a:r>
              <a:rPr sz="1200" spc="-25" dirty="0">
                <a:latin typeface="Times New Roman"/>
                <a:cs typeface="Times New Roman"/>
              </a:rPr>
              <a:t> </a:t>
            </a:r>
            <a:r>
              <a:rPr sz="1200" dirty="0">
                <a:latin typeface="Times New Roman"/>
                <a:cs typeface="Times New Roman"/>
              </a:rPr>
              <a:t>bugs</a:t>
            </a:r>
            <a:r>
              <a:rPr sz="1200" spc="-3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enhancement</a:t>
            </a:r>
            <a:r>
              <a:rPr sz="1200" spc="-15" dirty="0">
                <a:latin typeface="Times New Roman"/>
                <a:cs typeface="Times New Roman"/>
              </a:rPr>
              <a:t> </a:t>
            </a:r>
            <a:r>
              <a:rPr sz="1200" dirty="0">
                <a:latin typeface="Times New Roman"/>
                <a:cs typeface="Times New Roman"/>
              </a:rPr>
              <a:t>requests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noted</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added</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backlog.</a:t>
            </a:r>
            <a:endParaRPr sz="1200">
              <a:latin typeface="Times New Roman"/>
              <a:cs typeface="Times New Roman"/>
            </a:endParaRPr>
          </a:p>
          <a:p>
            <a:pPr marL="240665" lvl="1" indent="-227965">
              <a:lnSpc>
                <a:spcPct val="100000"/>
              </a:lnSpc>
              <a:spcBef>
                <a:spcPts val="960"/>
              </a:spcBef>
              <a:buFont typeface="Symbol"/>
              <a:buChar char=""/>
              <a:tabLst>
                <a:tab pos="240665" algn="l"/>
              </a:tabLst>
            </a:pPr>
            <a:r>
              <a:rPr sz="1200" b="1" spc="-10" dirty="0">
                <a:latin typeface="Times New Roman"/>
                <a:cs typeface="Times New Roman"/>
              </a:rPr>
              <a:t>Activities:</a:t>
            </a:r>
            <a:endParaRPr sz="1200">
              <a:latin typeface="Times New Roman"/>
              <a:cs typeface="Times New Roman"/>
            </a:endParaRPr>
          </a:p>
          <a:p>
            <a:pPr marL="469900" lvl="2" indent="-228600">
              <a:lnSpc>
                <a:spcPct val="100000"/>
              </a:lnSpc>
              <a:spcBef>
                <a:spcPts val="845"/>
              </a:spcBef>
              <a:buFont typeface="Courier New"/>
              <a:buChar char="o"/>
              <a:tabLst>
                <a:tab pos="469900" algn="l"/>
              </a:tabLst>
            </a:pPr>
            <a:r>
              <a:rPr sz="1200" dirty="0">
                <a:latin typeface="Times New Roman"/>
                <a:cs typeface="Times New Roman"/>
              </a:rPr>
              <a:t>Sprint</a:t>
            </a:r>
            <a:r>
              <a:rPr sz="1200" spc="-30" dirty="0">
                <a:latin typeface="Times New Roman"/>
                <a:cs typeface="Times New Roman"/>
              </a:rPr>
              <a:t> </a:t>
            </a:r>
            <a:r>
              <a:rPr sz="1200" spc="-10" dirty="0">
                <a:latin typeface="Times New Roman"/>
                <a:cs typeface="Times New Roman"/>
              </a:rPr>
              <a:t>Review</a:t>
            </a:r>
            <a:endParaRPr sz="1200">
              <a:latin typeface="Times New Roman"/>
              <a:cs typeface="Times New Roman"/>
            </a:endParaRPr>
          </a:p>
        </p:txBody>
      </p:sp>
      <p:grpSp>
        <p:nvGrpSpPr>
          <p:cNvPr id="5" name="object 5"/>
          <p:cNvGrpSpPr/>
          <p:nvPr/>
        </p:nvGrpSpPr>
        <p:grpSpPr>
          <a:xfrm>
            <a:off x="304800" y="304800"/>
            <a:ext cx="7165340" cy="9451340"/>
            <a:chOff x="304800" y="304800"/>
            <a:chExt cx="7165340" cy="9451340"/>
          </a:xfrm>
        </p:grpSpPr>
        <p:sp>
          <p:nvSpPr>
            <p:cNvPr id="6" name="object 6"/>
            <p:cNvSpPr/>
            <p:nvPr/>
          </p:nvSpPr>
          <p:spPr>
            <a:xfrm>
              <a:off x="618490" y="2294254"/>
              <a:ext cx="6459855" cy="0"/>
            </a:xfrm>
            <a:custGeom>
              <a:avLst/>
              <a:gdLst/>
              <a:ahLst/>
              <a:cxnLst/>
              <a:rect l="l" t="t" r="r" b="b"/>
              <a:pathLst>
                <a:path w="6459855">
                  <a:moveTo>
                    <a:pt x="0" y="0"/>
                  </a:moveTo>
                  <a:lnTo>
                    <a:pt x="6459855" y="0"/>
                  </a:lnTo>
                </a:path>
              </a:pathLst>
            </a:custGeom>
            <a:ln w="9525">
              <a:solidFill>
                <a:srgbClr val="A6A6A6"/>
              </a:solidFill>
            </a:ln>
          </p:spPr>
          <p:txBody>
            <a:bodyPr wrap="square" lIns="0" tIns="0" rIns="0" bIns="0" rtlCol="0"/>
            <a:lstStyle/>
            <a:p>
              <a:endParaRPr/>
            </a:p>
          </p:txBody>
        </p:sp>
        <p:pic>
          <p:nvPicPr>
            <p:cNvPr id="7" name="object 7"/>
            <p:cNvPicPr/>
            <p:nvPr/>
          </p:nvPicPr>
          <p:blipFill>
            <a:blip r:embed="rId2" cstate="print"/>
            <a:stretch>
              <a:fillRect/>
            </a:stretch>
          </p:blipFill>
          <p:spPr>
            <a:xfrm>
              <a:off x="304800" y="304800"/>
              <a:ext cx="7165084" cy="9451022"/>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73885"/>
            <a:ext cx="5648960" cy="2980690"/>
          </a:xfrm>
          <a:prstGeom prst="rect">
            <a:avLst/>
          </a:prstGeom>
        </p:spPr>
        <p:txBody>
          <a:bodyPr vert="horz" wrap="square" lIns="0" tIns="30480" rIns="0" bIns="0" rtlCol="0">
            <a:spAutoFit/>
          </a:bodyPr>
          <a:lstStyle/>
          <a:p>
            <a:pPr marL="469900" indent="-228600">
              <a:lnSpc>
                <a:spcPct val="100000"/>
              </a:lnSpc>
              <a:spcBef>
                <a:spcPts val="240"/>
              </a:spcBef>
              <a:buFont typeface="Courier New"/>
              <a:buChar char="o"/>
              <a:tabLst>
                <a:tab pos="469900" algn="l"/>
              </a:tabLst>
            </a:pPr>
            <a:r>
              <a:rPr sz="1200" dirty="0">
                <a:latin typeface="Times New Roman"/>
                <a:cs typeface="Times New Roman"/>
              </a:rPr>
              <a:t>Feedback</a:t>
            </a:r>
            <a:r>
              <a:rPr sz="1200" spc="-25" dirty="0">
                <a:latin typeface="Times New Roman"/>
                <a:cs typeface="Times New Roman"/>
              </a:rPr>
              <a:t> </a:t>
            </a:r>
            <a:r>
              <a:rPr sz="1200" spc="-10" dirty="0">
                <a:latin typeface="Times New Roman"/>
                <a:cs typeface="Times New Roman"/>
              </a:rPr>
              <a:t>Collection</a:t>
            </a:r>
            <a:endParaRPr sz="1200">
              <a:latin typeface="Times New Roman"/>
              <a:cs typeface="Times New Roman"/>
            </a:endParaRPr>
          </a:p>
          <a:p>
            <a:pPr marL="469900" indent="-228600">
              <a:lnSpc>
                <a:spcPct val="100000"/>
              </a:lnSpc>
              <a:spcBef>
                <a:spcPts val="140"/>
              </a:spcBef>
              <a:buFont typeface="Courier New"/>
              <a:buChar char="o"/>
              <a:tabLst>
                <a:tab pos="469900" algn="l"/>
              </a:tabLst>
            </a:pPr>
            <a:r>
              <a:rPr sz="1200" spc="-10" dirty="0">
                <a:latin typeface="Times New Roman"/>
                <a:cs typeface="Times New Roman"/>
              </a:rPr>
              <a:t>Retrospective</a:t>
            </a:r>
            <a:endParaRPr sz="1200">
              <a:latin typeface="Times New Roman"/>
              <a:cs typeface="Times New Roman"/>
            </a:endParaRPr>
          </a:p>
          <a:p>
            <a:pPr marL="469900" indent="-228600">
              <a:lnSpc>
                <a:spcPct val="100000"/>
              </a:lnSpc>
              <a:spcBef>
                <a:spcPts val="160"/>
              </a:spcBef>
              <a:buFont typeface="Courier New"/>
              <a:buChar char="o"/>
              <a:tabLst>
                <a:tab pos="469900" algn="l"/>
              </a:tabLst>
            </a:pPr>
            <a:r>
              <a:rPr sz="1200" dirty="0">
                <a:latin typeface="Times New Roman"/>
                <a:cs typeface="Times New Roman"/>
              </a:rPr>
              <a:t>Backlog</a:t>
            </a:r>
            <a:r>
              <a:rPr sz="1200" spc="-20" dirty="0">
                <a:latin typeface="Times New Roman"/>
                <a:cs typeface="Times New Roman"/>
              </a:rPr>
              <a:t> </a:t>
            </a:r>
            <a:r>
              <a:rPr sz="1200" spc="-10" dirty="0">
                <a:latin typeface="Times New Roman"/>
                <a:cs typeface="Times New Roman"/>
              </a:rPr>
              <a:t>Grooming</a:t>
            </a:r>
            <a:endParaRPr sz="1200">
              <a:latin typeface="Times New Roman"/>
              <a:cs typeface="Times New Roman"/>
            </a:endParaRPr>
          </a:p>
          <a:p>
            <a:pPr marL="192405" indent="-179705">
              <a:lnSpc>
                <a:spcPct val="100000"/>
              </a:lnSpc>
              <a:spcBef>
                <a:spcPts val="1340"/>
              </a:spcBef>
              <a:buAutoNum type="arabicPeriod" startAt="4"/>
              <a:tabLst>
                <a:tab pos="192405" algn="l"/>
              </a:tabLst>
            </a:pPr>
            <a:r>
              <a:rPr sz="1400" b="1" dirty="0">
                <a:latin typeface="Times New Roman"/>
                <a:cs typeface="Times New Roman"/>
              </a:rPr>
              <a:t>Final</a:t>
            </a:r>
            <a:r>
              <a:rPr sz="1400" b="1" spc="-30" dirty="0">
                <a:latin typeface="Times New Roman"/>
                <a:cs typeface="Times New Roman"/>
              </a:rPr>
              <a:t> </a:t>
            </a:r>
            <a:r>
              <a:rPr sz="1400" b="1" dirty="0">
                <a:latin typeface="Times New Roman"/>
                <a:cs typeface="Times New Roman"/>
              </a:rPr>
              <a:t>Release</a:t>
            </a:r>
            <a:r>
              <a:rPr sz="1400" b="1" spc="-20" dirty="0">
                <a:latin typeface="Times New Roman"/>
                <a:cs typeface="Times New Roman"/>
              </a:rPr>
              <a:t> </a:t>
            </a:r>
            <a:r>
              <a:rPr sz="1400" b="1" dirty="0">
                <a:latin typeface="Times New Roman"/>
                <a:cs typeface="Times New Roman"/>
              </a:rPr>
              <a:t>and</a:t>
            </a:r>
            <a:r>
              <a:rPr sz="1400" b="1" spc="-40" dirty="0">
                <a:latin typeface="Times New Roman"/>
                <a:cs typeface="Times New Roman"/>
              </a:rPr>
              <a:t> </a:t>
            </a:r>
            <a:r>
              <a:rPr sz="1400" b="1" dirty="0">
                <a:latin typeface="Times New Roman"/>
                <a:cs typeface="Times New Roman"/>
              </a:rPr>
              <a:t>System</a:t>
            </a:r>
            <a:r>
              <a:rPr sz="1400" b="1" spc="-65" dirty="0">
                <a:latin typeface="Times New Roman"/>
                <a:cs typeface="Times New Roman"/>
              </a:rPr>
              <a:t> </a:t>
            </a:r>
            <a:r>
              <a:rPr sz="1400" b="1" spc="-10" dirty="0">
                <a:latin typeface="Times New Roman"/>
                <a:cs typeface="Times New Roman"/>
              </a:rPr>
              <a:t>Testing</a:t>
            </a:r>
            <a:endParaRPr sz="1400">
              <a:latin typeface="Times New Roman"/>
              <a:cs typeface="Times New Roman"/>
            </a:endParaRPr>
          </a:p>
          <a:p>
            <a:pPr marL="12700">
              <a:lnSpc>
                <a:spcPct val="100000"/>
              </a:lnSpc>
              <a:spcBef>
                <a:spcPts val="65"/>
              </a:spcBef>
            </a:pPr>
            <a:r>
              <a:rPr sz="1200" b="1" dirty="0">
                <a:latin typeface="Times New Roman"/>
                <a:cs typeface="Times New Roman"/>
              </a:rPr>
              <a:t>Phase:</a:t>
            </a:r>
            <a:r>
              <a:rPr sz="1200" b="1" spc="-20" dirty="0">
                <a:latin typeface="Times New Roman"/>
                <a:cs typeface="Times New Roman"/>
              </a:rPr>
              <a:t> </a:t>
            </a:r>
            <a:r>
              <a:rPr sz="1200" spc="-10" dirty="0">
                <a:latin typeface="Times New Roman"/>
                <a:cs typeface="Times New Roman"/>
              </a:rPr>
              <a:t>Pre-</a:t>
            </a:r>
            <a:r>
              <a:rPr sz="1200" dirty="0">
                <a:latin typeface="Times New Roman"/>
                <a:cs typeface="Times New Roman"/>
              </a:rPr>
              <a:t>Deployment</a:t>
            </a:r>
            <a:r>
              <a:rPr sz="1200" spc="-3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Release</a:t>
            </a:r>
            <a:endParaRPr sz="1200">
              <a:latin typeface="Times New Roman"/>
              <a:cs typeface="Times New Roman"/>
            </a:endParaRPr>
          </a:p>
          <a:p>
            <a:pPr marL="12700" marR="5080">
              <a:lnSpc>
                <a:spcPts val="1500"/>
              </a:lnSpc>
              <a:spcBef>
                <a:spcPts val="40"/>
              </a:spcBef>
            </a:pPr>
            <a:r>
              <a:rPr sz="1200" b="1" dirty="0">
                <a:latin typeface="Times New Roman"/>
                <a:cs typeface="Times New Roman"/>
              </a:rPr>
              <a:t>Description:</a:t>
            </a:r>
            <a:r>
              <a:rPr sz="1200" b="1" spc="-2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final</a:t>
            </a:r>
            <a:r>
              <a:rPr sz="1200" spc="-10" dirty="0">
                <a:latin typeface="Times New Roman"/>
                <a:cs typeface="Times New Roman"/>
              </a:rPr>
              <a:t> </a:t>
            </a:r>
            <a:r>
              <a:rPr sz="1200" dirty="0">
                <a:latin typeface="Times New Roman"/>
                <a:cs typeface="Times New Roman"/>
              </a:rPr>
              <a:t>sprint,</a:t>
            </a:r>
            <a:r>
              <a:rPr sz="1200" spc="-40" dirty="0">
                <a:latin typeface="Times New Roman"/>
                <a:cs typeface="Times New Roman"/>
              </a:rPr>
              <a:t> </a:t>
            </a:r>
            <a:r>
              <a:rPr sz="1200" dirty="0">
                <a:latin typeface="Times New Roman"/>
                <a:cs typeface="Times New Roman"/>
              </a:rPr>
              <a:t>all</a:t>
            </a:r>
            <a:r>
              <a:rPr sz="1200" spc="-5" dirty="0">
                <a:latin typeface="Times New Roman"/>
                <a:cs typeface="Times New Roman"/>
              </a:rPr>
              <a:t> </a:t>
            </a:r>
            <a:r>
              <a:rPr sz="1200" dirty="0">
                <a:latin typeface="Times New Roman"/>
                <a:cs typeface="Times New Roman"/>
              </a:rPr>
              <a:t>modules</a:t>
            </a:r>
            <a:r>
              <a:rPr sz="1200" spc="-25" dirty="0">
                <a:latin typeface="Times New Roman"/>
                <a:cs typeface="Times New Roman"/>
              </a:rPr>
              <a:t> </a:t>
            </a:r>
            <a:r>
              <a:rPr sz="1200" dirty="0">
                <a:latin typeface="Times New Roman"/>
                <a:cs typeface="Times New Roman"/>
              </a:rPr>
              <a:t>are</a:t>
            </a:r>
            <a:r>
              <a:rPr sz="1200" spc="-10" dirty="0">
                <a:latin typeface="Times New Roman"/>
                <a:cs typeface="Times New Roman"/>
              </a:rPr>
              <a:t> integrated.</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spc="-10" dirty="0">
                <a:latin typeface="Times New Roman"/>
                <a:cs typeface="Times New Roman"/>
              </a:rPr>
              <a:t>system-</a:t>
            </a:r>
            <a:r>
              <a:rPr sz="1200" dirty="0">
                <a:latin typeface="Times New Roman"/>
                <a:cs typeface="Times New Roman"/>
              </a:rPr>
              <a:t>wide</a:t>
            </a:r>
            <a:r>
              <a:rPr sz="1200" spc="-10" dirty="0">
                <a:latin typeface="Times New Roman"/>
                <a:cs typeface="Times New Roman"/>
              </a:rPr>
              <a:t> </a:t>
            </a:r>
            <a:r>
              <a:rPr sz="1200" dirty="0">
                <a:latin typeface="Times New Roman"/>
                <a:cs typeface="Times New Roman"/>
              </a:rPr>
              <a:t>test</a:t>
            </a:r>
            <a:r>
              <a:rPr sz="1200" spc="-1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conducted. </a:t>
            </a:r>
            <a:r>
              <a:rPr sz="1200" dirty="0">
                <a:latin typeface="Times New Roman"/>
                <a:cs typeface="Times New Roman"/>
              </a:rPr>
              <a:t>Bugs</a:t>
            </a:r>
            <a:r>
              <a:rPr sz="1200" spc="-40"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fixed,</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final</a:t>
            </a:r>
            <a:r>
              <a:rPr sz="1200" spc="-20" dirty="0">
                <a:latin typeface="Times New Roman"/>
                <a:cs typeface="Times New Roman"/>
              </a:rPr>
              <a:t> </a:t>
            </a:r>
            <a:r>
              <a:rPr sz="1200" dirty="0">
                <a:latin typeface="Times New Roman"/>
                <a:cs typeface="Times New Roman"/>
              </a:rPr>
              <a:t>acceptance</a:t>
            </a:r>
            <a:r>
              <a:rPr sz="1200" spc="-40" dirty="0">
                <a:latin typeface="Times New Roman"/>
                <a:cs typeface="Times New Roman"/>
              </a:rPr>
              <a:t> </a:t>
            </a:r>
            <a:r>
              <a:rPr sz="1200" dirty="0">
                <a:latin typeface="Times New Roman"/>
                <a:cs typeface="Times New Roman"/>
              </a:rPr>
              <a:t>testing</a:t>
            </a:r>
            <a:r>
              <a:rPr sz="1200" spc="-3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completed</a:t>
            </a:r>
            <a:r>
              <a:rPr sz="1200" spc="-30" dirty="0">
                <a:latin typeface="Times New Roman"/>
                <a:cs typeface="Times New Roman"/>
              </a:rPr>
              <a:t> </a:t>
            </a:r>
            <a:r>
              <a:rPr sz="1200" dirty="0">
                <a:latin typeface="Times New Roman"/>
                <a:cs typeface="Times New Roman"/>
              </a:rPr>
              <a:t>before</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release.</a:t>
            </a:r>
            <a:endParaRPr sz="1200">
              <a:latin typeface="Times New Roman"/>
              <a:cs typeface="Times New Roman"/>
            </a:endParaRPr>
          </a:p>
          <a:p>
            <a:pPr marL="240665" lvl="1" indent="-227965">
              <a:lnSpc>
                <a:spcPct val="100000"/>
              </a:lnSpc>
              <a:spcBef>
                <a:spcPts val="880"/>
              </a:spcBef>
              <a:buFont typeface="Symbol"/>
              <a:buChar char=""/>
              <a:tabLst>
                <a:tab pos="240665" algn="l"/>
              </a:tabLst>
            </a:pPr>
            <a:r>
              <a:rPr sz="1200" b="1" spc="-10" dirty="0">
                <a:latin typeface="Times New Roman"/>
                <a:cs typeface="Times New Roman"/>
              </a:rPr>
              <a:t>Activities:</a:t>
            </a:r>
            <a:endParaRPr sz="1200">
              <a:latin typeface="Times New Roman"/>
              <a:cs typeface="Times New Roman"/>
            </a:endParaRPr>
          </a:p>
          <a:p>
            <a:pPr marL="469900" lvl="2" indent="-228600">
              <a:lnSpc>
                <a:spcPct val="100000"/>
              </a:lnSpc>
              <a:spcBef>
                <a:spcPts val="840"/>
              </a:spcBef>
              <a:buFont typeface="Courier New"/>
              <a:buChar char="o"/>
              <a:tabLst>
                <a:tab pos="469900" algn="l"/>
              </a:tabLst>
            </a:pPr>
            <a:r>
              <a:rPr sz="1200" dirty="0">
                <a:latin typeface="Times New Roman"/>
                <a:cs typeface="Times New Roman"/>
              </a:rPr>
              <a:t>Final</a:t>
            </a:r>
            <a:r>
              <a:rPr sz="1200" spc="-30" dirty="0">
                <a:latin typeface="Times New Roman"/>
                <a:cs typeface="Times New Roman"/>
              </a:rPr>
              <a:t> </a:t>
            </a:r>
            <a:r>
              <a:rPr sz="1200" spc="-10" dirty="0">
                <a:latin typeface="Times New Roman"/>
                <a:cs typeface="Times New Roman"/>
              </a:rPr>
              <a:t>Integration</a:t>
            </a:r>
            <a:endParaRPr sz="1200">
              <a:latin typeface="Times New Roman"/>
              <a:cs typeface="Times New Roman"/>
            </a:endParaRPr>
          </a:p>
          <a:p>
            <a:pPr marL="469900" lvl="2" indent="-228600">
              <a:lnSpc>
                <a:spcPct val="100000"/>
              </a:lnSpc>
              <a:spcBef>
                <a:spcPts val="140"/>
              </a:spcBef>
              <a:buFont typeface="Courier New"/>
              <a:buChar char="o"/>
              <a:tabLst>
                <a:tab pos="469900" algn="l"/>
              </a:tabLst>
            </a:pPr>
            <a:r>
              <a:rPr sz="1200" dirty="0">
                <a:latin typeface="Times New Roman"/>
                <a:cs typeface="Times New Roman"/>
              </a:rPr>
              <a:t>System</a:t>
            </a:r>
            <a:r>
              <a:rPr sz="1200" spc="-40" dirty="0">
                <a:latin typeface="Times New Roman"/>
                <a:cs typeface="Times New Roman"/>
              </a:rPr>
              <a:t> </a:t>
            </a:r>
            <a:r>
              <a:rPr sz="1200" spc="-10" dirty="0">
                <a:latin typeface="Times New Roman"/>
                <a:cs typeface="Times New Roman"/>
              </a:rPr>
              <a:t>Testing</a:t>
            </a:r>
            <a:endParaRPr sz="1200">
              <a:latin typeface="Times New Roman"/>
              <a:cs typeface="Times New Roman"/>
            </a:endParaRPr>
          </a:p>
          <a:p>
            <a:pPr marL="469900" lvl="2" indent="-228600">
              <a:lnSpc>
                <a:spcPct val="100000"/>
              </a:lnSpc>
              <a:spcBef>
                <a:spcPts val="160"/>
              </a:spcBef>
              <a:buFont typeface="Courier New"/>
              <a:buChar char="o"/>
              <a:tabLst>
                <a:tab pos="469900" algn="l"/>
              </a:tabLst>
            </a:pPr>
            <a:r>
              <a:rPr sz="1200" dirty="0">
                <a:latin typeface="Times New Roman"/>
                <a:cs typeface="Times New Roman"/>
              </a:rPr>
              <a:t>Performance</a:t>
            </a:r>
            <a:r>
              <a:rPr sz="1200" spc="-60" dirty="0">
                <a:latin typeface="Times New Roman"/>
                <a:cs typeface="Times New Roman"/>
              </a:rPr>
              <a:t> </a:t>
            </a:r>
            <a:r>
              <a:rPr sz="1200" spc="-10" dirty="0">
                <a:latin typeface="Times New Roman"/>
                <a:cs typeface="Times New Roman"/>
              </a:rPr>
              <a:t>Testing</a:t>
            </a:r>
            <a:endParaRPr sz="1200">
              <a:latin typeface="Times New Roman"/>
              <a:cs typeface="Times New Roman"/>
            </a:endParaRPr>
          </a:p>
          <a:p>
            <a:pPr marL="469900" lvl="2" indent="-228600">
              <a:lnSpc>
                <a:spcPct val="100000"/>
              </a:lnSpc>
              <a:spcBef>
                <a:spcPts val="140"/>
              </a:spcBef>
              <a:buFont typeface="Courier New"/>
              <a:buChar char="o"/>
              <a:tabLst>
                <a:tab pos="469900" algn="l"/>
              </a:tabLst>
            </a:pP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Acceptance</a:t>
            </a:r>
            <a:r>
              <a:rPr sz="1200" spc="-35" dirty="0">
                <a:latin typeface="Times New Roman"/>
                <a:cs typeface="Times New Roman"/>
              </a:rPr>
              <a:t> </a:t>
            </a:r>
            <a:r>
              <a:rPr sz="1200" dirty="0">
                <a:latin typeface="Times New Roman"/>
                <a:cs typeface="Times New Roman"/>
              </a:rPr>
              <a:t>Testing</a:t>
            </a:r>
            <a:r>
              <a:rPr sz="1200" spc="-40" dirty="0">
                <a:latin typeface="Times New Roman"/>
                <a:cs typeface="Times New Roman"/>
              </a:rPr>
              <a:t> </a:t>
            </a:r>
            <a:r>
              <a:rPr sz="1200" spc="-10" dirty="0">
                <a:latin typeface="Times New Roman"/>
                <a:cs typeface="Times New Roman"/>
              </a:rPr>
              <a:t>(UAT)</a:t>
            </a:r>
            <a:endParaRPr sz="1200">
              <a:latin typeface="Times New Roman"/>
              <a:cs typeface="Times New Roman"/>
            </a:endParaRPr>
          </a:p>
          <a:p>
            <a:pPr marL="469900" lvl="2" indent="-228600">
              <a:lnSpc>
                <a:spcPct val="100000"/>
              </a:lnSpc>
              <a:spcBef>
                <a:spcPts val="140"/>
              </a:spcBef>
              <a:buFont typeface="Courier New"/>
              <a:buChar char="o"/>
              <a:tabLst>
                <a:tab pos="469900" algn="l"/>
              </a:tabLst>
            </a:pPr>
            <a:r>
              <a:rPr sz="1200" dirty="0">
                <a:latin typeface="Times New Roman"/>
                <a:cs typeface="Times New Roman"/>
              </a:rPr>
              <a:t>Deployment</a:t>
            </a:r>
            <a:r>
              <a:rPr sz="1200" spc="-55" dirty="0">
                <a:latin typeface="Times New Roman"/>
                <a:cs typeface="Times New Roman"/>
              </a:rPr>
              <a:t> </a:t>
            </a:r>
            <a:r>
              <a:rPr sz="1200" spc="-10" dirty="0">
                <a:latin typeface="Times New Roman"/>
                <a:cs typeface="Times New Roman"/>
              </a:rPr>
              <a:t>Preparation</a:t>
            </a:r>
            <a:endParaRPr sz="1200">
              <a:latin typeface="Times New Roman"/>
              <a:cs typeface="Times New Roman"/>
            </a:endParaRPr>
          </a:p>
        </p:txBody>
      </p:sp>
      <p:sp>
        <p:nvSpPr>
          <p:cNvPr id="5" name="object 5"/>
          <p:cNvSpPr txBox="1"/>
          <p:nvPr/>
        </p:nvSpPr>
        <p:spPr>
          <a:xfrm>
            <a:off x="902017" y="4324096"/>
            <a:ext cx="4446270" cy="446913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Project</a:t>
            </a:r>
            <a:r>
              <a:rPr sz="1600" b="1" spc="-55" dirty="0">
                <a:latin typeface="Times New Roman"/>
                <a:cs typeface="Times New Roman"/>
              </a:rPr>
              <a:t> </a:t>
            </a:r>
            <a:r>
              <a:rPr sz="1600" b="1" dirty="0">
                <a:latin typeface="Times New Roman"/>
                <a:cs typeface="Times New Roman"/>
              </a:rPr>
              <a:t>Iterations</a:t>
            </a:r>
            <a:r>
              <a:rPr sz="1600" b="1" spc="-65" dirty="0">
                <a:latin typeface="Times New Roman"/>
                <a:cs typeface="Times New Roman"/>
              </a:rPr>
              <a:t> </a:t>
            </a:r>
            <a:r>
              <a:rPr sz="1600" b="1" dirty="0">
                <a:latin typeface="Times New Roman"/>
                <a:cs typeface="Times New Roman"/>
              </a:rPr>
              <a:t>in</a:t>
            </a:r>
            <a:r>
              <a:rPr sz="1600" b="1" spc="-65" dirty="0">
                <a:latin typeface="Times New Roman"/>
                <a:cs typeface="Times New Roman"/>
              </a:rPr>
              <a:t> </a:t>
            </a:r>
            <a:r>
              <a:rPr sz="1600" b="1" spc="-10" dirty="0">
                <a:latin typeface="Times New Roman"/>
                <a:cs typeface="Times New Roman"/>
              </a:rPr>
              <a:t>Detail</a:t>
            </a:r>
            <a:endParaRPr sz="1600">
              <a:latin typeface="Times New Roman"/>
              <a:cs typeface="Times New Roman"/>
            </a:endParaRPr>
          </a:p>
          <a:p>
            <a:pPr>
              <a:lnSpc>
                <a:spcPct val="100000"/>
              </a:lnSpc>
              <a:spcBef>
                <a:spcPts val="500"/>
              </a:spcBef>
              <a:buFont typeface="Symbol"/>
              <a:buChar char=""/>
            </a:pPr>
            <a:endParaRPr sz="1600">
              <a:latin typeface="Times New Roman"/>
              <a:cs typeface="Times New Roman"/>
            </a:endParaRPr>
          </a:p>
          <a:p>
            <a:pPr marL="12700">
              <a:lnSpc>
                <a:spcPct val="100000"/>
              </a:lnSpc>
            </a:pPr>
            <a:r>
              <a:rPr sz="1400" b="1" dirty="0">
                <a:latin typeface="Times New Roman"/>
                <a:cs typeface="Times New Roman"/>
              </a:rPr>
              <a:t>Sprint</a:t>
            </a:r>
            <a:r>
              <a:rPr sz="1400" b="1" spc="-30" dirty="0">
                <a:latin typeface="Times New Roman"/>
                <a:cs typeface="Times New Roman"/>
              </a:rPr>
              <a:t> </a:t>
            </a:r>
            <a:r>
              <a:rPr sz="1400" b="1" dirty="0">
                <a:latin typeface="Times New Roman"/>
                <a:cs typeface="Times New Roman"/>
              </a:rPr>
              <a:t>1:</a:t>
            </a:r>
            <a:r>
              <a:rPr sz="1400" b="1" spc="-85" dirty="0">
                <a:latin typeface="Times New Roman"/>
                <a:cs typeface="Times New Roman"/>
              </a:rPr>
              <a:t> </a:t>
            </a:r>
            <a:r>
              <a:rPr sz="1400" b="1" dirty="0">
                <a:latin typeface="Times New Roman"/>
                <a:cs typeface="Times New Roman"/>
              </a:rPr>
              <a:t>Authentication</a:t>
            </a:r>
            <a:r>
              <a:rPr sz="1400" b="1" spc="-15" dirty="0">
                <a:latin typeface="Times New Roman"/>
                <a:cs typeface="Times New Roman"/>
              </a:rPr>
              <a:t> </a:t>
            </a:r>
            <a:r>
              <a:rPr sz="1400" b="1" dirty="0">
                <a:latin typeface="Times New Roman"/>
                <a:cs typeface="Times New Roman"/>
              </a:rPr>
              <a:t>and</a:t>
            </a:r>
            <a:r>
              <a:rPr sz="1400" b="1" spc="-85" dirty="0">
                <a:latin typeface="Times New Roman"/>
                <a:cs typeface="Times New Roman"/>
              </a:rPr>
              <a:t> </a:t>
            </a:r>
            <a:r>
              <a:rPr sz="1400" b="1" dirty="0">
                <a:latin typeface="Times New Roman"/>
                <a:cs typeface="Times New Roman"/>
              </a:rPr>
              <a:t>Admin</a:t>
            </a:r>
            <a:r>
              <a:rPr sz="1400" b="1" spc="-5" dirty="0">
                <a:latin typeface="Times New Roman"/>
                <a:cs typeface="Times New Roman"/>
              </a:rPr>
              <a:t> </a:t>
            </a:r>
            <a:r>
              <a:rPr sz="1400" b="1" spc="-20" dirty="0">
                <a:latin typeface="Times New Roman"/>
                <a:cs typeface="Times New Roman"/>
              </a:rPr>
              <a:t>Setup</a:t>
            </a:r>
            <a:endParaRPr sz="1400">
              <a:latin typeface="Times New Roman"/>
              <a:cs typeface="Times New Roman"/>
            </a:endParaRPr>
          </a:p>
          <a:p>
            <a:pPr marL="12700">
              <a:lnSpc>
                <a:spcPct val="100000"/>
              </a:lnSpc>
              <a:spcBef>
                <a:spcPts val="60"/>
              </a:spcBef>
            </a:pPr>
            <a:r>
              <a:rPr sz="1200" b="1" dirty="0">
                <a:latin typeface="Times New Roman"/>
                <a:cs typeface="Times New Roman"/>
              </a:rPr>
              <a:t>Objective</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Implement</a:t>
            </a:r>
            <a:r>
              <a:rPr sz="1200" spc="-1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spc="-10" dirty="0">
                <a:latin typeface="Times New Roman"/>
                <a:cs typeface="Times New Roman"/>
              </a:rPr>
              <a:t>authentication</a:t>
            </a:r>
            <a:r>
              <a:rPr sz="1200" spc="-4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super</a:t>
            </a:r>
            <a:r>
              <a:rPr sz="1200" spc="-20" dirty="0">
                <a:latin typeface="Times New Roman"/>
                <a:cs typeface="Times New Roman"/>
              </a:rPr>
              <a:t> </a:t>
            </a:r>
            <a:r>
              <a:rPr sz="1200" dirty="0">
                <a:latin typeface="Times New Roman"/>
                <a:cs typeface="Times New Roman"/>
              </a:rPr>
              <a:t>admin</a:t>
            </a:r>
            <a:r>
              <a:rPr sz="1200" spc="-15" dirty="0">
                <a:latin typeface="Times New Roman"/>
                <a:cs typeface="Times New Roman"/>
              </a:rPr>
              <a:t> </a:t>
            </a:r>
            <a:r>
              <a:rPr sz="1200" spc="-10" dirty="0">
                <a:latin typeface="Times New Roman"/>
                <a:cs typeface="Times New Roman"/>
              </a:rPr>
              <a:t>functionality</a:t>
            </a:r>
            <a:endParaRPr sz="1200">
              <a:latin typeface="Times New Roman"/>
              <a:cs typeface="Times New Roman"/>
            </a:endParaRPr>
          </a:p>
          <a:p>
            <a:pPr marL="240665" indent="-227965">
              <a:lnSpc>
                <a:spcPct val="100000"/>
              </a:lnSpc>
              <a:spcBef>
                <a:spcPts val="940"/>
              </a:spcBef>
              <a:buFont typeface="Symbol"/>
              <a:buChar char=""/>
              <a:tabLst>
                <a:tab pos="240665" algn="l"/>
              </a:tabLst>
            </a:pPr>
            <a:r>
              <a:rPr sz="1200" b="1" spc="-10" dirty="0">
                <a:latin typeface="Times New Roman"/>
                <a:cs typeface="Times New Roman"/>
              </a:rPr>
              <a:t>Activities:</a:t>
            </a:r>
            <a:endParaRPr sz="1200">
              <a:latin typeface="Times New Roman"/>
              <a:cs typeface="Times New Roman"/>
            </a:endParaRPr>
          </a:p>
          <a:p>
            <a:pPr marL="469900" lvl="1" indent="-228600">
              <a:lnSpc>
                <a:spcPct val="100000"/>
              </a:lnSpc>
              <a:spcBef>
                <a:spcPts val="840"/>
              </a:spcBef>
              <a:buFont typeface="Courier New"/>
              <a:buChar char="o"/>
              <a:tabLst>
                <a:tab pos="469900" algn="l"/>
              </a:tabLst>
            </a:pPr>
            <a:r>
              <a:rPr sz="1200" dirty="0">
                <a:latin typeface="Times New Roman"/>
                <a:cs typeface="Times New Roman"/>
              </a:rPr>
              <a:t>Setup</a:t>
            </a:r>
            <a:r>
              <a:rPr sz="1200" spc="-10" dirty="0">
                <a:latin typeface="Times New Roman"/>
                <a:cs typeface="Times New Roman"/>
              </a:rPr>
              <a:t> </a:t>
            </a:r>
            <a:r>
              <a:rPr sz="1200" dirty="0">
                <a:latin typeface="Times New Roman"/>
                <a:cs typeface="Times New Roman"/>
              </a:rPr>
              <a:t>login,</a:t>
            </a:r>
            <a:r>
              <a:rPr sz="1200" spc="-10" dirty="0">
                <a:latin typeface="Times New Roman"/>
                <a:cs typeface="Times New Roman"/>
              </a:rPr>
              <a:t> registration,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password</a:t>
            </a:r>
            <a:r>
              <a:rPr sz="1200" spc="-10" dirty="0">
                <a:latin typeface="Times New Roman"/>
                <a:cs typeface="Times New Roman"/>
              </a:rPr>
              <a:t> recovery</a:t>
            </a:r>
            <a:endParaRPr sz="1200">
              <a:latin typeface="Times New Roman"/>
              <a:cs typeface="Times New Roman"/>
            </a:endParaRPr>
          </a:p>
          <a:p>
            <a:pPr marL="469900" lvl="1" indent="-228600">
              <a:lnSpc>
                <a:spcPct val="100000"/>
              </a:lnSpc>
              <a:spcBef>
                <a:spcPts val="145"/>
              </a:spcBef>
              <a:buFont typeface="Courier New"/>
              <a:buChar char="o"/>
              <a:tabLst>
                <a:tab pos="469900" algn="l"/>
              </a:tabLst>
            </a:pPr>
            <a:r>
              <a:rPr sz="1200" dirty="0">
                <a:latin typeface="Times New Roman"/>
                <a:cs typeface="Times New Roman"/>
              </a:rPr>
              <a:t>Super</a:t>
            </a:r>
            <a:r>
              <a:rPr sz="1200" spc="-15" dirty="0">
                <a:latin typeface="Times New Roman"/>
                <a:cs typeface="Times New Roman"/>
              </a:rPr>
              <a:t> </a:t>
            </a:r>
            <a:r>
              <a:rPr sz="1200" dirty="0">
                <a:latin typeface="Times New Roman"/>
                <a:cs typeface="Times New Roman"/>
              </a:rPr>
              <a:t>Admin</a:t>
            </a:r>
            <a:r>
              <a:rPr sz="1200" spc="-15" dirty="0">
                <a:latin typeface="Times New Roman"/>
                <a:cs typeface="Times New Roman"/>
              </a:rPr>
              <a:t> </a:t>
            </a:r>
            <a:r>
              <a:rPr sz="1200" dirty="0">
                <a:latin typeface="Times New Roman"/>
                <a:cs typeface="Times New Roman"/>
              </a:rPr>
              <a:t>panel</a:t>
            </a:r>
            <a:r>
              <a:rPr sz="1200" spc="-3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sz="1200" spc="-10" dirty="0">
                <a:latin typeface="Times New Roman"/>
                <a:cs typeface="Times New Roman"/>
              </a:rPr>
              <a:t>companies</a:t>
            </a:r>
            <a:r>
              <a:rPr sz="1200" spc="-4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admins</a:t>
            </a:r>
            <a:endParaRPr sz="1200">
              <a:latin typeface="Times New Roman"/>
              <a:cs typeface="Times New Roman"/>
            </a:endParaRPr>
          </a:p>
          <a:p>
            <a:pPr marL="469900" lvl="1" indent="-228600">
              <a:lnSpc>
                <a:spcPct val="100000"/>
              </a:lnSpc>
              <a:spcBef>
                <a:spcPts val="140"/>
              </a:spcBef>
              <a:buFont typeface="Courier New"/>
              <a:buChar char="o"/>
              <a:tabLst>
                <a:tab pos="469900" algn="l"/>
              </a:tabLst>
            </a:pPr>
            <a:r>
              <a:rPr sz="1200" spc="-10" dirty="0">
                <a:latin typeface="Times New Roman"/>
                <a:cs typeface="Times New Roman"/>
              </a:rPr>
              <a:t>Role-</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access</a:t>
            </a:r>
            <a:r>
              <a:rPr sz="1200" spc="-25" dirty="0">
                <a:latin typeface="Times New Roman"/>
                <a:cs typeface="Times New Roman"/>
              </a:rPr>
              <a:t> </a:t>
            </a:r>
            <a:r>
              <a:rPr sz="1200" spc="-10" dirty="0">
                <a:latin typeface="Times New Roman"/>
                <a:cs typeface="Times New Roman"/>
              </a:rPr>
              <a:t>control</a:t>
            </a:r>
            <a:endParaRPr sz="1200">
              <a:latin typeface="Times New Roman"/>
              <a:cs typeface="Times New Roman"/>
            </a:endParaRPr>
          </a:p>
          <a:p>
            <a:pPr marL="468630" lvl="1" indent="-227329">
              <a:lnSpc>
                <a:spcPct val="100000"/>
              </a:lnSpc>
              <a:spcBef>
                <a:spcPts val="20"/>
              </a:spcBef>
              <a:buSzPct val="116666"/>
              <a:buFont typeface="Courier New"/>
              <a:buChar char="o"/>
              <a:tabLst>
                <a:tab pos="468630" algn="l"/>
              </a:tabLst>
            </a:pPr>
            <a:r>
              <a:rPr sz="1200" dirty="0">
                <a:latin typeface="Times New Roman"/>
                <a:cs typeface="Times New Roman"/>
              </a:rPr>
              <a:t>Unit</a:t>
            </a:r>
            <a:r>
              <a:rPr sz="1200" spc="-25" dirty="0">
                <a:latin typeface="Times New Roman"/>
                <a:cs typeface="Times New Roman"/>
              </a:rPr>
              <a:t> </a:t>
            </a:r>
            <a:r>
              <a:rPr sz="1200" dirty="0">
                <a:latin typeface="Times New Roman"/>
                <a:cs typeface="Times New Roman"/>
              </a:rPr>
              <a:t>testing</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staging</a:t>
            </a:r>
            <a:r>
              <a:rPr sz="1200" spc="-20" dirty="0">
                <a:latin typeface="Times New Roman"/>
                <a:cs typeface="Times New Roman"/>
              </a:rPr>
              <a:t> </a:t>
            </a:r>
            <a:r>
              <a:rPr sz="1200" spc="-10" dirty="0">
                <a:latin typeface="Times New Roman"/>
                <a:cs typeface="Times New Roman"/>
              </a:rPr>
              <a:t>deployment</a:t>
            </a:r>
            <a:endParaRPr sz="1200">
              <a:latin typeface="Times New Roman"/>
              <a:cs typeface="Times New Roman"/>
            </a:endParaRPr>
          </a:p>
          <a:p>
            <a:pPr marL="12700">
              <a:lnSpc>
                <a:spcPct val="100000"/>
              </a:lnSpc>
              <a:spcBef>
                <a:spcPts val="1080"/>
              </a:spcBef>
            </a:pPr>
            <a:r>
              <a:rPr sz="1400" b="1" dirty="0">
                <a:latin typeface="Times New Roman"/>
                <a:cs typeface="Times New Roman"/>
              </a:rPr>
              <a:t>Sprint</a:t>
            </a:r>
            <a:r>
              <a:rPr sz="1400" b="1" spc="-20" dirty="0">
                <a:latin typeface="Times New Roman"/>
                <a:cs typeface="Times New Roman"/>
              </a:rPr>
              <a:t> </a:t>
            </a:r>
            <a:r>
              <a:rPr sz="1400" b="1" dirty="0">
                <a:latin typeface="Times New Roman"/>
                <a:cs typeface="Times New Roman"/>
              </a:rPr>
              <a:t>2:</a:t>
            </a:r>
            <a:r>
              <a:rPr sz="1400" b="1" spc="-55" dirty="0">
                <a:latin typeface="Times New Roman"/>
                <a:cs typeface="Times New Roman"/>
              </a:rPr>
              <a:t> </a:t>
            </a:r>
            <a:r>
              <a:rPr sz="1400" b="1" dirty="0">
                <a:latin typeface="Times New Roman"/>
                <a:cs typeface="Times New Roman"/>
              </a:rPr>
              <a:t>Ticket</a:t>
            </a:r>
            <a:r>
              <a:rPr sz="1400" b="1" spc="-20" dirty="0">
                <a:latin typeface="Times New Roman"/>
                <a:cs typeface="Times New Roman"/>
              </a:rPr>
              <a:t> </a:t>
            </a:r>
            <a:r>
              <a:rPr sz="1400" b="1" dirty="0">
                <a:latin typeface="Times New Roman"/>
                <a:cs typeface="Times New Roman"/>
              </a:rPr>
              <a:t>Lifecycle</a:t>
            </a:r>
            <a:r>
              <a:rPr sz="1400" b="1" spc="-15" dirty="0">
                <a:latin typeface="Times New Roman"/>
                <a:cs typeface="Times New Roman"/>
              </a:rPr>
              <a:t> </a:t>
            </a:r>
            <a:r>
              <a:rPr sz="1400" b="1" dirty="0">
                <a:latin typeface="Times New Roman"/>
                <a:cs typeface="Times New Roman"/>
              </a:rPr>
              <a:t>and</a:t>
            </a:r>
            <a:r>
              <a:rPr sz="1400" b="1" spc="-10" dirty="0">
                <a:latin typeface="Times New Roman"/>
                <a:cs typeface="Times New Roman"/>
              </a:rPr>
              <a:t> Customer</a:t>
            </a:r>
            <a:r>
              <a:rPr sz="1400" b="1" spc="-40" dirty="0">
                <a:latin typeface="Times New Roman"/>
                <a:cs typeface="Times New Roman"/>
              </a:rPr>
              <a:t> </a:t>
            </a:r>
            <a:r>
              <a:rPr sz="1400" b="1" spc="-10" dirty="0">
                <a:latin typeface="Times New Roman"/>
                <a:cs typeface="Times New Roman"/>
              </a:rPr>
              <a:t>Portal</a:t>
            </a:r>
            <a:endParaRPr sz="1400">
              <a:latin typeface="Times New Roman"/>
              <a:cs typeface="Times New Roman"/>
            </a:endParaRPr>
          </a:p>
          <a:p>
            <a:pPr marL="12700">
              <a:lnSpc>
                <a:spcPct val="100000"/>
              </a:lnSpc>
              <a:spcBef>
                <a:spcPts val="60"/>
              </a:spcBef>
            </a:pPr>
            <a:r>
              <a:rPr sz="1200" b="1" dirty="0">
                <a:latin typeface="Times New Roman"/>
                <a:cs typeface="Times New Roman"/>
              </a:rPr>
              <a:t>Objective</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Enable</a:t>
            </a:r>
            <a:r>
              <a:rPr sz="1200" spc="-40"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to</a:t>
            </a:r>
            <a:r>
              <a:rPr sz="1200" spc="-55" dirty="0">
                <a:latin typeface="Times New Roman"/>
                <a:cs typeface="Times New Roman"/>
              </a:rPr>
              <a:t> </a:t>
            </a:r>
            <a:r>
              <a:rPr sz="1200" dirty="0">
                <a:latin typeface="Times New Roman"/>
                <a:cs typeface="Times New Roman"/>
              </a:rPr>
              <a:t>create</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manage</a:t>
            </a:r>
            <a:r>
              <a:rPr sz="1200" spc="-45" dirty="0">
                <a:latin typeface="Times New Roman"/>
                <a:cs typeface="Times New Roman"/>
              </a:rPr>
              <a:t> </a:t>
            </a:r>
            <a:r>
              <a:rPr sz="1200" spc="-10" dirty="0">
                <a:latin typeface="Times New Roman"/>
                <a:cs typeface="Times New Roman"/>
              </a:rPr>
              <a:t>tickets</a:t>
            </a:r>
            <a:endParaRPr sz="1200">
              <a:latin typeface="Times New Roman"/>
              <a:cs typeface="Times New Roman"/>
            </a:endParaRPr>
          </a:p>
          <a:p>
            <a:pPr marL="299085" indent="-228600">
              <a:lnSpc>
                <a:spcPct val="100000"/>
              </a:lnSpc>
              <a:spcBef>
                <a:spcPts val="960"/>
              </a:spcBef>
              <a:buFont typeface="Symbol"/>
              <a:buChar char=""/>
              <a:tabLst>
                <a:tab pos="299085" algn="l"/>
              </a:tabLst>
            </a:pPr>
            <a:r>
              <a:rPr sz="1200" b="1" spc="-10" dirty="0">
                <a:latin typeface="Times New Roman"/>
                <a:cs typeface="Times New Roman"/>
              </a:rPr>
              <a:t>Activities:</a:t>
            </a:r>
            <a:endParaRPr sz="1200">
              <a:latin typeface="Times New Roman"/>
              <a:cs typeface="Times New Roman"/>
            </a:endParaRPr>
          </a:p>
          <a:p>
            <a:pPr marL="469900" lvl="1" indent="-228600">
              <a:lnSpc>
                <a:spcPct val="100000"/>
              </a:lnSpc>
              <a:spcBef>
                <a:spcPts val="819"/>
              </a:spcBef>
              <a:buFont typeface="Courier New"/>
              <a:buChar char="o"/>
              <a:tabLst>
                <a:tab pos="469900" algn="l"/>
              </a:tabLst>
            </a:pPr>
            <a:r>
              <a:rPr sz="1200" dirty="0">
                <a:latin typeface="Times New Roman"/>
                <a:cs typeface="Times New Roman"/>
              </a:rPr>
              <a:t>Customer</a:t>
            </a:r>
            <a:r>
              <a:rPr sz="1200" spc="-40" dirty="0">
                <a:latin typeface="Times New Roman"/>
                <a:cs typeface="Times New Roman"/>
              </a:rPr>
              <a:t> </a:t>
            </a:r>
            <a:r>
              <a:rPr sz="1200" dirty="0">
                <a:latin typeface="Times New Roman"/>
                <a:cs typeface="Times New Roman"/>
              </a:rPr>
              <a:t>ticket</a:t>
            </a:r>
            <a:r>
              <a:rPr sz="1200" spc="-55" dirty="0">
                <a:latin typeface="Times New Roman"/>
                <a:cs typeface="Times New Roman"/>
              </a:rPr>
              <a:t> </a:t>
            </a:r>
            <a:r>
              <a:rPr sz="1200" dirty="0">
                <a:latin typeface="Times New Roman"/>
                <a:cs typeface="Times New Roman"/>
              </a:rPr>
              <a:t>creation</a:t>
            </a:r>
            <a:r>
              <a:rPr sz="1200" spc="-40"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spc="-10" dirty="0">
                <a:latin typeface="Times New Roman"/>
                <a:cs typeface="Times New Roman"/>
              </a:rPr>
              <a:t>categories</a:t>
            </a:r>
            <a:endParaRPr sz="1200">
              <a:latin typeface="Times New Roman"/>
              <a:cs typeface="Times New Roman"/>
            </a:endParaRPr>
          </a:p>
          <a:p>
            <a:pPr marL="469900" lvl="1" indent="-228600">
              <a:lnSpc>
                <a:spcPct val="100000"/>
              </a:lnSpc>
              <a:spcBef>
                <a:spcPts val="160"/>
              </a:spcBef>
              <a:buFont typeface="Courier New"/>
              <a:buChar char="o"/>
              <a:tabLst>
                <a:tab pos="469900" algn="l"/>
              </a:tabLst>
            </a:pP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add</a:t>
            </a:r>
            <a:r>
              <a:rPr sz="1200" spc="-15" dirty="0">
                <a:latin typeface="Times New Roman"/>
                <a:cs typeface="Times New Roman"/>
              </a:rPr>
              <a:t> </a:t>
            </a:r>
            <a:r>
              <a:rPr sz="1200" spc="-20" dirty="0">
                <a:latin typeface="Times New Roman"/>
                <a:cs typeface="Times New Roman"/>
              </a:rPr>
              <a:t>notes</a:t>
            </a:r>
            <a:endParaRPr sz="1200">
              <a:latin typeface="Times New Roman"/>
              <a:cs typeface="Times New Roman"/>
            </a:endParaRPr>
          </a:p>
          <a:p>
            <a:pPr marL="469900" lvl="1" indent="-228600">
              <a:lnSpc>
                <a:spcPct val="100000"/>
              </a:lnSpc>
              <a:spcBef>
                <a:spcPts val="140"/>
              </a:spcBef>
              <a:buFont typeface="Courier New"/>
              <a:buChar char="o"/>
              <a:tabLst>
                <a:tab pos="469900" algn="l"/>
              </a:tabLst>
            </a:pPr>
            <a:r>
              <a:rPr sz="1200" dirty="0">
                <a:latin typeface="Times New Roman"/>
                <a:cs typeface="Times New Roman"/>
              </a:rPr>
              <a:t>Email</a:t>
            </a:r>
            <a:r>
              <a:rPr sz="1200" spc="-20" dirty="0">
                <a:latin typeface="Times New Roman"/>
                <a:cs typeface="Times New Roman"/>
              </a:rPr>
              <a:t> </a:t>
            </a:r>
            <a:r>
              <a:rPr sz="1200" spc="-10" dirty="0">
                <a:latin typeface="Times New Roman"/>
                <a:cs typeface="Times New Roman"/>
              </a:rPr>
              <a:t>notifications</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ticket</a:t>
            </a:r>
            <a:r>
              <a:rPr sz="1200" spc="-1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a:p>
            <a:pPr marL="469900" lvl="1" indent="-228600">
              <a:lnSpc>
                <a:spcPct val="100000"/>
              </a:lnSpc>
              <a:spcBef>
                <a:spcPts val="160"/>
              </a:spcBef>
              <a:buFont typeface="Courier New"/>
              <a:buChar char="o"/>
              <a:tabLst>
                <a:tab pos="469900" algn="l"/>
              </a:tabLst>
            </a:pPr>
            <a:r>
              <a:rPr sz="1200" dirty="0">
                <a:latin typeface="Times New Roman"/>
                <a:cs typeface="Times New Roman"/>
              </a:rPr>
              <a:t>Customer</a:t>
            </a:r>
            <a:r>
              <a:rPr sz="1200" spc="-45" dirty="0">
                <a:latin typeface="Times New Roman"/>
                <a:cs typeface="Times New Roman"/>
              </a:rPr>
              <a:t> </a:t>
            </a:r>
            <a:r>
              <a:rPr sz="1200" dirty="0">
                <a:latin typeface="Times New Roman"/>
                <a:cs typeface="Times New Roman"/>
              </a:rPr>
              <a:t>dashboard</a:t>
            </a:r>
            <a:r>
              <a:rPr sz="1200" spc="-40" dirty="0">
                <a:latin typeface="Times New Roman"/>
                <a:cs typeface="Times New Roman"/>
              </a:rPr>
              <a:t> </a:t>
            </a:r>
            <a:r>
              <a:rPr sz="1200" spc="-10" dirty="0">
                <a:latin typeface="Times New Roman"/>
                <a:cs typeface="Times New Roman"/>
              </a:rPr>
              <a:t>implementation</a:t>
            </a:r>
            <a:endParaRPr sz="1200">
              <a:latin typeface="Times New Roman"/>
              <a:cs typeface="Times New Roman"/>
            </a:endParaRPr>
          </a:p>
          <a:p>
            <a:pPr marL="12700">
              <a:lnSpc>
                <a:spcPct val="100000"/>
              </a:lnSpc>
              <a:spcBef>
                <a:spcPts val="1140"/>
              </a:spcBef>
            </a:pPr>
            <a:r>
              <a:rPr sz="1400" b="1" dirty="0">
                <a:latin typeface="Times New Roman"/>
                <a:cs typeface="Times New Roman"/>
              </a:rPr>
              <a:t>Sprint</a:t>
            </a:r>
            <a:r>
              <a:rPr sz="1400" b="1" spc="-20" dirty="0">
                <a:latin typeface="Times New Roman"/>
                <a:cs typeface="Times New Roman"/>
              </a:rPr>
              <a:t> </a:t>
            </a:r>
            <a:r>
              <a:rPr sz="1400" b="1" dirty="0">
                <a:latin typeface="Times New Roman"/>
                <a:cs typeface="Times New Roman"/>
              </a:rPr>
              <a:t>3:</a:t>
            </a:r>
            <a:r>
              <a:rPr sz="1400" b="1" spc="-15" dirty="0">
                <a:latin typeface="Times New Roman"/>
                <a:cs typeface="Times New Roman"/>
              </a:rPr>
              <a:t> </a:t>
            </a:r>
            <a:r>
              <a:rPr sz="1400" b="1" dirty="0">
                <a:latin typeface="Times New Roman"/>
                <a:cs typeface="Times New Roman"/>
              </a:rPr>
              <a:t>Employee</a:t>
            </a:r>
            <a:r>
              <a:rPr sz="1400" b="1" spc="-10" dirty="0">
                <a:latin typeface="Times New Roman"/>
                <a:cs typeface="Times New Roman"/>
              </a:rPr>
              <a:t> </a:t>
            </a:r>
            <a:r>
              <a:rPr sz="1400" b="1" dirty="0">
                <a:latin typeface="Times New Roman"/>
                <a:cs typeface="Times New Roman"/>
              </a:rPr>
              <a:t>Dashboard</a:t>
            </a:r>
            <a:r>
              <a:rPr sz="1400" b="1" spc="-5" dirty="0">
                <a:latin typeface="Times New Roman"/>
                <a:cs typeface="Times New Roman"/>
              </a:rPr>
              <a:t> </a:t>
            </a:r>
            <a:r>
              <a:rPr sz="1400" b="1" spc="-10" dirty="0">
                <a:latin typeface="Times New Roman"/>
                <a:cs typeface="Times New Roman"/>
              </a:rPr>
              <a:t>and</a:t>
            </a:r>
            <a:r>
              <a:rPr sz="1400" b="1" spc="-80" dirty="0">
                <a:latin typeface="Times New Roman"/>
                <a:cs typeface="Times New Roman"/>
              </a:rPr>
              <a:t> </a:t>
            </a:r>
            <a:r>
              <a:rPr sz="1400" b="1" spc="-10" dirty="0">
                <a:latin typeface="Times New Roman"/>
                <a:cs typeface="Times New Roman"/>
              </a:rPr>
              <a:t>Activities</a:t>
            </a:r>
            <a:r>
              <a:rPr sz="1400" b="1" spc="-35" dirty="0">
                <a:latin typeface="Times New Roman"/>
                <a:cs typeface="Times New Roman"/>
              </a:rPr>
              <a:t> </a:t>
            </a:r>
            <a:r>
              <a:rPr sz="1400" b="1" spc="-10" dirty="0">
                <a:latin typeface="Times New Roman"/>
                <a:cs typeface="Times New Roman"/>
              </a:rPr>
              <a:t>Tracking</a:t>
            </a:r>
            <a:endParaRPr sz="1400">
              <a:latin typeface="Times New Roman"/>
              <a:cs typeface="Times New Roman"/>
            </a:endParaRPr>
          </a:p>
          <a:p>
            <a:pPr marL="12700">
              <a:lnSpc>
                <a:spcPct val="100000"/>
              </a:lnSpc>
              <a:spcBef>
                <a:spcPts val="65"/>
              </a:spcBef>
            </a:pPr>
            <a:r>
              <a:rPr sz="1200" b="1" dirty="0">
                <a:latin typeface="Times New Roman"/>
                <a:cs typeface="Times New Roman"/>
              </a:rPr>
              <a:t>Objective</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Empower</a:t>
            </a:r>
            <a:r>
              <a:rPr sz="1200" spc="-35" dirty="0">
                <a:latin typeface="Times New Roman"/>
                <a:cs typeface="Times New Roman"/>
              </a:rPr>
              <a:t> </a:t>
            </a:r>
            <a:r>
              <a:rPr sz="1200" dirty="0">
                <a:latin typeface="Times New Roman"/>
                <a:cs typeface="Times New Roman"/>
              </a:rPr>
              <a:t>company</a:t>
            </a:r>
            <a:r>
              <a:rPr sz="1200" spc="-35" dirty="0">
                <a:latin typeface="Times New Roman"/>
                <a:cs typeface="Times New Roman"/>
              </a:rPr>
              <a:t> </a:t>
            </a:r>
            <a:r>
              <a:rPr sz="1200" dirty="0">
                <a:latin typeface="Times New Roman"/>
                <a:cs typeface="Times New Roman"/>
              </a:rPr>
              <a:t>employees</a:t>
            </a:r>
            <a:r>
              <a:rPr sz="1200" spc="-6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handle</a:t>
            </a:r>
            <a:r>
              <a:rPr sz="1200" spc="-45" dirty="0">
                <a:latin typeface="Times New Roman"/>
                <a:cs typeface="Times New Roman"/>
              </a:rPr>
              <a:t> </a:t>
            </a:r>
            <a:r>
              <a:rPr sz="1200" spc="-10" dirty="0">
                <a:latin typeface="Times New Roman"/>
                <a:cs typeface="Times New Roman"/>
              </a:rPr>
              <a:t>tickets</a:t>
            </a:r>
            <a:endParaRPr sz="1200">
              <a:latin typeface="Times New Roman"/>
              <a:cs typeface="Times New Roman"/>
            </a:endParaRPr>
          </a:p>
        </p:txBody>
      </p:sp>
      <p:grpSp>
        <p:nvGrpSpPr>
          <p:cNvPr id="6" name="object 6"/>
          <p:cNvGrpSpPr/>
          <p:nvPr/>
        </p:nvGrpSpPr>
        <p:grpSpPr>
          <a:xfrm>
            <a:off x="304800" y="304800"/>
            <a:ext cx="7165340" cy="9451340"/>
            <a:chOff x="304800" y="304800"/>
            <a:chExt cx="7165340" cy="9451340"/>
          </a:xfrm>
        </p:grpSpPr>
        <p:sp>
          <p:nvSpPr>
            <p:cNvPr id="7" name="object 7"/>
            <p:cNvSpPr/>
            <p:nvPr/>
          </p:nvSpPr>
          <p:spPr>
            <a:xfrm>
              <a:off x="545465" y="4134484"/>
              <a:ext cx="6611620" cy="0"/>
            </a:xfrm>
            <a:custGeom>
              <a:avLst/>
              <a:gdLst/>
              <a:ahLst/>
              <a:cxnLst/>
              <a:rect l="l" t="t" r="r" b="b"/>
              <a:pathLst>
                <a:path w="6611620">
                  <a:moveTo>
                    <a:pt x="0" y="0"/>
                  </a:moveTo>
                  <a:lnTo>
                    <a:pt x="6611619" y="0"/>
                  </a:lnTo>
                </a:path>
              </a:pathLst>
            </a:custGeom>
            <a:ln w="9525">
              <a:solidFill>
                <a:srgbClr val="BEBEBE"/>
              </a:solidFill>
            </a:ln>
          </p:spPr>
          <p:txBody>
            <a:bodyPr wrap="square" lIns="0" tIns="0" rIns="0" bIns="0" rtlCol="0"/>
            <a:lstStyle/>
            <a:p>
              <a:endParaRPr/>
            </a:p>
          </p:txBody>
        </p:sp>
        <p:pic>
          <p:nvPicPr>
            <p:cNvPr id="8" name="object 8"/>
            <p:cNvPicPr/>
            <p:nvPr/>
          </p:nvPicPr>
          <p:blipFill>
            <a:blip r:embed="rId2" cstate="print"/>
            <a:stretch>
              <a:fillRect/>
            </a:stretch>
          </p:blipFill>
          <p:spPr>
            <a:xfrm>
              <a:off x="304800" y="304800"/>
              <a:ext cx="7165084" cy="9451022"/>
            </a:xfrm>
            <a:prstGeom prst="rect">
              <a:avLst/>
            </a:prstGeom>
          </p:spPr>
        </p:pic>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331851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880"/>
              </a:spcBef>
            </a:pPr>
            <a:endParaRPr sz="1200">
              <a:latin typeface="Times New Roman"/>
              <a:cs typeface="Times New Roman"/>
            </a:endParaRPr>
          </a:p>
          <a:p>
            <a:pPr marL="299085" indent="-228600">
              <a:lnSpc>
                <a:spcPct val="100000"/>
              </a:lnSpc>
              <a:buFont typeface="Symbol"/>
              <a:buChar char=""/>
              <a:tabLst>
                <a:tab pos="299085" algn="l"/>
              </a:tabLst>
            </a:pPr>
            <a:r>
              <a:rPr sz="1200" spc="-10" dirty="0">
                <a:latin typeface="Times New Roman"/>
                <a:cs typeface="Times New Roman"/>
              </a:rPr>
              <a:t>Activities:</a:t>
            </a:r>
            <a:endParaRPr sz="1200">
              <a:latin typeface="Times New Roman"/>
              <a:cs typeface="Times New Roman"/>
            </a:endParaRPr>
          </a:p>
          <a:p>
            <a:pPr marL="469900" lvl="1" indent="-228600">
              <a:lnSpc>
                <a:spcPct val="100000"/>
              </a:lnSpc>
              <a:spcBef>
                <a:spcPts val="840"/>
              </a:spcBef>
              <a:buFont typeface="Courier New"/>
              <a:buChar char="o"/>
              <a:tabLst>
                <a:tab pos="469900" algn="l"/>
              </a:tabLst>
            </a:pPr>
            <a:r>
              <a:rPr sz="1200" dirty="0">
                <a:latin typeface="Times New Roman"/>
                <a:cs typeface="Times New Roman"/>
              </a:rPr>
              <a:t>Employee</a:t>
            </a:r>
            <a:r>
              <a:rPr sz="1200" spc="-40" dirty="0">
                <a:latin typeface="Times New Roman"/>
                <a:cs typeface="Times New Roman"/>
              </a:rPr>
              <a:t> </a:t>
            </a:r>
            <a:r>
              <a:rPr sz="1200" dirty="0">
                <a:latin typeface="Times New Roman"/>
                <a:cs typeface="Times New Roman"/>
              </a:rPr>
              <a:t>dashboard</a:t>
            </a:r>
            <a:r>
              <a:rPr sz="1200" spc="-45" dirty="0">
                <a:latin typeface="Times New Roman"/>
                <a:cs typeface="Times New Roman"/>
              </a:rPr>
              <a:t> </a:t>
            </a:r>
            <a:r>
              <a:rPr sz="1200" dirty="0">
                <a:latin typeface="Times New Roman"/>
                <a:cs typeface="Times New Roman"/>
              </a:rPr>
              <a:t>with</a:t>
            </a:r>
            <a:r>
              <a:rPr sz="1200" spc="-60" dirty="0">
                <a:latin typeface="Times New Roman"/>
                <a:cs typeface="Times New Roman"/>
              </a:rPr>
              <a:t> </a:t>
            </a:r>
            <a:r>
              <a:rPr sz="1200" dirty="0">
                <a:latin typeface="Times New Roman"/>
                <a:cs typeface="Times New Roman"/>
              </a:rPr>
              <a:t>assigned</a:t>
            </a:r>
            <a:r>
              <a:rPr sz="1200" spc="-45" dirty="0">
                <a:latin typeface="Times New Roman"/>
                <a:cs typeface="Times New Roman"/>
              </a:rPr>
              <a:t> </a:t>
            </a:r>
            <a:r>
              <a:rPr sz="1200" spc="-10" dirty="0">
                <a:latin typeface="Times New Roman"/>
                <a:cs typeface="Times New Roman"/>
              </a:rPr>
              <a:t>tickets</a:t>
            </a:r>
            <a:endParaRPr sz="1200">
              <a:latin typeface="Times New Roman"/>
              <a:cs typeface="Times New Roman"/>
            </a:endParaRPr>
          </a:p>
          <a:p>
            <a:pPr marL="469900" lvl="1" indent="-228600">
              <a:lnSpc>
                <a:spcPct val="100000"/>
              </a:lnSpc>
              <a:spcBef>
                <a:spcPts val="140"/>
              </a:spcBef>
              <a:buFont typeface="Courier New"/>
              <a:buChar char="o"/>
              <a:tabLst>
                <a:tab pos="469900" algn="l"/>
              </a:tabLst>
            </a:pPr>
            <a:r>
              <a:rPr sz="1200" dirty="0">
                <a:latin typeface="Times New Roman"/>
                <a:cs typeface="Times New Roman"/>
              </a:rPr>
              <a:t>Add</a:t>
            </a:r>
            <a:r>
              <a:rPr sz="1200" spc="-35" dirty="0">
                <a:latin typeface="Times New Roman"/>
                <a:cs typeface="Times New Roman"/>
              </a:rPr>
              <a:t> </a:t>
            </a:r>
            <a:r>
              <a:rPr sz="1200" dirty="0">
                <a:latin typeface="Times New Roman"/>
                <a:cs typeface="Times New Roman"/>
              </a:rPr>
              <a:t>notes,</a:t>
            </a:r>
            <a:r>
              <a:rPr sz="1200" spc="-30" dirty="0">
                <a:latin typeface="Times New Roman"/>
                <a:cs typeface="Times New Roman"/>
              </a:rPr>
              <a:t> </a:t>
            </a:r>
            <a:r>
              <a:rPr sz="1200" dirty="0">
                <a:latin typeface="Times New Roman"/>
                <a:cs typeface="Times New Roman"/>
              </a:rPr>
              <a:t>change</a:t>
            </a:r>
            <a:r>
              <a:rPr sz="1200" spc="-25"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log</a:t>
            </a:r>
            <a:r>
              <a:rPr sz="1200" spc="-30"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469900" lvl="1" indent="-228600">
              <a:lnSpc>
                <a:spcPct val="100000"/>
              </a:lnSpc>
              <a:spcBef>
                <a:spcPts val="140"/>
              </a:spcBef>
              <a:buFont typeface="Courier New"/>
              <a:buChar char="o"/>
              <a:tabLst>
                <a:tab pos="469900" algn="l"/>
              </a:tabLst>
            </a:pPr>
            <a:r>
              <a:rPr sz="1200" dirty="0">
                <a:latin typeface="Times New Roman"/>
                <a:cs typeface="Times New Roman"/>
              </a:rPr>
              <a:t>View</a:t>
            </a:r>
            <a:r>
              <a:rPr sz="1200" spc="-45"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spc="-10" dirty="0">
                <a:latin typeface="Times New Roman"/>
                <a:cs typeface="Times New Roman"/>
              </a:rPr>
              <a:t>history</a:t>
            </a:r>
            <a:endParaRPr sz="1200">
              <a:latin typeface="Times New Roman"/>
              <a:cs typeface="Times New Roman"/>
            </a:endParaRPr>
          </a:p>
          <a:p>
            <a:pPr marL="469900" lvl="1" indent="-228600">
              <a:lnSpc>
                <a:spcPct val="100000"/>
              </a:lnSpc>
              <a:spcBef>
                <a:spcPts val="165"/>
              </a:spcBef>
              <a:buFont typeface="Courier New"/>
              <a:buChar char="o"/>
              <a:tabLst>
                <a:tab pos="469900" algn="l"/>
              </a:tabLst>
            </a:pPr>
            <a:r>
              <a:rPr sz="1200" dirty="0">
                <a:latin typeface="Times New Roman"/>
                <a:cs typeface="Times New Roman"/>
              </a:rPr>
              <a:t>Internal</a:t>
            </a:r>
            <a:r>
              <a:rPr sz="1200" spc="-10" dirty="0">
                <a:latin typeface="Times New Roman"/>
                <a:cs typeface="Times New Roman"/>
              </a:rPr>
              <a:t> notifications</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activity</a:t>
            </a:r>
            <a:r>
              <a:rPr sz="1200" spc="-15" dirty="0">
                <a:latin typeface="Times New Roman"/>
                <a:cs typeface="Times New Roman"/>
              </a:rPr>
              <a:t> </a:t>
            </a:r>
            <a:r>
              <a:rPr sz="1200" spc="-20" dirty="0">
                <a:latin typeface="Times New Roman"/>
                <a:cs typeface="Times New Roman"/>
              </a:rPr>
              <a:t>logs</a:t>
            </a:r>
            <a:endParaRPr sz="1200">
              <a:latin typeface="Times New Roman"/>
              <a:cs typeface="Times New Roman"/>
            </a:endParaRPr>
          </a:p>
          <a:p>
            <a:pPr marL="12700">
              <a:lnSpc>
                <a:spcPct val="100000"/>
              </a:lnSpc>
              <a:spcBef>
                <a:spcPts val="1140"/>
              </a:spcBef>
            </a:pPr>
            <a:r>
              <a:rPr sz="1400" b="1" dirty="0">
                <a:latin typeface="Times New Roman"/>
                <a:cs typeface="Times New Roman"/>
              </a:rPr>
              <a:t>Sprint</a:t>
            </a:r>
            <a:r>
              <a:rPr sz="1400" b="1" spc="-30" dirty="0">
                <a:latin typeface="Times New Roman"/>
                <a:cs typeface="Times New Roman"/>
              </a:rPr>
              <a:t> </a:t>
            </a:r>
            <a:r>
              <a:rPr sz="1400" b="1" dirty="0">
                <a:latin typeface="Times New Roman"/>
                <a:cs typeface="Times New Roman"/>
              </a:rPr>
              <a:t>4:</a:t>
            </a:r>
            <a:r>
              <a:rPr sz="1400" b="1" spc="-90" dirty="0">
                <a:latin typeface="Times New Roman"/>
                <a:cs typeface="Times New Roman"/>
              </a:rPr>
              <a:t> </a:t>
            </a:r>
            <a:r>
              <a:rPr sz="1400" b="1" dirty="0">
                <a:latin typeface="Times New Roman"/>
                <a:cs typeface="Times New Roman"/>
              </a:rPr>
              <a:t>Admin</a:t>
            </a:r>
            <a:r>
              <a:rPr sz="1400" b="1" spc="-15" dirty="0">
                <a:latin typeface="Times New Roman"/>
                <a:cs typeface="Times New Roman"/>
              </a:rPr>
              <a:t> </a:t>
            </a:r>
            <a:r>
              <a:rPr sz="1400" b="1" dirty="0">
                <a:latin typeface="Times New Roman"/>
                <a:cs typeface="Times New Roman"/>
              </a:rPr>
              <a:t>Reports,</a:t>
            </a:r>
            <a:r>
              <a:rPr sz="1400" b="1" spc="-25" dirty="0">
                <a:latin typeface="Times New Roman"/>
                <a:cs typeface="Times New Roman"/>
              </a:rPr>
              <a:t> </a:t>
            </a:r>
            <a:r>
              <a:rPr sz="1400" b="1" dirty="0">
                <a:latin typeface="Times New Roman"/>
                <a:cs typeface="Times New Roman"/>
              </a:rPr>
              <a:t>Configurations</a:t>
            </a:r>
            <a:r>
              <a:rPr sz="1400" b="1" spc="-15" dirty="0">
                <a:latin typeface="Times New Roman"/>
                <a:cs typeface="Times New Roman"/>
              </a:rPr>
              <a:t> </a:t>
            </a:r>
            <a:r>
              <a:rPr sz="1400" b="1" dirty="0">
                <a:latin typeface="Times New Roman"/>
                <a:cs typeface="Times New Roman"/>
              </a:rPr>
              <a:t>&amp;</a:t>
            </a:r>
            <a:r>
              <a:rPr sz="1400" b="1" spc="-20" dirty="0">
                <a:latin typeface="Times New Roman"/>
                <a:cs typeface="Times New Roman"/>
              </a:rPr>
              <a:t> </a:t>
            </a:r>
            <a:r>
              <a:rPr sz="1400" b="1" dirty="0">
                <a:latin typeface="Times New Roman"/>
                <a:cs typeface="Times New Roman"/>
              </a:rPr>
              <a:t>Final</a:t>
            </a:r>
            <a:r>
              <a:rPr sz="1400" b="1" spc="-60" dirty="0">
                <a:latin typeface="Times New Roman"/>
                <a:cs typeface="Times New Roman"/>
              </a:rPr>
              <a:t> </a:t>
            </a:r>
            <a:r>
              <a:rPr sz="1400" b="1" spc="-10" dirty="0">
                <a:latin typeface="Times New Roman"/>
                <a:cs typeface="Times New Roman"/>
              </a:rPr>
              <a:t>Testing</a:t>
            </a:r>
            <a:endParaRPr sz="1400">
              <a:latin typeface="Times New Roman"/>
              <a:cs typeface="Times New Roman"/>
            </a:endParaRPr>
          </a:p>
          <a:p>
            <a:pPr marL="12700">
              <a:lnSpc>
                <a:spcPct val="100000"/>
              </a:lnSpc>
              <a:spcBef>
                <a:spcPts val="60"/>
              </a:spcBef>
            </a:pPr>
            <a:r>
              <a:rPr sz="1200" b="1" dirty="0">
                <a:latin typeface="Times New Roman"/>
                <a:cs typeface="Times New Roman"/>
              </a:rPr>
              <a:t>Objective</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Provide</a:t>
            </a:r>
            <a:r>
              <a:rPr sz="1200" spc="-20" dirty="0">
                <a:latin typeface="Times New Roman"/>
                <a:cs typeface="Times New Roman"/>
              </a:rPr>
              <a:t> </a:t>
            </a:r>
            <a:r>
              <a:rPr sz="1200" spc="-10" dirty="0">
                <a:latin typeface="Times New Roman"/>
                <a:cs typeface="Times New Roman"/>
              </a:rPr>
              <a:t>analytical</a:t>
            </a:r>
            <a:r>
              <a:rPr sz="1200" spc="-20" dirty="0">
                <a:latin typeface="Times New Roman"/>
                <a:cs typeface="Times New Roman"/>
              </a:rPr>
              <a:t> </a:t>
            </a:r>
            <a:r>
              <a:rPr sz="1200" dirty="0">
                <a:latin typeface="Times New Roman"/>
                <a:cs typeface="Times New Roman"/>
              </a:rPr>
              <a:t>tools</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final</a:t>
            </a:r>
            <a:r>
              <a:rPr sz="1200" spc="-20" dirty="0">
                <a:latin typeface="Times New Roman"/>
                <a:cs typeface="Times New Roman"/>
              </a:rPr>
              <a:t> </a:t>
            </a:r>
            <a:r>
              <a:rPr sz="1200" dirty="0">
                <a:latin typeface="Times New Roman"/>
                <a:cs typeface="Times New Roman"/>
              </a:rPr>
              <a:t>system</a:t>
            </a:r>
            <a:r>
              <a:rPr sz="1200" spc="-15" dirty="0">
                <a:latin typeface="Times New Roman"/>
                <a:cs typeface="Times New Roman"/>
              </a:rPr>
              <a:t> </a:t>
            </a:r>
            <a:r>
              <a:rPr sz="1200" spc="-10" dirty="0">
                <a:latin typeface="Times New Roman"/>
                <a:cs typeface="Times New Roman"/>
              </a:rPr>
              <a:t>validation</a:t>
            </a:r>
            <a:endParaRPr sz="1200">
              <a:latin typeface="Times New Roman"/>
              <a:cs typeface="Times New Roman"/>
            </a:endParaRPr>
          </a:p>
          <a:p>
            <a:pPr marL="299085" indent="-228600">
              <a:lnSpc>
                <a:spcPct val="100000"/>
              </a:lnSpc>
              <a:spcBef>
                <a:spcPts val="940"/>
              </a:spcBef>
              <a:buFont typeface="Symbol"/>
              <a:buChar char=""/>
              <a:tabLst>
                <a:tab pos="299085" algn="l"/>
              </a:tabLst>
            </a:pPr>
            <a:r>
              <a:rPr sz="1200" spc="-10" dirty="0">
                <a:latin typeface="Times New Roman"/>
                <a:cs typeface="Times New Roman"/>
              </a:rPr>
              <a:t>Activities:</a:t>
            </a:r>
            <a:endParaRPr sz="1200">
              <a:latin typeface="Times New Roman"/>
              <a:cs typeface="Times New Roman"/>
            </a:endParaRPr>
          </a:p>
          <a:p>
            <a:pPr marL="469900" lvl="1" indent="-228600">
              <a:lnSpc>
                <a:spcPct val="100000"/>
              </a:lnSpc>
              <a:spcBef>
                <a:spcPts val="840"/>
              </a:spcBef>
              <a:buFont typeface="Courier New"/>
              <a:buChar char="o"/>
              <a:tabLst>
                <a:tab pos="469900" algn="l"/>
              </a:tabLst>
            </a:pPr>
            <a:r>
              <a:rPr sz="1200" dirty="0">
                <a:latin typeface="Times New Roman"/>
                <a:cs typeface="Times New Roman"/>
              </a:rPr>
              <a:t>Company</a:t>
            </a:r>
            <a:r>
              <a:rPr sz="1200" spc="-40" dirty="0">
                <a:latin typeface="Times New Roman"/>
                <a:cs typeface="Times New Roman"/>
              </a:rPr>
              <a:t> </a:t>
            </a:r>
            <a:r>
              <a:rPr sz="1200" dirty="0">
                <a:latin typeface="Times New Roman"/>
                <a:cs typeface="Times New Roman"/>
              </a:rPr>
              <a:t>Admin</a:t>
            </a:r>
            <a:r>
              <a:rPr sz="1200" spc="-35" dirty="0">
                <a:latin typeface="Times New Roman"/>
                <a:cs typeface="Times New Roman"/>
              </a:rPr>
              <a:t> </a:t>
            </a:r>
            <a:r>
              <a:rPr sz="1200" dirty="0">
                <a:latin typeface="Times New Roman"/>
                <a:cs typeface="Times New Roman"/>
              </a:rPr>
              <a:t>report</a:t>
            </a:r>
            <a:r>
              <a:rPr sz="1200" spc="-35" dirty="0">
                <a:latin typeface="Times New Roman"/>
                <a:cs typeface="Times New Roman"/>
              </a:rPr>
              <a:t> </a:t>
            </a:r>
            <a:r>
              <a:rPr sz="1200" spc="-10" dirty="0">
                <a:latin typeface="Times New Roman"/>
                <a:cs typeface="Times New Roman"/>
              </a:rPr>
              <a:t>generation</a:t>
            </a:r>
            <a:endParaRPr sz="1200">
              <a:latin typeface="Times New Roman"/>
              <a:cs typeface="Times New Roman"/>
            </a:endParaRPr>
          </a:p>
          <a:p>
            <a:pPr marL="469900" lvl="1" indent="-228600">
              <a:lnSpc>
                <a:spcPct val="100000"/>
              </a:lnSpc>
              <a:spcBef>
                <a:spcPts val="160"/>
              </a:spcBef>
              <a:buFont typeface="Courier New"/>
              <a:buChar char="o"/>
              <a:tabLst>
                <a:tab pos="469900" algn="l"/>
              </a:tabLst>
            </a:pPr>
            <a:r>
              <a:rPr sz="1200" spc="-10" dirty="0">
                <a:latin typeface="Times New Roman"/>
                <a:cs typeface="Times New Roman"/>
              </a:rPr>
              <a:t>System-</a:t>
            </a:r>
            <a:r>
              <a:rPr sz="1200" dirty="0">
                <a:latin typeface="Times New Roman"/>
                <a:cs typeface="Times New Roman"/>
              </a:rPr>
              <a:t>wide</a:t>
            </a:r>
            <a:r>
              <a:rPr sz="1200" spc="45" dirty="0">
                <a:latin typeface="Times New Roman"/>
                <a:cs typeface="Times New Roman"/>
              </a:rPr>
              <a:t> </a:t>
            </a:r>
            <a:r>
              <a:rPr sz="1200" spc="-10" dirty="0">
                <a:latin typeface="Times New Roman"/>
                <a:cs typeface="Times New Roman"/>
              </a:rPr>
              <a:t>configuration</a:t>
            </a:r>
            <a:r>
              <a:rPr sz="1200" spc="10" dirty="0">
                <a:latin typeface="Times New Roman"/>
                <a:cs typeface="Times New Roman"/>
              </a:rPr>
              <a:t> </a:t>
            </a:r>
            <a:r>
              <a:rPr sz="1200" spc="-10" dirty="0">
                <a:latin typeface="Times New Roman"/>
                <a:cs typeface="Times New Roman"/>
              </a:rPr>
              <a:t>module</a:t>
            </a:r>
            <a:endParaRPr sz="1200">
              <a:latin typeface="Times New Roman"/>
              <a:cs typeface="Times New Roman"/>
            </a:endParaRPr>
          </a:p>
          <a:p>
            <a:pPr marL="469900" lvl="1" indent="-228600">
              <a:lnSpc>
                <a:spcPct val="100000"/>
              </a:lnSpc>
              <a:spcBef>
                <a:spcPts val="140"/>
              </a:spcBef>
              <a:buFont typeface="Courier New"/>
              <a:buChar char="o"/>
              <a:tabLst>
                <a:tab pos="469900" algn="l"/>
              </a:tabLst>
            </a:pPr>
            <a:r>
              <a:rPr sz="1200" dirty="0">
                <a:latin typeface="Times New Roman"/>
                <a:cs typeface="Times New Roman"/>
              </a:rPr>
              <a:t>Integration</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all</a:t>
            </a:r>
            <a:r>
              <a:rPr sz="1200" spc="-15" dirty="0">
                <a:latin typeface="Times New Roman"/>
                <a:cs typeface="Times New Roman"/>
              </a:rPr>
              <a:t> </a:t>
            </a:r>
            <a:r>
              <a:rPr sz="1200" spc="-10" dirty="0">
                <a:latin typeface="Times New Roman"/>
                <a:cs typeface="Times New Roman"/>
              </a:rPr>
              <a:t>modules</a:t>
            </a:r>
            <a:endParaRPr sz="1200">
              <a:latin typeface="Times New Roman"/>
              <a:cs typeface="Times New Roman"/>
            </a:endParaRPr>
          </a:p>
          <a:p>
            <a:pPr marL="469900" lvl="1" indent="-228600">
              <a:lnSpc>
                <a:spcPct val="100000"/>
              </a:lnSpc>
              <a:spcBef>
                <a:spcPts val="140"/>
              </a:spcBef>
              <a:buFont typeface="Courier New"/>
              <a:buChar char="o"/>
              <a:tabLst>
                <a:tab pos="469900" algn="l"/>
              </a:tabLst>
            </a:pP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testing</a:t>
            </a:r>
            <a:r>
              <a:rPr sz="1200" spc="-5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final</a:t>
            </a:r>
            <a:r>
              <a:rPr sz="1200" spc="-25" dirty="0">
                <a:latin typeface="Times New Roman"/>
                <a:cs typeface="Times New Roman"/>
              </a:rPr>
              <a:t> </a:t>
            </a:r>
            <a:r>
              <a:rPr sz="1200" spc="-20" dirty="0">
                <a:latin typeface="Times New Roman"/>
                <a:cs typeface="Times New Roman"/>
              </a:rPr>
              <a:t>fixes</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825500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241300" indent="-228600">
              <a:lnSpc>
                <a:spcPct val="100000"/>
              </a:lnSpc>
              <a:buAutoNum type="arabicPeriod" startAt="4"/>
              <a:tabLst>
                <a:tab pos="241300" algn="l"/>
              </a:tabLst>
            </a:pPr>
            <a:r>
              <a:rPr sz="1600" b="1" u="sng" dirty="0">
                <a:uFill>
                  <a:solidFill>
                    <a:srgbClr val="000000"/>
                  </a:solidFill>
                </a:uFill>
                <a:latin typeface="Times New Roman"/>
                <a:cs typeface="Times New Roman"/>
              </a:rPr>
              <a:t>Software</a:t>
            </a:r>
            <a:r>
              <a:rPr sz="1600" b="1" u="sng" spc="-20"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Requirement</a:t>
            </a:r>
            <a:r>
              <a:rPr sz="1600" b="1" u="sng" spc="-20"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Specification</a:t>
            </a:r>
            <a:r>
              <a:rPr sz="1600" b="1" u="sng" spc="-30"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(SRS)</a:t>
            </a:r>
            <a:endParaRPr sz="1600">
              <a:latin typeface="Times New Roman"/>
              <a:cs typeface="Times New Roman"/>
            </a:endParaRPr>
          </a:p>
          <a:p>
            <a:pPr>
              <a:lnSpc>
                <a:spcPct val="100000"/>
              </a:lnSpc>
              <a:spcBef>
                <a:spcPts val="1040"/>
              </a:spcBef>
              <a:buFont typeface="Times New Roman"/>
              <a:buAutoNum type="arabicPeriod" startAt="4"/>
            </a:pPr>
            <a:endParaRPr sz="1600">
              <a:latin typeface="Times New Roman"/>
              <a:cs typeface="Times New Roman"/>
            </a:endParaRPr>
          </a:p>
          <a:p>
            <a:pPr marL="281305" lvl="1" indent="-268605">
              <a:lnSpc>
                <a:spcPct val="100000"/>
              </a:lnSpc>
              <a:buAutoNum type="arabicPeriod"/>
              <a:tabLst>
                <a:tab pos="281305" algn="l"/>
              </a:tabLst>
            </a:pPr>
            <a:r>
              <a:rPr sz="1400" b="1" dirty="0">
                <a:latin typeface="Times New Roman"/>
                <a:cs typeface="Times New Roman"/>
              </a:rPr>
              <a:t>Functional</a:t>
            </a:r>
            <a:r>
              <a:rPr sz="1400" b="1" spc="-45" dirty="0">
                <a:latin typeface="Times New Roman"/>
                <a:cs typeface="Times New Roman"/>
              </a:rPr>
              <a:t> </a:t>
            </a:r>
            <a:r>
              <a:rPr sz="1400" b="1" dirty="0">
                <a:latin typeface="Times New Roman"/>
                <a:cs typeface="Times New Roman"/>
              </a:rPr>
              <a:t>Requirements</a:t>
            </a:r>
            <a:r>
              <a:rPr sz="1400" b="1" spc="-45" dirty="0">
                <a:latin typeface="Times New Roman"/>
                <a:cs typeface="Times New Roman"/>
              </a:rPr>
              <a:t> </a:t>
            </a:r>
            <a:r>
              <a:rPr sz="1400" b="1" spc="-50" dirty="0">
                <a:latin typeface="Times New Roman"/>
                <a:cs typeface="Times New Roman"/>
              </a:rPr>
              <a:t>:</a:t>
            </a:r>
            <a:endParaRPr sz="1400">
              <a:latin typeface="Times New Roman"/>
              <a:cs typeface="Times New Roman"/>
            </a:endParaRPr>
          </a:p>
          <a:p>
            <a:pPr marL="393065" lvl="2" indent="-151765">
              <a:lnSpc>
                <a:spcPct val="100000"/>
              </a:lnSpc>
              <a:spcBef>
                <a:spcPts val="844"/>
              </a:spcBef>
              <a:buAutoNum type="arabicPeriod"/>
              <a:tabLst>
                <a:tab pos="393065" algn="l"/>
              </a:tabLst>
            </a:pPr>
            <a:r>
              <a:rPr sz="1200" b="1" spc="-10" dirty="0">
                <a:latin typeface="Times New Roman"/>
                <a:cs typeface="Times New Roman"/>
              </a:rPr>
              <a:t>User</a:t>
            </a:r>
            <a:r>
              <a:rPr sz="1200" b="1" spc="-65" dirty="0">
                <a:latin typeface="Times New Roman"/>
                <a:cs typeface="Times New Roman"/>
              </a:rPr>
              <a:t> </a:t>
            </a:r>
            <a:r>
              <a:rPr sz="1200" b="1" spc="-10" dirty="0">
                <a:latin typeface="Times New Roman"/>
                <a:cs typeface="Times New Roman"/>
              </a:rPr>
              <a:t>Authentication</a:t>
            </a:r>
            <a:endParaRPr sz="1200">
              <a:latin typeface="Times New Roman"/>
              <a:cs typeface="Times New Roman"/>
            </a:endParaRPr>
          </a:p>
          <a:p>
            <a:pPr marL="698500" lvl="3" indent="-229235">
              <a:lnSpc>
                <a:spcPct val="100000"/>
              </a:lnSpc>
              <a:spcBef>
                <a:spcPts val="860"/>
              </a:spcBef>
              <a:buSzPct val="83333"/>
              <a:buFont typeface="Symbol"/>
              <a:buChar char=""/>
              <a:tabLst>
                <a:tab pos="698500" algn="l"/>
              </a:tabLst>
            </a:pP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must</a:t>
            </a:r>
            <a:r>
              <a:rPr sz="1200" spc="-10" dirty="0">
                <a:latin typeface="Times New Roman"/>
                <a:cs typeface="Times New Roman"/>
              </a:rPr>
              <a:t> </a:t>
            </a:r>
            <a:r>
              <a:rPr sz="1200" dirty="0">
                <a:latin typeface="Times New Roman"/>
                <a:cs typeface="Times New Roman"/>
              </a:rPr>
              <a:t>log</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dirty="0">
                <a:latin typeface="Times New Roman"/>
                <a:cs typeface="Times New Roman"/>
              </a:rPr>
              <a:t>email</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OTP</a:t>
            </a:r>
            <a:r>
              <a:rPr sz="1200" spc="-65" dirty="0">
                <a:latin typeface="Times New Roman"/>
                <a:cs typeface="Times New Roman"/>
              </a:rPr>
              <a:t> </a:t>
            </a:r>
            <a:r>
              <a:rPr sz="1200" dirty="0">
                <a:latin typeface="Times New Roman"/>
                <a:cs typeface="Times New Roman"/>
              </a:rPr>
              <a:t>verification</a:t>
            </a:r>
            <a:r>
              <a:rPr sz="1200" spc="-4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required</a:t>
            </a:r>
            <a:r>
              <a:rPr sz="1200" spc="-1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first-</a:t>
            </a:r>
            <a:r>
              <a:rPr sz="1200" dirty="0">
                <a:latin typeface="Times New Roman"/>
                <a:cs typeface="Times New Roman"/>
              </a:rPr>
              <a:t>time</a:t>
            </a:r>
            <a:r>
              <a:rPr sz="1200" spc="-30" dirty="0">
                <a:latin typeface="Times New Roman"/>
                <a:cs typeface="Times New Roman"/>
              </a:rPr>
              <a:t> </a:t>
            </a:r>
            <a:r>
              <a:rPr sz="1200" spc="-10" dirty="0">
                <a:latin typeface="Times New Roman"/>
                <a:cs typeface="Times New Roman"/>
              </a:rPr>
              <a:t>login.</a:t>
            </a:r>
            <a:endParaRPr sz="120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If</a:t>
            </a:r>
            <a:r>
              <a:rPr sz="1200" spc="-30" dirty="0">
                <a:latin typeface="Times New Roman"/>
                <a:cs typeface="Times New Roman"/>
              </a:rPr>
              <a:t> </a:t>
            </a:r>
            <a:r>
              <a:rPr sz="1200" dirty="0">
                <a:latin typeface="Times New Roman"/>
                <a:cs typeface="Times New Roman"/>
              </a:rPr>
              <a:t>OTP</a:t>
            </a:r>
            <a:r>
              <a:rPr sz="1200" spc="-75" dirty="0">
                <a:latin typeface="Times New Roman"/>
                <a:cs typeface="Times New Roman"/>
              </a:rPr>
              <a:t> </a:t>
            </a:r>
            <a:r>
              <a:rPr sz="1200" dirty="0">
                <a:latin typeface="Times New Roman"/>
                <a:cs typeface="Times New Roman"/>
              </a:rPr>
              <a:t>verification</a:t>
            </a:r>
            <a:r>
              <a:rPr sz="1200" spc="-30" dirty="0">
                <a:latin typeface="Times New Roman"/>
                <a:cs typeface="Times New Roman"/>
              </a:rPr>
              <a:t> </a:t>
            </a:r>
            <a:r>
              <a:rPr sz="1200" dirty="0">
                <a:latin typeface="Times New Roman"/>
                <a:cs typeface="Times New Roman"/>
              </a:rPr>
              <a:t>fails,</a:t>
            </a:r>
            <a:r>
              <a:rPr sz="1200" spc="-30" dirty="0">
                <a:latin typeface="Times New Roman"/>
                <a:cs typeface="Times New Roman"/>
              </a:rPr>
              <a:t> </a:t>
            </a:r>
            <a:r>
              <a:rPr sz="1200" dirty="0">
                <a:latin typeface="Times New Roman"/>
                <a:cs typeface="Times New Roman"/>
              </a:rPr>
              <a:t>status</a:t>
            </a:r>
            <a:r>
              <a:rPr sz="1200" spc="-40" dirty="0">
                <a:latin typeface="Times New Roman"/>
                <a:cs typeface="Times New Roman"/>
              </a:rPr>
              <a:t> </a:t>
            </a:r>
            <a:r>
              <a:rPr sz="1200" dirty="0">
                <a:latin typeface="Times New Roman"/>
                <a:cs typeface="Times New Roman"/>
              </a:rPr>
              <a:t>remains</a:t>
            </a:r>
            <a:r>
              <a:rPr sz="1200" spc="-35" dirty="0">
                <a:latin typeface="Times New Roman"/>
                <a:cs typeface="Times New Roman"/>
              </a:rPr>
              <a:t> </a:t>
            </a:r>
            <a:r>
              <a:rPr sz="1200" spc="-10" dirty="0">
                <a:latin typeface="Times New Roman"/>
                <a:cs typeface="Times New Roman"/>
              </a:rPr>
              <a:t>"Inactive".</a:t>
            </a:r>
            <a:endParaRPr sz="120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Passwords</a:t>
            </a:r>
            <a:r>
              <a:rPr sz="1200" spc="-50" dirty="0">
                <a:latin typeface="Times New Roman"/>
                <a:cs typeface="Times New Roman"/>
              </a:rPr>
              <a:t> </a:t>
            </a:r>
            <a:r>
              <a:rPr sz="1200" dirty="0">
                <a:latin typeface="Times New Roman"/>
                <a:cs typeface="Times New Roman"/>
              </a:rPr>
              <a:t>must</a:t>
            </a:r>
            <a:r>
              <a:rPr sz="1200" spc="-40" dirty="0">
                <a:latin typeface="Times New Roman"/>
                <a:cs typeface="Times New Roman"/>
              </a:rPr>
              <a:t> </a:t>
            </a:r>
            <a:r>
              <a:rPr sz="1200" dirty="0">
                <a:latin typeface="Times New Roman"/>
                <a:cs typeface="Times New Roman"/>
              </a:rPr>
              <a:t>meet</a:t>
            </a:r>
            <a:r>
              <a:rPr sz="1200" spc="-35" dirty="0">
                <a:latin typeface="Times New Roman"/>
                <a:cs typeface="Times New Roman"/>
              </a:rPr>
              <a:t> </a:t>
            </a:r>
            <a:r>
              <a:rPr sz="1200" dirty="0">
                <a:latin typeface="Times New Roman"/>
                <a:cs typeface="Times New Roman"/>
              </a:rPr>
              <a:t>security</a:t>
            </a:r>
            <a:r>
              <a:rPr sz="1200" spc="-65" dirty="0">
                <a:latin typeface="Times New Roman"/>
                <a:cs typeface="Times New Roman"/>
              </a:rPr>
              <a:t> </a:t>
            </a:r>
            <a:r>
              <a:rPr sz="1200" dirty="0">
                <a:latin typeface="Times New Roman"/>
                <a:cs typeface="Times New Roman"/>
              </a:rPr>
              <a:t>criteria</a:t>
            </a:r>
            <a:r>
              <a:rPr sz="1200" spc="-35" dirty="0">
                <a:latin typeface="Times New Roman"/>
                <a:cs typeface="Times New Roman"/>
              </a:rPr>
              <a:t> </a:t>
            </a:r>
            <a:r>
              <a:rPr sz="1200" dirty="0">
                <a:latin typeface="Times New Roman"/>
                <a:cs typeface="Times New Roman"/>
              </a:rPr>
              <a:t>(minimum</a:t>
            </a:r>
            <a:r>
              <a:rPr sz="1200" spc="-40" dirty="0">
                <a:latin typeface="Times New Roman"/>
                <a:cs typeface="Times New Roman"/>
              </a:rPr>
              <a:t> </a:t>
            </a:r>
            <a:r>
              <a:rPr sz="1200" dirty="0">
                <a:latin typeface="Times New Roman"/>
                <a:cs typeface="Times New Roman"/>
              </a:rPr>
              <a:t>length,</a:t>
            </a:r>
            <a:r>
              <a:rPr sz="1200" spc="-40" dirty="0">
                <a:latin typeface="Times New Roman"/>
                <a:cs typeface="Times New Roman"/>
              </a:rPr>
              <a:t> </a:t>
            </a:r>
            <a:r>
              <a:rPr sz="1200" dirty="0">
                <a:latin typeface="Times New Roman"/>
                <a:cs typeface="Times New Roman"/>
              </a:rPr>
              <a:t>special</a:t>
            </a:r>
            <a:r>
              <a:rPr sz="1200" spc="-60" dirty="0">
                <a:latin typeface="Times New Roman"/>
                <a:cs typeface="Times New Roman"/>
              </a:rPr>
              <a:t> </a:t>
            </a:r>
            <a:r>
              <a:rPr sz="1200" dirty="0">
                <a:latin typeface="Times New Roman"/>
                <a:cs typeface="Times New Roman"/>
              </a:rPr>
              <a:t>characters,</a:t>
            </a:r>
            <a:r>
              <a:rPr sz="1200" spc="-40" dirty="0">
                <a:latin typeface="Times New Roman"/>
                <a:cs typeface="Times New Roman"/>
              </a:rPr>
              <a:t> </a:t>
            </a:r>
            <a:r>
              <a:rPr sz="1200" spc="-10" dirty="0">
                <a:latin typeface="Times New Roman"/>
                <a:cs typeface="Times New Roman"/>
              </a:rPr>
              <a:t>etc.).</a:t>
            </a:r>
            <a:endParaRPr sz="120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Admins</a:t>
            </a:r>
            <a:r>
              <a:rPr sz="1200" spc="-3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disable</a:t>
            </a:r>
            <a:r>
              <a:rPr sz="1200" spc="-2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reset</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accounts</a:t>
            </a:r>
            <a:r>
              <a:rPr sz="1200" spc="-55" dirty="0">
                <a:latin typeface="Times New Roman"/>
                <a:cs typeface="Times New Roman"/>
              </a:rPr>
              <a:t> </a:t>
            </a:r>
            <a:r>
              <a:rPr sz="1200" dirty="0">
                <a:latin typeface="Times New Roman"/>
                <a:cs typeface="Times New Roman"/>
              </a:rPr>
              <a:t>when</a:t>
            </a:r>
            <a:r>
              <a:rPr sz="1200" spc="-25" dirty="0">
                <a:latin typeface="Times New Roman"/>
                <a:cs typeface="Times New Roman"/>
              </a:rPr>
              <a:t> </a:t>
            </a:r>
            <a:r>
              <a:rPr sz="1200" spc="-10" dirty="0">
                <a:latin typeface="Times New Roman"/>
                <a:cs typeface="Times New Roman"/>
              </a:rPr>
              <a:t>needed.</a:t>
            </a:r>
            <a:endParaRPr sz="1200">
              <a:latin typeface="Times New Roman"/>
              <a:cs typeface="Times New Roman"/>
            </a:endParaRPr>
          </a:p>
          <a:p>
            <a:pPr marL="241300" lvl="2" indent="-228600">
              <a:lnSpc>
                <a:spcPct val="100000"/>
              </a:lnSpc>
              <a:spcBef>
                <a:spcPts val="940"/>
              </a:spcBef>
              <a:buAutoNum type="arabicPeriod"/>
              <a:tabLst>
                <a:tab pos="241300" algn="l"/>
              </a:tabLst>
            </a:pPr>
            <a:r>
              <a:rPr sz="1200" b="1" dirty="0">
                <a:latin typeface="Times New Roman"/>
                <a:cs typeface="Times New Roman"/>
              </a:rPr>
              <a:t>Ticket</a:t>
            </a:r>
            <a:r>
              <a:rPr sz="1200" b="1" spc="-45" dirty="0">
                <a:latin typeface="Times New Roman"/>
                <a:cs typeface="Times New Roman"/>
              </a:rPr>
              <a:t> </a:t>
            </a:r>
            <a:r>
              <a:rPr sz="1200" b="1" spc="-10" dirty="0">
                <a:latin typeface="Times New Roman"/>
                <a:cs typeface="Times New Roman"/>
              </a:rPr>
              <a:t>Management</a:t>
            </a:r>
            <a:endParaRPr sz="1200">
              <a:latin typeface="Times New Roman"/>
              <a:cs typeface="Times New Roman"/>
            </a:endParaRPr>
          </a:p>
          <a:p>
            <a:pPr marL="698500" lvl="3" indent="-229235">
              <a:lnSpc>
                <a:spcPct val="100000"/>
              </a:lnSpc>
              <a:spcBef>
                <a:spcPts val="860"/>
              </a:spcBef>
              <a:buSzPct val="83333"/>
              <a:buFont typeface="Symbol"/>
              <a:buChar char=""/>
              <a:tabLst>
                <a:tab pos="698500" algn="l"/>
              </a:tabLst>
            </a:pP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create</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update</a:t>
            </a:r>
            <a:r>
              <a:rPr sz="1200" spc="-15" dirty="0">
                <a:latin typeface="Times New Roman"/>
                <a:cs typeface="Times New Roman"/>
              </a:rPr>
              <a:t> </a:t>
            </a:r>
            <a:r>
              <a:rPr sz="1200" dirty="0">
                <a:latin typeface="Times New Roman"/>
                <a:cs typeface="Times New Roman"/>
              </a:rPr>
              <a:t>tickets,</a:t>
            </a:r>
            <a:r>
              <a:rPr sz="1200" spc="-20" dirty="0">
                <a:latin typeface="Times New Roman"/>
                <a:cs typeface="Times New Roman"/>
              </a:rPr>
              <a:t> </a:t>
            </a:r>
            <a:r>
              <a:rPr sz="1200" dirty="0">
                <a:latin typeface="Times New Roman"/>
                <a:cs typeface="Times New Roman"/>
              </a:rPr>
              <a:t>but</a:t>
            </a:r>
            <a:r>
              <a:rPr sz="1200" spc="-15" dirty="0">
                <a:latin typeface="Times New Roman"/>
                <a:cs typeface="Times New Roman"/>
              </a:rPr>
              <a:t> </a:t>
            </a:r>
            <a:r>
              <a:rPr sz="1200" dirty="0">
                <a:latin typeface="Times New Roman"/>
                <a:cs typeface="Times New Roman"/>
              </a:rPr>
              <a:t>deletion</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not</a:t>
            </a:r>
            <a:r>
              <a:rPr sz="1200" spc="-40" dirty="0">
                <a:latin typeface="Times New Roman"/>
                <a:cs typeface="Times New Roman"/>
              </a:rPr>
              <a:t> </a:t>
            </a:r>
            <a:r>
              <a:rPr sz="1200" spc="-10" dirty="0">
                <a:latin typeface="Times New Roman"/>
                <a:cs typeface="Times New Roman"/>
              </a:rPr>
              <a:t>allowed.</a:t>
            </a:r>
            <a:endParaRPr sz="120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Admins</a:t>
            </a:r>
            <a:r>
              <a:rPr sz="1200" spc="-45"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override</a:t>
            </a:r>
            <a:r>
              <a:rPr sz="1200" spc="-25"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spc="-10" dirty="0">
                <a:latin typeface="Times New Roman"/>
                <a:cs typeface="Times New Roman"/>
              </a:rPr>
              <a:t>assignments.</a:t>
            </a:r>
            <a:endParaRPr sz="1200">
              <a:latin typeface="Times New Roman"/>
              <a:cs typeface="Times New Roman"/>
            </a:endParaRPr>
          </a:p>
          <a:p>
            <a:pPr marL="698500" lvl="3" indent="-229235">
              <a:lnSpc>
                <a:spcPct val="100000"/>
              </a:lnSpc>
              <a:spcBef>
                <a:spcPts val="965"/>
              </a:spcBef>
              <a:buSzPct val="83333"/>
              <a:buFont typeface="Symbol"/>
              <a:buChar char=""/>
              <a:tabLst>
                <a:tab pos="698500" algn="l"/>
              </a:tabLst>
            </a:pPr>
            <a:r>
              <a:rPr sz="1200" dirty="0">
                <a:latin typeface="Times New Roman"/>
                <a:cs typeface="Times New Roman"/>
              </a:rPr>
              <a:t>Users</a:t>
            </a:r>
            <a:r>
              <a:rPr sz="1200" spc="-15" dirty="0">
                <a:latin typeface="Times New Roman"/>
                <a:cs typeface="Times New Roman"/>
              </a:rPr>
              <a:t> </a:t>
            </a:r>
            <a:r>
              <a:rPr sz="1200" dirty="0">
                <a:latin typeface="Times New Roman"/>
                <a:cs typeface="Times New Roman"/>
              </a:rPr>
              <a:t>can attach </a:t>
            </a:r>
            <a:r>
              <a:rPr sz="1200" spc="-10" dirty="0">
                <a:latin typeface="Times New Roman"/>
                <a:cs typeface="Times New Roman"/>
              </a:rPr>
              <a:t>files/images </a:t>
            </a:r>
            <a:r>
              <a:rPr sz="1200" dirty="0">
                <a:latin typeface="Times New Roman"/>
                <a:cs typeface="Times New Roman"/>
              </a:rPr>
              <a:t>to</a:t>
            </a:r>
            <a:r>
              <a:rPr sz="1200" spc="-25" dirty="0">
                <a:latin typeface="Times New Roman"/>
                <a:cs typeface="Times New Roman"/>
              </a:rPr>
              <a:t> </a:t>
            </a:r>
            <a:r>
              <a:rPr sz="1200" spc="-10" dirty="0">
                <a:latin typeface="Times New Roman"/>
                <a:cs typeface="Times New Roman"/>
              </a:rPr>
              <a:t>tickets.</a:t>
            </a:r>
            <a:endParaRPr sz="120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Status</a:t>
            </a:r>
            <a:r>
              <a:rPr sz="1200" spc="-40"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Open,</a:t>
            </a:r>
            <a:r>
              <a:rPr sz="1200" spc="-3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Progress,</a:t>
            </a:r>
            <a:r>
              <a:rPr sz="1200" spc="-30" dirty="0">
                <a:latin typeface="Times New Roman"/>
                <a:cs typeface="Times New Roman"/>
              </a:rPr>
              <a:t> </a:t>
            </a:r>
            <a:r>
              <a:rPr sz="1200" dirty="0">
                <a:latin typeface="Times New Roman"/>
                <a:cs typeface="Times New Roman"/>
              </a:rPr>
              <a:t>Resolved,</a:t>
            </a:r>
            <a:r>
              <a:rPr sz="1200" spc="-30" dirty="0">
                <a:latin typeface="Times New Roman"/>
                <a:cs typeface="Times New Roman"/>
              </a:rPr>
              <a:t> </a:t>
            </a:r>
            <a:r>
              <a:rPr sz="1200" spc="-10" dirty="0">
                <a:latin typeface="Times New Roman"/>
                <a:cs typeface="Times New Roman"/>
              </a:rPr>
              <a:t>Closed.</a:t>
            </a:r>
            <a:endParaRPr sz="120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Each</a:t>
            </a:r>
            <a:r>
              <a:rPr sz="1200" spc="-30"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spc="-10" dirty="0">
                <a:latin typeface="Times New Roman"/>
                <a:cs typeface="Times New Roman"/>
              </a:rPr>
              <a:t>includes:</a:t>
            </a:r>
            <a:endParaRPr sz="1200">
              <a:latin typeface="Times New Roman"/>
              <a:cs typeface="Times New Roman"/>
            </a:endParaRPr>
          </a:p>
          <a:p>
            <a:pPr marL="1155700" lvl="4" indent="-228600">
              <a:lnSpc>
                <a:spcPct val="100000"/>
              </a:lnSpc>
              <a:spcBef>
                <a:spcPts val="960"/>
              </a:spcBef>
              <a:buSzPct val="83333"/>
              <a:buFont typeface="Courier New"/>
              <a:buChar char="o"/>
              <a:tabLst>
                <a:tab pos="1155700" algn="l"/>
              </a:tabLst>
            </a:pPr>
            <a:r>
              <a:rPr sz="1200" b="1" spc="-10" dirty="0">
                <a:latin typeface="Times New Roman"/>
                <a:cs typeface="Times New Roman"/>
              </a:rPr>
              <a:t>Timestamps</a:t>
            </a:r>
            <a:r>
              <a:rPr sz="1200" b="1" spc="-35" dirty="0">
                <a:latin typeface="Times New Roman"/>
                <a:cs typeface="Times New Roman"/>
              </a:rPr>
              <a:t> </a:t>
            </a:r>
            <a:r>
              <a:rPr sz="1200" dirty="0">
                <a:latin typeface="Times New Roman"/>
                <a:cs typeface="Times New Roman"/>
              </a:rPr>
              <a:t>(creation,</a:t>
            </a:r>
            <a:r>
              <a:rPr sz="1200" spc="-25"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resolution</a:t>
            </a:r>
            <a:r>
              <a:rPr sz="1200" spc="-30"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1155700" lvl="4" indent="-228600">
              <a:lnSpc>
                <a:spcPct val="100000"/>
              </a:lnSpc>
              <a:spcBef>
                <a:spcPts val="940"/>
              </a:spcBef>
              <a:buSzPct val="83333"/>
              <a:buFont typeface="Courier New"/>
              <a:buChar char="o"/>
              <a:tabLst>
                <a:tab pos="1155700" algn="l"/>
              </a:tabLst>
            </a:pPr>
            <a:r>
              <a:rPr sz="1200" b="1" dirty="0">
                <a:latin typeface="Times New Roman"/>
                <a:cs typeface="Times New Roman"/>
              </a:rPr>
              <a:t>Note</a:t>
            </a:r>
            <a:r>
              <a:rPr sz="1200" b="1" spc="-25" dirty="0">
                <a:latin typeface="Times New Roman"/>
                <a:cs typeface="Times New Roman"/>
              </a:rPr>
              <a:t> </a:t>
            </a:r>
            <a:r>
              <a:rPr sz="1200" b="1" dirty="0">
                <a:latin typeface="Times New Roman"/>
                <a:cs typeface="Times New Roman"/>
              </a:rPr>
              <a:t>section</a:t>
            </a:r>
            <a:r>
              <a:rPr sz="1200" b="1" spc="-3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internal</a:t>
            </a:r>
            <a:r>
              <a:rPr sz="1200" spc="-45" dirty="0">
                <a:latin typeface="Times New Roman"/>
                <a:cs typeface="Times New Roman"/>
              </a:rPr>
              <a:t> </a:t>
            </a:r>
            <a:r>
              <a:rPr sz="1200" dirty="0">
                <a:latin typeface="Times New Roman"/>
                <a:cs typeface="Times New Roman"/>
              </a:rPr>
              <a:t>communication</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resolution</a:t>
            </a:r>
            <a:r>
              <a:rPr sz="1200" spc="-50" dirty="0">
                <a:latin typeface="Times New Roman"/>
                <a:cs typeface="Times New Roman"/>
              </a:rPr>
              <a:t> </a:t>
            </a:r>
            <a:r>
              <a:rPr sz="1200" spc="-10" dirty="0">
                <a:latin typeface="Times New Roman"/>
                <a:cs typeface="Times New Roman"/>
              </a:rPr>
              <a:t>tracking)</a:t>
            </a:r>
            <a:endParaRPr sz="1200">
              <a:latin typeface="Times New Roman"/>
              <a:cs typeface="Times New Roman"/>
            </a:endParaRPr>
          </a:p>
          <a:p>
            <a:pPr marL="1155700" lvl="4" indent="-228600">
              <a:lnSpc>
                <a:spcPct val="100000"/>
              </a:lnSpc>
              <a:spcBef>
                <a:spcPts val="960"/>
              </a:spcBef>
              <a:buSzPct val="83333"/>
              <a:buFont typeface="Courier New"/>
              <a:buChar char="o"/>
              <a:tabLst>
                <a:tab pos="1155700" algn="l"/>
              </a:tabLst>
            </a:pPr>
            <a:r>
              <a:rPr sz="1200" b="1" dirty="0">
                <a:latin typeface="Times New Roman"/>
                <a:cs typeface="Times New Roman"/>
              </a:rPr>
              <a:t>Activity</a:t>
            </a:r>
            <a:r>
              <a:rPr sz="1200" b="1" spc="-40" dirty="0">
                <a:latin typeface="Times New Roman"/>
                <a:cs typeface="Times New Roman"/>
              </a:rPr>
              <a:t> </a:t>
            </a:r>
            <a:r>
              <a:rPr sz="1200" b="1" dirty="0">
                <a:latin typeface="Times New Roman"/>
                <a:cs typeface="Times New Roman"/>
              </a:rPr>
              <a:t>log</a:t>
            </a:r>
            <a:r>
              <a:rPr sz="1200" b="1" spc="-30" dirty="0">
                <a:latin typeface="Times New Roman"/>
                <a:cs typeface="Times New Roman"/>
              </a:rPr>
              <a:t> </a:t>
            </a:r>
            <a:r>
              <a:rPr sz="1200" dirty="0">
                <a:latin typeface="Times New Roman"/>
                <a:cs typeface="Times New Roman"/>
              </a:rPr>
              <a:t>(tracks</a:t>
            </a:r>
            <a:r>
              <a:rPr sz="1200" spc="-45" dirty="0">
                <a:latin typeface="Times New Roman"/>
                <a:cs typeface="Times New Roman"/>
              </a:rPr>
              <a:t> </a:t>
            </a:r>
            <a:r>
              <a:rPr sz="1200" dirty="0">
                <a:latin typeface="Times New Roman"/>
                <a:cs typeface="Times New Roman"/>
              </a:rPr>
              <a:t>status</a:t>
            </a:r>
            <a:r>
              <a:rPr sz="1200" spc="-45" dirty="0">
                <a:latin typeface="Times New Roman"/>
                <a:cs typeface="Times New Roman"/>
              </a:rPr>
              <a:t> </a:t>
            </a:r>
            <a:r>
              <a:rPr sz="1200" dirty="0">
                <a:latin typeface="Times New Roman"/>
                <a:cs typeface="Times New Roman"/>
              </a:rPr>
              <a:t>changes,</a:t>
            </a:r>
            <a:r>
              <a:rPr sz="1200" spc="-35" dirty="0">
                <a:latin typeface="Times New Roman"/>
                <a:cs typeface="Times New Roman"/>
              </a:rPr>
              <a:t> </a:t>
            </a:r>
            <a:r>
              <a:rPr sz="1200" dirty="0">
                <a:latin typeface="Times New Roman"/>
                <a:cs typeface="Times New Roman"/>
              </a:rPr>
              <a:t>assigned</a:t>
            </a:r>
            <a:r>
              <a:rPr sz="1200" spc="-35" dirty="0">
                <a:latin typeface="Times New Roman"/>
                <a:cs typeface="Times New Roman"/>
              </a:rPr>
              <a:t> </a:t>
            </a:r>
            <a:r>
              <a:rPr sz="1200" dirty="0">
                <a:latin typeface="Times New Roman"/>
                <a:cs typeface="Times New Roman"/>
              </a:rPr>
              <a:t>personnel,</a:t>
            </a:r>
            <a:r>
              <a:rPr sz="1200" spc="-40" dirty="0">
                <a:latin typeface="Times New Roman"/>
                <a:cs typeface="Times New Roman"/>
              </a:rPr>
              <a:t> </a:t>
            </a:r>
            <a:r>
              <a:rPr sz="1200" dirty="0">
                <a:latin typeface="Times New Roman"/>
                <a:cs typeface="Times New Roman"/>
              </a:rPr>
              <a:t>comments,</a:t>
            </a:r>
            <a:r>
              <a:rPr sz="1200" spc="-35" dirty="0">
                <a:latin typeface="Times New Roman"/>
                <a:cs typeface="Times New Roman"/>
              </a:rPr>
              <a:t> </a:t>
            </a:r>
            <a:r>
              <a:rPr sz="1200" spc="-10" dirty="0">
                <a:latin typeface="Times New Roman"/>
                <a:cs typeface="Times New Roman"/>
              </a:rPr>
              <a:t>etc.)</a:t>
            </a:r>
            <a:endParaRPr sz="120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ticket</a:t>
            </a:r>
            <a:r>
              <a:rPr sz="1200" spc="-40" dirty="0">
                <a:latin typeface="Times New Roman"/>
                <a:cs typeface="Times New Roman"/>
              </a:rPr>
              <a:t> </a:t>
            </a:r>
            <a:r>
              <a:rPr sz="1200" dirty="0">
                <a:latin typeface="Times New Roman"/>
                <a:cs typeface="Times New Roman"/>
              </a:rPr>
              <a:t>creation</a:t>
            </a:r>
            <a:r>
              <a:rPr sz="1200" spc="-2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change,</a:t>
            </a:r>
            <a:r>
              <a:rPr sz="1200" spc="-25" dirty="0">
                <a:latin typeface="Times New Roman"/>
                <a:cs typeface="Times New Roman"/>
              </a:rPr>
              <a:t> </a:t>
            </a:r>
            <a:r>
              <a:rPr sz="1200" dirty="0">
                <a:latin typeface="Times New Roman"/>
                <a:cs typeface="Times New Roman"/>
              </a:rPr>
              <a:t>an</a:t>
            </a:r>
            <a:r>
              <a:rPr sz="1200" spc="-5" dirty="0">
                <a:latin typeface="Times New Roman"/>
                <a:cs typeface="Times New Roman"/>
              </a:rPr>
              <a:t> </a:t>
            </a:r>
            <a:r>
              <a:rPr sz="1200" b="1" dirty="0">
                <a:latin typeface="Times New Roman"/>
                <a:cs typeface="Times New Roman"/>
              </a:rPr>
              <a:t>email</a:t>
            </a:r>
            <a:r>
              <a:rPr sz="1200" b="1" spc="-15" dirty="0">
                <a:latin typeface="Times New Roman"/>
                <a:cs typeface="Times New Roman"/>
              </a:rPr>
              <a:t> </a:t>
            </a:r>
            <a:r>
              <a:rPr sz="1200" b="1" dirty="0">
                <a:latin typeface="Times New Roman"/>
                <a:cs typeface="Times New Roman"/>
              </a:rPr>
              <a:t>and</a:t>
            </a:r>
            <a:r>
              <a:rPr sz="1200" b="1" spc="-50" dirty="0">
                <a:latin typeface="Times New Roman"/>
                <a:cs typeface="Times New Roman"/>
              </a:rPr>
              <a:t> </a:t>
            </a:r>
            <a:r>
              <a:rPr sz="1200" b="1" dirty="0">
                <a:latin typeface="Times New Roman"/>
                <a:cs typeface="Times New Roman"/>
              </a:rPr>
              <a:t>WhatsApp</a:t>
            </a:r>
            <a:r>
              <a:rPr sz="1200" b="1" spc="-35" dirty="0">
                <a:latin typeface="Times New Roman"/>
                <a:cs typeface="Times New Roman"/>
              </a:rPr>
              <a:t> </a:t>
            </a:r>
            <a:r>
              <a:rPr sz="1200" b="1" dirty="0">
                <a:latin typeface="Times New Roman"/>
                <a:cs typeface="Times New Roman"/>
              </a:rPr>
              <a:t>notification</a:t>
            </a:r>
            <a:r>
              <a:rPr sz="1200" b="1" spc="-1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10" dirty="0">
                <a:latin typeface="Times New Roman"/>
                <a:cs typeface="Times New Roman"/>
              </a:rPr>
              <a:t>sent.</a:t>
            </a:r>
            <a:endParaRPr sz="120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spc="-10" dirty="0">
                <a:latin typeface="Times New Roman"/>
                <a:cs typeface="Times New Roman"/>
              </a:rPr>
              <a:t>SLA</a:t>
            </a:r>
            <a:r>
              <a:rPr sz="1200" spc="-70" dirty="0">
                <a:latin typeface="Times New Roman"/>
                <a:cs typeface="Times New Roman"/>
              </a:rPr>
              <a:t> </a:t>
            </a:r>
            <a:r>
              <a:rPr sz="1200" dirty="0">
                <a:latin typeface="Times New Roman"/>
                <a:cs typeface="Times New Roman"/>
              </a:rPr>
              <a:t>compliance</a:t>
            </a:r>
            <a:r>
              <a:rPr sz="1200" spc="-60" dirty="0">
                <a:latin typeface="Times New Roman"/>
                <a:cs typeface="Times New Roman"/>
              </a:rPr>
              <a:t> </a:t>
            </a:r>
            <a:r>
              <a:rPr sz="1200" dirty="0">
                <a:latin typeface="Times New Roman"/>
                <a:cs typeface="Times New Roman"/>
              </a:rPr>
              <a:t>tracking</a:t>
            </a:r>
            <a:r>
              <a:rPr sz="1200" spc="-25"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dirty="0">
                <a:latin typeface="Times New Roman"/>
                <a:cs typeface="Times New Roman"/>
              </a:rPr>
              <a:t>ensure</a:t>
            </a:r>
            <a:r>
              <a:rPr sz="1200" spc="-20" dirty="0">
                <a:latin typeface="Times New Roman"/>
                <a:cs typeface="Times New Roman"/>
              </a:rPr>
              <a:t> </a:t>
            </a:r>
            <a:r>
              <a:rPr sz="1200" dirty="0">
                <a:latin typeface="Times New Roman"/>
                <a:cs typeface="Times New Roman"/>
              </a:rPr>
              <a:t>tickets</a:t>
            </a:r>
            <a:r>
              <a:rPr sz="1200" spc="-5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addressed</a:t>
            </a:r>
            <a:r>
              <a:rPr sz="1200" spc="-25" dirty="0">
                <a:latin typeface="Times New Roman"/>
                <a:cs typeface="Times New Roman"/>
              </a:rPr>
              <a:t> </a:t>
            </a:r>
            <a:r>
              <a:rPr sz="1200" dirty="0">
                <a:latin typeface="Times New Roman"/>
                <a:cs typeface="Times New Roman"/>
              </a:rPr>
              <a:t>within</a:t>
            </a:r>
            <a:r>
              <a:rPr sz="1200" spc="-25" dirty="0">
                <a:latin typeface="Times New Roman"/>
                <a:cs typeface="Times New Roman"/>
              </a:rPr>
              <a:t> </a:t>
            </a:r>
            <a:r>
              <a:rPr sz="1200" dirty="0">
                <a:latin typeface="Times New Roman"/>
                <a:cs typeface="Times New Roman"/>
              </a:rPr>
              <a:t>agreed</a:t>
            </a:r>
            <a:r>
              <a:rPr sz="1200" spc="-25" dirty="0">
                <a:latin typeface="Times New Roman"/>
                <a:cs typeface="Times New Roman"/>
              </a:rPr>
              <a:t> </a:t>
            </a:r>
            <a:r>
              <a:rPr sz="1200" spc="-10" dirty="0">
                <a:latin typeface="Times New Roman"/>
                <a:cs typeface="Times New Roman"/>
              </a:rPr>
              <a:t>timelines.</a:t>
            </a:r>
            <a:endParaRPr sz="1200">
              <a:latin typeface="Times New Roman"/>
              <a:cs typeface="Times New Roman"/>
            </a:endParaRPr>
          </a:p>
          <a:p>
            <a:pPr marL="698500" lvl="3" indent="-229235">
              <a:lnSpc>
                <a:spcPct val="100000"/>
              </a:lnSpc>
              <a:spcBef>
                <a:spcPts val="960"/>
              </a:spcBef>
              <a:buSzPct val="83333"/>
              <a:buFont typeface="Symbol"/>
              <a:buChar char=""/>
              <a:tabLst>
                <a:tab pos="698500" algn="l"/>
              </a:tabLst>
            </a:pPr>
            <a:r>
              <a:rPr sz="1200" spc="-10" dirty="0">
                <a:latin typeface="Times New Roman"/>
                <a:cs typeface="Times New Roman"/>
              </a:rPr>
              <a:t>Tickets</a:t>
            </a:r>
            <a:r>
              <a:rPr sz="1200" spc="-3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prioritized</a:t>
            </a:r>
            <a:r>
              <a:rPr sz="1200" spc="-25"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spc="-10" dirty="0">
                <a:latin typeface="Times New Roman"/>
                <a:cs typeface="Times New Roman"/>
              </a:rPr>
              <a:t>Low,</a:t>
            </a:r>
            <a:r>
              <a:rPr sz="1200" spc="-20" dirty="0">
                <a:latin typeface="Times New Roman"/>
                <a:cs typeface="Times New Roman"/>
              </a:rPr>
              <a:t> </a:t>
            </a:r>
            <a:r>
              <a:rPr sz="1200" dirty="0">
                <a:latin typeface="Times New Roman"/>
                <a:cs typeface="Times New Roman"/>
              </a:rPr>
              <a:t>Medium,</a:t>
            </a:r>
            <a:r>
              <a:rPr sz="1200" spc="-25" dirty="0">
                <a:latin typeface="Times New Roman"/>
                <a:cs typeface="Times New Roman"/>
              </a:rPr>
              <a:t> </a:t>
            </a:r>
            <a:r>
              <a:rPr sz="1200" dirty="0">
                <a:latin typeface="Times New Roman"/>
                <a:cs typeface="Times New Roman"/>
              </a:rPr>
              <a:t>High,</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Critical.</a:t>
            </a:r>
            <a:endParaRPr sz="1200">
              <a:latin typeface="Times New Roman"/>
              <a:cs typeface="Times New Roman"/>
            </a:endParaRPr>
          </a:p>
          <a:p>
            <a:pPr marL="698500" lvl="3" indent="-229235">
              <a:lnSpc>
                <a:spcPct val="100000"/>
              </a:lnSpc>
              <a:spcBef>
                <a:spcPts val="965"/>
              </a:spcBef>
              <a:buSzPct val="83333"/>
              <a:buFont typeface="Symbol"/>
              <a:buChar char=""/>
              <a:tabLst>
                <a:tab pos="698500" algn="l"/>
              </a:tabLst>
            </a:pP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search</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filtering</a:t>
            </a:r>
            <a:r>
              <a:rPr sz="1200" spc="-25" dirty="0">
                <a:latin typeface="Times New Roman"/>
                <a:cs typeface="Times New Roman"/>
              </a:rPr>
              <a:t> </a:t>
            </a:r>
            <a:r>
              <a:rPr sz="1200" dirty="0">
                <a:latin typeface="Times New Roman"/>
                <a:cs typeface="Times New Roman"/>
              </a:rPr>
              <a:t>based</a:t>
            </a:r>
            <a:r>
              <a:rPr sz="1200" spc="-3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spc="-10" dirty="0">
                <a:latin typeface="Times New Roman"/>
                <a:cs typeface="Times New Roman"/>
              </a:rPr>
              <a:t>priority,</a:t>
            </a:r>
            <a:r>
              <a:rPr sz="1200" spc="-25" dirty="0">
                <a:latin typeface="Times New Roman"/>
                <a:cs typeface="Times New Roman"/>
              </a:rPr>
              <a:t> </a:t>
            </a:r>
            <a:r>
              <a:rPr sz="1200" spc="-10" dirty="0">
                <a:latin typeface="Times New Roman"/>
                <a:cs typeface="Times New Roman"/>
              </a:rPr>
              <a:t>category,</a:t>
            </a:r>
            <a:r>
              <a:rPr sz="1200" spc="-5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assigned</a:t>
            </a:r>
            <a:r>
              <a:rPr sz="1200" spc="-30" dirty="0">
                <a:latin typeface="Times New Roman"/>
                <a:cs typeface="Times New Roman"/>
              </a:rPr>
              <a:t> </a:t>
            </a:r>
            <a:r>
              <a:rPr sz="1200" spc="-10" dirty="0">
                <a:latin typeface="Times New Roman"/>
                <a:cs typeface="Times New Roman"/>
              </a:rPr>
              <a:t>employee.</a:t>
            </a:r>
            <a:endParaRPr sz="1200">
              <a:latin typeface="Times New Roman"/>
              <a:cs typeface="Times New Roman"/>
            </a:endParaRPr>
          </a:p>
          <a:p>
            <a:pPr marL="278765" lvl="2" indent="-266065">
              <a:lnSpc>
                <a:spcPct val="100000"/>
              </a:lnSpc>
              <a:spcBef>
                <a:spcPts val="960"/>
              </a:spcBef>
              <a:buAutoNum type="arabicPeriod"/>
              <a:tabLst>
                <a:tab pos="278765" algn="l"/>
              </a:tabLst>
            </a:pPr>
            <a:r>
              <a:rPr sz="1200" b="1" dirty="0">
                <a:latin typeface="Times New Roman"/>
                <a:cs typeface="Times New Roman"/>
              </a:rPr>
              <a:t>Role</a:t>
            </a:r>
            <a:r>
              <a:rPr sz="1200" b="1" spc="-15" dirty="0">
                <a:latin typeface="Times New Roman"/>
                <a:cs typeface="Times New Roman"/>
              </a:rPr>
              <a:t> </a:t>
            </a:r>
            <a:r>
              <a:rPr sz="1200" b="1" spc="-10" dirty="0">
                <a:latin typeface="Times New Roman"/>
                <a:cs typeface="Times New Roman"/>
              </a:rPr>
              <a:t>Management</a:t>
            </a:r>
            <a:endParaRPr sz="1200">
              <a:latin typeface="Times New Roman"/>
              <a:cs typeface="Times New Roman"/>
            </a:endParaRPr>
          </a:p>
          <a:p>
            <a:pPr marL="756920" lvl="3" indent="-229235">
              <a:lnSpc>
                <a:spcPct val="100000"/>
              </a:lnSpc>
              <a:spcBef>
                <a:spcPts val="840"/>
              </a:spcBef>
              <a:buSzPct val="83333"/>
              <a:buFont typeface="Symbol"/>
              <a:buChar char=""/>
              <a:tabLst>
                <a:tab pos="756920" algn="l"/>
              </a:tabLst>
            </a:pPr>
            <a:r>
              <a:rPr sz="1200" dirty="0">
                <a:latin typeface="Times New Roman"/>
                <a:cs typeface="Times New Roman"/>
              </a:rPr>
              <a:t>Admins</a:t>
            </a:r>
            <a:r>
              <a:rPr sz="1200" spc="-4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create</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assign</a:t>
            </a:r>
            <a:r>
              <a:rPr sz="1200" spc="-30" dirty="0">
                <a:latin typeface="Times New Roman"/>
                <a:cs typeface="Times New Roman"/>
              </a:rPr>
              <a:t> </a:t>
            </a:r>
            <a:r>
              <a:rPr sz="1200" dirty="0">
                <a:latin typeface="Times New Roman"/>
                <a:cs typeface="Times New Roman"/>
              </a:rPr>
              <a:t>roles</a:t>
            </a:r>
            <a:r>
              <a:rPr sz="1200" spc="-40" dirty="0">
                <a:latin typeface="Times New Roman"/>
                <a:cs typeface="Times New Roman"/>
              </a:rPr>
              <a:t> </a:t>
            </a:r>
            <a:r>
              <a:rPr sz="1200" dirty="0">
                <a:latin typeface="Times New Roman"/>
                <a:cs typeface="Times New Roman"/>
              </a:rPr>
              <a:t>(Admin,</a:t>
            </a:r>
            <a:r>
              <a:rPr sz="1200" spc="-3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spc="-10" dirty="0">
                <a:latin typeface="Times New Roman"/>
                <a:cs typeface="Times New Roman"/>
              </a:rPr>
              <a:t>Employee).</a:t>
            </a:r>
            <a:endParaRPr sz="1200">
              <a:latin typeface="Times New Roman"/>
              <a:cs typeface="Times New Roman"/>
            </a:endParaRPr>
          </a:p>
          <a:p>
            <a:pPr marL="756920" lvl="3" indent="-229235">
              <a:lnSpc>
                <a:spcPct val="100000"/>
              </a:lnSpc>
              <a:spcBef>
                <a:spcPts val="960"/>
              </a:spcBef>
              <a:buSzPct val="83333"/>
              <a:buFont typeface="Symbol"/>
              <a:buChar char=""/>
              <a:tabLst>
                <a:tab pos="756920" algn="l"/>
              </a:tabLst>
            </a:pP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only</a:t>
            </a:r>
            <a:r>
              <a:rPr sz="1200" spc="-15"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features</a:t>
            </a:r>
            <a:r>
              <a:rPr sz="1200" spc="-30" dirty="0">
                <a:latin typeface="Times New Roman"/>
                <a:cs typeface="Times New Roman"/>
              </a:rPr>
              <a:t> </a:t>
            </a:r>
            <a:r>
              <a:rPr sz="1200" dirty="0">
                <a:latin typeface="Times New Roman"/>
                <a:cs typeface="Times New Roman"/>
              </a:rPr>
              <a:t>based</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assigned</a:t>
            </a:r>
            <a:r>
              <a:rPr sz="1200" spc="-20" dirty="0">
                <a:latin typeface="Times New Roman"/>
                <a:cs typeface="Times New Roman"/>
              </a:rPr>
              <a:t> </a:t>
            </a:r>
            <a:r>
              <a:rPr sz="1200" spc="-10" dirty="0">
                <a:latin typeface="Times New Roman"/>
                <a:cs typeface="Times New Roman"/>
              </a:rPr>
              <a:t>roles.</a:t>
            </a:r>
            <a:endParaRPr sz="1200">
              <a:latin typeface="Times New Roman"/>
              <a:cs typeface="Times New Roman"/>
            </a:endParaRPr>
          </a:p>
          <a:p>
            <a:pPr marL="756920" lvl="3" indent="-229235">
              <a:lnSpc>
                <a:spcPct val="100000"/>
              </a:lnSpc>
              <a:spcBef>
                <a:spcPts val="960"/>
              </a:spcBef>
              <a:buSzPct val="83333"/>
              <a:buFont typeface="Symbol"/>
              <a:buChar char=""/>
              <a:tabLst>
                <a:tab pos="756920" algn="l"/>
              </a:tabLst>
            </a:pPr>
            <a:r>
              <a:rPr sz="1200" dirty="0">
                <a:latin typeface="Times New Roman"/>
                <a:cs typeface="Times New Roman"/>
              </a:rPr>
              <a:t>Employees</a:t>
            </a:r>
            <a:r>
              <a:rPr sz="1200" spc="-3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only</a:t>
            </a:r>
            <a:r>
              <a:rPr sz="1200" spc="-25"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manage</a:t>
            </a:r>
            <a:r>
              <a:rPr sz="1200" spc="-20" dirty="0">
                <a:latin typeface="Times New Roman"/>
                <a:cs typeface="Times New Roman"/>
              </a:rPr>
              <a:t> </a:t>
            </a:r>
            <a:r>
              <a:rPr sz="1200" dirty="0">
                <a:latin typeface="Times New Roman"/>
                <a:cs typeface="Times New Roman"/>
              </a:rPr>
              <a:t>tickets</a:t>
            </a:r>
            <a:r>
              <a:rPr sz="1200" spc="-30" dirty="0">
                <a:latin typeface="Times New Roman"/>
                <a:cs typeface="Times New Roman"/>
              </a:rPr>
              <a:t> </a:t>
            </a:r>
            <a:r>
              <a:rPr sz="1200" dirty="0">
                <a:latin typeface="Times New Roman"/>
                <a:cs typeface="Times New Roman"/>
              </a:rPr>
              <a:t>assigned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10" dirty="0">
                <a:latin typeface="Times New Roman"/>
                <a:cs typeface="Times New Roman"/>
              </a:rPr>
              <a:t>them.</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826008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756920" indent="-229235">
              <a:lnSpc>
                <a:spcPct val="100000"/>
              </a:lnSpc>
              <a:buSzPct val="83333"/>
              <a:buFont typeface="Symbol"/>
              <a:buChar char=""/>
              <a:tabLst>
                <a:tab pos="756920" algn="l"/>
              </a:tabLst>
            </a:pPr>
            <a:r>
              <a:rPr sz="1200" dirty="0">
                <a:latin typeface="Times New Roman"/>
                <a:cs typeface="Times New Roman"/>
              </a:rPr>
              <a:t>Admins</a:t>
            </a:r>
            <a:r>
              <a:rPr sz="1200" spc="-40" dirty="0">
                <a:latin typeface="Times New Roman"/>
                <a:cs typeface="Times New Roman"/>
              </a:rPr>
              <a:t> </a:t>
            </a:r>
            <a:r>
              <a:rPr sz="1200" dirty="0">
                <a:latin typeface="Times New Roman"/>
                <a:cs typeface="Times New Roman"/>
              </a:rPr>
              <a:t>have</a:t>
            </a:r>
            <a:r>
              <a:rPr sz="1200" spc="-20" dirty="0">
                <a:latin typeface="Times New Roman"/>
                <a:cs typeface="Times New Roman"/>
              </a:rPr>
              <a:t> </a:t>
            </a:r>
            <a:r>
              <a:rPr sz="1200" dirty="0">
                <a:latin typeface="Times New Roman"/>
                <a:cs typeface="Times New Roman"/>
              </a:rPr>
              <a:t>access</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tickets,</a:t>
            </a:r>
            <a:r>
              <a:rPr sz="1200" spc="-30" dirty="0">
                <a:latin typeface="Times New Roman"/>
                <a:cs typeface="Times New Roman"/>
              </a:rPr>
              <a:t> </a:t>
            </a:r>
            <a:r>
              <a:rPr sz="1200" dirty="0">
                <a:latin typeface="Times New Roman"/>
                <a:cs typeface="Times New Roman"/>
              </a:rPr>
              <a:t>system</a:t>
            </a:r>
            <a:r>
              <a:rPr sz="1200" spc="-45" dirty="0">
                <a:latin typeface="Times New Roman"/>
                <a:cs typeface="Times New Roman"/>
              </a:rPr>
              <a:t> </a:t>
            </a:r>
            <a:r>
              <a:rPr sz="1200" dirty="0">
                <a:latin typeface="Times New Roman"/>
                <a:cs typeface="Times New Roman"/>
              </a:rPr>
              <a:t>settings,</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reports.</a:t>
            </a:r>
            <a:endParaRPr sz="1200">
              <a:latin typeface="Times New Roman"/>
              <a:cs typeface="Times New Roman"/>
            </a:endParaRPr>
          </a:p>
          <a:p>
            <a:pPr marL="278765" indent="-266065">
              <a:lnSpc>
                <a:spcPct val="100000"/>
              </a:lnSpc>
              <a:spcBef>
                <a:spcPts val="960"/>
              </a:spcBef>
              <a:buAutoNum type="arabicPeriod" startAt="4"/>
              <a:tabLst>
                <a:tab pos="278765" algn="l"/>
              </a:tabLst>
            </a:pPr>
            <a:r>
              <a:rPr sz="1200" b="1" dirty="0">
                <a:latin typeface="Times New Roman"/>
                <a:cs typeface="Times New Roman"/>
              </a:rPr>
              <a:t>Dashboard</a:t>
            </a:r>
            <a:r>
              <a:rPr sz="1200" b="1" spc="-65" dirty="0">
                <a:latin typeface="Times New Roman"/>
                <a:cs typeface="Times New Roman"/>
              </a:rPr>
              <a:t> </a:t>
            </a:r>
            <a:r>
              <a:rPr sz="1200" b="1" dirty="0">
                <a:latin typeface="Times New Roman"/>
                <a:cs typeface="Times New Roman"/>
              </a:rPr>
              <a:t>&amp;</a:t>
            </a:r>
            <a:r>
              <a:rPr sz="1200" b="1" spc="-75" dirty="0">
                <a:latin typeface="Times New Roman"/>
                <a:cs typeface="Times New Roman"/>
              </a:rPr>
              <a:t> </a:t>
            </a:r>
            <a:r>
              <a:rPr sz="1200" b="1" spc="-10" dirty="0">
                <a:latin typeface="Times New Roman"/>
                <a:cs typeface="Times New Roman"/>
              </a:rPr>
              <a:t>Analytics</a:t>
            </a:r>
            <a:endParaRPr sz="1200">
              <a:latin typeface="Times New Roman"/>
              <a:cs typeface="Times New Roman"/>
            </a:endParaRPr>
          </a:p>
          <a:p>
            <a:pPr marL="756920" lvl="1" indent="-229235">
              <a:lnSpc>
                <a:spcPct val="100000"/>
              </a:lnSpc>
              <a:spcBef>
                <a:spcPts val="840"/>
              </a:spcBef>
              <a:buSzPct val="83333"/>
              <a:buFont typeface="Symbol"/>
              <a:buChar char=""/>
              <a:tabLst>
                <a:tab pos="756920" algn="l"/>
              </a:tabLst>
            </a:pPr>
            <a:r>
              <a:rPr sz="1200" spc="-10" dirty="0">
                <a:latin typeface="Times New Roman"/>
                <a:cs typeface="Times New Roman"/>
              </a:rPr>
              <a:t>Real-</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dashboard</a:t>
            </a:r>
            <a:r>
              <a:rPr sz="1200" spc="-30" dirty="0">
                <a:latin typeface="Times New Roman"/>
                <a:cs typeface="Times New Roman"/>
              </a:rPr>
              <a:t> </a:t>
            </a:r>
            <a:r>
              <a:rPr sz="1200" spc="-20" dirty="0">
                <a:latin typeface="Times New Roman"/>
                <a:cs typeface="Times New Roman"/>
              </a:rPr>
              <a:t>with:</a:t>
            </a:r>
            <a:endParaRPr sz="120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sz="1200" spc="-10" dirty="0">
                <a:latin typeface="Times New Roman"/>
                <a:cs typeface="Times New Roman"/>
              </a:rPr>
              <a:t>Total</a:t>
            </a:r>
            <a:r>
              <a:rPr sz="1200" spc="-35" dirty="0">
                <a:latin typeface="Times New Roman"/>
                <a:cs typeface="Times New Roman"/>
              </a:rPr>
              <a:t> </a:t>
            </a:r>
            <a:r>
              <a:rPr sz="1200" dirty="0">
                <a:latin typeface="Times New Roman"/>
                <a:cs typeface="Times New Roman"/>
              </a:rPr>
              <a:t>tickets</a:t>
            </a:r>
            <a:r>
              <a:rPr sz="1200" spc="-50" dirty="0">
                <a:latin typeface="Times New Roman"/>
                <a:cs typeface="Times New Roman"/>
              </a:rPr>
              <a:t> </a:t>
            </a:r>
            <a:r>
              <a:rPr sz="1200" dirty="0">
                <a:latin typeface="Times New Roman"/>
                <a:cs typeface="Times New Roman"/>
              </a:rPr>
              <a:t>(Open,</a:t>
            </a:r>
            <a:r>
              <a:rPr sz="1200" spc="-45" dirty="0">
                <a:latin typeface="Times New Roman"/>
                <a:cs typeface="Times New Roman"/>
              </a:rPr>
              <a:t> </a:t>
            </a:r>
            <a:r>
              <a:rPr sz="1200" spc="-20" dirty="0">
                <a:latin typeface="Times New Roman"/>
                <a:cs typeface="Times New Roman"/>
              </a:rPr>
              <a:t>Work</a:t>
            </a:r>
            <a:r>
              <a:rPr sz="1200" spc="-4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Progress,</a:t>
            </a:r>
            <a:r>
              <a:rPr sz="1200" spc="-35" dirty="0">
                <a:latin typeface="Times New Roman"/>
                <a:cs typeface="Times New Roman"/>
              </a:rPr>
              <a:t> </a:t>
            </a:r>
            <a:r>
              <a:rPr sz="1200" dirty="0">
                <a:latin typeface="Times New Roman"/>
                <a:cs typeface="Times New Roman"/>
              </a:rPr>
              <a:t>Resolved,</a:t>
            </a:r>
            <a:r>
              <a:rPr sz="1200" spc="-35" dirty="0">
                <a:latin typeface="Times New Roman"/>
                <a:cs typeface="Times New Roman"/>
              </a:rPr>
              <a:t> </a:t>
            </a:r>
            <a:r>
              <a:rPr sz="1200" spc="-10" dirty="0">
                <a:latin typeface="Times New Roman"/>
                <a:cs typeface="Times New Roman"/>
              </a:rPr>
              <a:t>Solved)</a:t>
            </a:r>
            <a:endParaRPr sz="1200">
              <a:latin typeface="Times New Roman"/>
              <a:cs typeface="Times New Roman"/>
            </a:endParaRPr>
          </a:p>
          <a:p>
            <a:pPr marL="1214120" lvl="2" indent="-228600">
              <a:lnSpc>
                <a:spcPct val="100000"/>
              </a:lnSpc>
              <a:spcBef>
                <a:spcPts val="965"/>
              </a:spcBef>
              <a:buSzPct val="83333"/>
              <a:buFont typeface="Courier New"/>
              <a:buChar char="o"/>
              <a:tabLst>
                <a:tab pos="1214120" algn="l"/>
              </a:tabLst>
            </a:pP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performance</a:t>
            </a:r>
            <a:r>
              <a:rPr sz="1200" spc="-30" dirty="0">
                <a:latin typeface="Times New Roman"/>
                <a:cs typeface="Times New Roman"/>
              </a:rPr>
              <a:t> </a:t>
            </a:r>
            <a:r>
              <a:rPr sz="1200" dirty="0">
                <a:latin typeface="Times New Roman"/>
                <a:cs typeface="Times New Roman"/>
              </a:rPr>
              <a:t>metrics</a:t>
            </a:r>
            <a:r>
              <a:rPr sz="1200" spc="-40" dirty="0">
                <a:latin typeface="Times New Roman"/>
                <a:cs typeface="Times New Roman"/>
              </a:rPr>
              <a:t> </a:t>
            </a:r>
            <a:r>
              <a:rPr sz="1200" spc="-10" dirty="0">
                <a:latin typeface="Times New Roman"/>
                <a:cs typeface="Times New Roman"/>
              </a:rPr>
              <a:t>(Tickets</a:t>
            </a:r>
            <a:r>
              <a:rPr sz="1200" spc="-45" dirty="0">
                <a:latin typeface="Times New Roman"/>
                <a:cs typeface="Times New Roman"/>
              </a:rPr>
              <a:t> </a:t>
            </a:r>
            <a:r>
              <a:rPr sz="1200" dirty="0">
                <a:latin typeface="Times New Roman"/>
                <a:cs typeface="Times New Roman"/>
              </a:rPr>
              <a:t>resolved,</a:t>
            </a:r>
            <a:r>
              <a:rPr sz="1200" spc="-35" dirty="0">
                <a:latin typeface="Times New Roman"/>
                <a:cs typeface="Times New Roman"/>
              </a:rPr>
              <a:t> </a:t>
            </a:r>
            <a:r>
              <a:rPr sz="1200" dirty="0">
                <a:latin typeface="Times New Roman"/>
                <a:cs typeface="Times New Roman"/>
              </a:rPr>
              <a:t>average</a:t>
            </a:r>
            <a:r>
              <a:rPr sz="1200" spc="-50" dirty="0">
                <a:latin typeface="Times New Roman"/>
                <a:cs typeface="Times New Roman"/>
              </a:rPr>
              <a:t> </a:t>
            </a:r>
            <a:r>
              <a:rPr sz="1200" dirty="0">
                <a:latin typeface="Times New Roman"/>
                <a:cs typeface="Times New Roman"/>
              </a:rPr>
              <a:t>resolution</a:t>
            </a:r>
            <a:r>
              <a:rPr sz="1200" spc="-35" dirty="0">
                <a:latin typeface="Times New Roman"/>
                <a:cs typeface="Times New Roman"/>
              </a:rPr>
              <a:t> </a:t>
            </a:r>
            <a:r>
              <a:rPr sz="1200" spc="-10" dirty="0">
                <a:latin typeface="Times New Roman"/>
                <a:cs typeface="Times New Roman"/>
              </a:rPr>
              <a:t>time)</a:t>
            </a:r>
            <a:endParaRPr sz="120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sz="1200" spc="-10" dirty="0">
                <a:latin typeface="Times New Roman"/>
                <a:cs typeface="Times New Roman"/>
              </a:rPr>
              <a:t>SLA</a:t>
            </a:r>
            <a:r>
              <a:rPr sz="1200" spc="-70" dirty="0">
                <a:latin typeface="Times New Roman"/>
                <a:cs typeface="Times New Roman"/>
              </a:rPr>
              <a:t> </a:t>
            </a:r>
            <a:r>
              <a:rPr sz="1200" dirty="0">
                <a:latin typeface="Times New Roman"/>
                <a:cs typeface="Times New Roman"/>
              </a:rPr>
              <a:t>compliance</a:t>
            </a:r>
            <a:r>
              <a:rPr sz="1200" spc="-50" dirty="0">
                <a:latin typeface="Times New Roman"/>
                <a:cs typeface="Times New Roman"/>
              </a:rPr>
              <a:t> </a:t>
            </a:r>
            <a:r>
              <a:rPr sz="1200" spc="-10" dirty="0">
                <a:latin typeface="Times New Roman"/>
                <a:cs typeface="Times New Roman"/>
              </a:rPr>
              <a:t>monitoring</a:t>
            </a:r>
            <a:endParaRPr sz="120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sz="1200" dirty="0">
                <a:latin typeface="Times New Roman"/>
                <a:cs typeface="Times New Roman"/>
              </a:rPr>
              <a:t>Customizable</a:t>
            </a:r>
            <a:r>
              <a:rPr sz="1200" spc="-45" dirty="0">
                <a:latin typeface="Times New Roman"/>
                <a:cs typeface="Times New Roman"/>
              </a:rPr>
              <a:t> </a:t>
            </a:r>
            <a:r>
              <a:rPr sz="1200" dirty="0">
                <a:latin typeface="Times New Roman"/>
                <a:cs typeface="Times New Roman"/>
              </a:rPr>
              <a:t>reports</a:t>
            </a:r>
            <a:r>
              <a:rPr sz="1200" spc="-55" dirty="0">
                <a:latin typeface="Times New Roman"/>
                <a:cs typeface="Times New Roman"/>
              </a:rPr>
              <a:t> </a:t>
            </a:r>
            <a:r>
              <a:rPr sz="1200" dirty="0">
                <a:latin typeface="Times New Roman"/>
                <a:cs typeface="Times New Roman"/>
              </a:rPr>
              <a:t>(downloadable</a:t>
            </a:r>
            <a:r>
              <a:rPr sz="1200" spc="-40"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spc="-20" dirty="0">
                <a:latin typeface="Times New Roman"/>
                <a:cs typeface="Times New Roman"/>
              </a:rPr>
              <a:t>CSV)</a:t>
            </a:r>
            <a:endParaRPr sz="1200">
              <a:latin typeface="Times New Roman"/>
              <a:cs typeface="Times New Roman"/>
            </a:endParaRPr>
          </a:p>
          <a:p>
            <a:pPr marL="756920" lvl="1" indent="-229235">
              <a:lnSpc>
                <a:spcPct val="100000"/>
              </a:lnSpc>
              <a:spcBef>
                <a:spcPts val="960"/>
              </a:spcBef>
              <a:buSzPct val="83333"/>
              <a:buFont typeface="Symbol"/>
              <a:buChar char=""/>
              <a:tabLst>
                <a:tab pos="756920" algn="l"/>
              </a:tabLst>
            </a:pPr>
            <a:r>
              <a:rPr sz="1200" dirty="0">
                <a:latin typeface="Times New Roman"/>
                <a:cs typeface="Times New Roman"/>
              </a:rPr>
              <a:t>Filters</a:t>
            </a:r>
            <a:r>
              <a:rPr sz="1200" spc="-3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viewing</a:t>
            </a:r>
            <a:r>
              <a:rPr sz="1200" spc="-45" dirty="0">
                <a:latin typeface="Times New Roman"/>
                <a:cs typeface="Times New Roman"/>
              </a:rPr>
              <a:t> </a:t>
            </a:r>
            <a:r>
              <a:rPr sz="1200" dirty="0">
                <a:latin typeface="Times New Roman"/>
                <a:cs typeface="Times New Roman"/>
              </a:rPr>
              <a:t>tickets</a:t>
            </a:r>
            <a:r>
              <a:rPr sz="1200" spc="-30" dirty="0">
                <a:latin typeface="Times New Roman"/>
                <a:cs typeface="Times New Roman"/>
              </a:rPr>
              <a:t> </a:t>
            </a:r>
            <a:r>
              <a:rPr sz="1200" spc="-25" dirty="0">
                <a:latin typeface="Times New Roman"/>
                <a:cs typeface="Times New Roman"/>
              </a:rPr>
              <a:t>by:</a:t>
            </a:r>
            <a:endParaRPr sz="120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sz="1200" dirty="0">
                <a:latin typeface="Times New Roman"/>
                <a:cs typeface="Times New Roman"/>
              </a:rPr>
              <a:t>Date</a:t>
            </a:r>
            <a:r>
              <a:rPr sz="1200" spc="-15" dirty="0">
                <a:latin typeface="Times New Roman"/>
                <a:cs typeface="Times New Roman"/>
              </a:rPr>
              <a:t> </a:t>
            </a:r>
            <a:r>
              <a:rPr sz="1200" spc="-10" dirty="0">
                <a:latin typeface="Times New Roman"/>
                <a:cs typeface="Times New Roman"/>
              </a:rPr>
              <a:t>range</a:t>
            </a:r>
            <a:endParaRPr sz="120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sz="1200" dirty="0">
                <a:latin typeface="Times New Roman"/>
                <a:cs typeface="Times New Roman"/>
              </a:rPr>
              <a:t>Assigned</a:t>
            </a:r>
            <a:r>
              <a:rPr sz="1200" spc="-45" dirty="0">
                <a:latin typeface="Times New Roman"/>
                <a:cs typeface="Times New Roman"/>
              </a:rPr>
              <a:t> </a:t>
            </a:r>
            <a:r>
              <a:rPr sz="1200" spc="-10" dirty="0">
                <a:latin typeface="Times New Roman"/>
                <a:cs typeface="Times New Roman"/>
              </a:rPr>
              <a:t>employee/user</a:t>
            </a:r>
            <a:endParaRPr sz="120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sz="1200" dirty="0">
                <a:latin typeface="Times New Roman"/>
                <a:cs typeface="Times New Roman"/>
              </a:rPr>
              <a:t>Ticket</a:t>
            </a:r>
            <a:r>
              <a:rPr sz="1200" spc="-40" dirty="0">
                <a:latin typeface="Times New Roman"/>
                <a:cs typeface="Times New Roman"/>
              </a:rPr>
              <a:t> </a:t>
            </a:r>
            <a:r>
              <a:rPr sz="1200" dirty="0">
                <a:latin typeface="Times New Roman"/>
                <a:cs typeface="Times New Roman"/>
              </a:rPr>
              <a:t>priority</a:t>
            </a:r>
            <a:r>
              <a:rPr sz="1200" spc="-3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10" dirty="0">
                <a:latin typeface="Times New Roman"/>
                <a:cs typeface="Times New Roman"/>
              </a:rPr>
              <a:t>status</a:t>
            </a:r>
            <a:endParaRPr sz="1200">
              <a:latin typeface="Times New Roman"/>
              <a:cs typeface="Times New Roman"/>
            </a:endParaRPr>
          </a:p>
          <a:p>
            <a:pPr marL="278765" indent="-266065">
              <a:lnSpc>
                <a:spcPct val="100000"/>
              </a:lnSpc>
              <a:spcBef>
                <a:spcPts val="960"/>
              </a:spcBef>
              <a:buAutoNum type="arabicPeriod" startAt="4"/>
              <a:tabLst>
                <a:tab pos="278765" algn="l"/>
              </a:tabLst>
            </a:pPr>
            <a:r>
              <a:rPr sz="1200" b="1" spc="-10" dirty="0">
                <a:latin typeface="Times New Roman"/>
                <a:cs typeface="Times New Roman"/>
              </a:rPr>
              <a:t>Notifications</a:t>
            </a:r>
            <a:endParaRPr sz="1200">
              <a:latin typeface="Times New Roman"/>
              <a:cs typeface="Times New Roman"/>
            </a:endParaRPr>
          </a:p>
          <a:p>
            <a:pPr marL="756920" lvl="1" indent="-229235">
              <a:lnSpc>
                <a:spcPct val="100000"/>
              </a:lnSpc>
              <a:spcBef>
                <a:spcPts val="844"/>
              </a:spcBef>
              <a:buSzPct val="83333"/>
              <a:buFont typeface="Symbol"/>
              <a:buChar char=""/>
              <a:tabLst>
                <a:tab pos="756920" algn="l"/>
              </a:tabLst>
            </a:pPr>
            <a:r>
              <a:rPr sz="1200" dirty="0">
                <a:latin typeface="Times New Roman"/>
                <a:cs typeface="Times New Roman"/>
              </a:rPr>
              <a:t>Users</a:t>
            </a:r>
            <a:r>
              <a:rPr sz="1200" spc="-40" dirty="0">
                <a:latin typeface="Times New Roman"/>
                <a:cs typeface="Times New Roman"/>
              </a:rPr>
              <a:t> </a:t>
            </a:r>
            <a:r>
              <a:rPr sz="1200" spc="-10" dirty="0">
                <a:latin typeface="Times New Roman"/>
                <a:cs typeface="Times New Roman"/>
              </a:rPr>
              <a:t>receive:</a:t>
            </a:r>
            <a:endParaRPr sz="120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sz="1200" b="1" dirty="0">
                <a:latin typeface="Times New Roman"/>
                <a:cs typeface="Times New Roman"/>
              </a:rPr>
              <a:t>Email</a:t>
            </a:r>
            <a:r>
              <a:rPr sz="1200" b="1" spc="-15" dirty="0">
                <a:latin typeface="Times New Roman"/>
                <a:cs typeface="Times New Roman"/>
              </a:rPr>
              <a:t> </a:t>
            </a:r>
            <a:r>
              <a:rPr sz="1200" b="1" dirty="0">
                <a:latin typeface="Times New Roman"/>
                <a:cs typeface="Times New Roman"/>
              </a:rPr>
              <a:t>alerts</a:t>
            </a:r>
            <a:r>
              <a:rPr sz="1200" b="1" spc="-1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ticket</a:t>
            </a:r>
            <a:r>
              <a:rPr sz="1200" spc="-10" dirty="0">
                <a:latin typeface="Times New Roman"/>
                <a:cs typeface="Times New Roman"/>
              </a:rPr>
              <a:t> </a:t>
            </a:r>
            <a:r>
              <a:rPr sz="1200" dirty="0">
                <a:latin typeface="Times New Roman"/>
                <a:cs typeface="Times New Roman"/>
              </a:rPr>
              <a:t>updates,</a:t>
            </a:r>
            <a:r>
              <a:rPr sz="1200" spc="-20" dirty="0">
                <a:latin typeface="Times New Roman"/>
                <a:cs typeface="Times New Roman"/>
              </a:rPr>
              <a:t> </a:t>
            </a:r>
            <a:r>
              <a:rPr sz="1200" spc="-10" dirty="0">
                <a:latin typeface="Times New Roman"/>
                <a:cs typeface="Times New Roman"/>
              </a:rPr>
              <a:t>assignment,</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resolution.</a:t>
            </a:r>
            <a:endParaRPr sz="120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sz="1200" b="1" dirty="0">
                <a:latin typeface="Times New Roman"/>
                <a:cs typeface="Times New Roman"/>
              </a:rPr>
              <a:t>WhatsApp</a:t>
            </a:r>
            <a:r>
              <a:rPr sz="1200" b="1" spc="-45" dirty="0">
                <a:latin typeface="Times New Roman"/>
                <a:cs typeface="Times New Roman"/>
              </a:rPr>
              <a:t> </a:t>
            </a:r>
            <a:r>
              <a:rPr sz="1200" b="1" dirty="0">
                <a:latin typeface="Times New Roman"/>
                <a:cs typeface="Times New Roman"/>
              </a:rPr>
              <a:t>notifications</a:t>
            </a:r>
            <a:r>
              <a:rPr sz="1200" b="1" spc="-3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urgent</a:t>
            </a:r>
            <a:r>
              <a:rPr sz="1200" spc="-30" dirty="0">
                <a:latin typeface="Times New Roman"/>
                <a:cs typeface="Times New Roman"/>
              </a:rPr>
              <a:t> </a:t>
            </a:r>
            <a:r>
              <a:rPr sz="1200" spc="-10" dirty="0">
                <a:latin typeface="Times New Roman"/>
                <a:cs typeface="Times New Roman"/>
              </a:rPr>
              <a:t>tickets.</a:t>
            </a:r>
            <a:endParaRPr sz="1200">
              <a:latin typeface="Times New Roman"/>
              <a:cs typeface="Times New Roman"/>
            </a:endParaRPr>
          </a:p>
          <a:p>
            <a:pPr marL="1214120" lvl="2" indent="-228600">
              <a:lnSpc>
                <a:spcPct val="100000"/>
              </a:lnSpc>
              <a:spcBef>
                <a:spcPts val="960"/>
              </a:spcBef>
              <a:buSzPct val="83333"/>
              <a:buFont typeface="Courier New"/>
              <a:buChar char="o"/>
              <a:tabLst>
                <a:tab pos="1214120" algn="l"/>
              </a:tabLst>
            </a:pPr>
            <a:r>
              <a:rPr sz="1200" b="1" spc="-10" dirty="0">
                <a:latin typeface="Times New Roman"/>
                <a:cs typeface="Times New Roman"/>
              </a:rPr>
              <a:t>In-</a:t>
            </a:r>
            <a:r>
              <a:rPr sz="1200" b="1" dirty="0">
                <a:latin typeface="Times New Roman"/>
                <a:cs typeface="Times New Roman"/>
              </a:rPr>
              <a:t>app</a:t>
            </a:r>
            <a:r>
              <a:rPr sz="1200" b="1" spc="-20" dirty="0">
                <a:latin typeface="Times New Roman"/>
                <a:cs typeface="Times New Roman"/>
              </a:rPr>
              <a:t> </a:t>
            </a:r>
            <a:r>
              <a:rPr sz="1200" b="1" dirty="0">
                <a:latin typeface="Times New Roman"/>
                <a:cs typeface="Times New Roman"/>
              </a:rPr>
              <a:t>notifications</a:t>
            </a:r>
            <a:r>
              <a:rPr sz="1200" b="1"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activity</a:t>
            </a:r>
            <a:r>
              <a:rPr sz="1200" spc="-25" dirty="0">
                <a:latin typeface="Times New Roman"/>
                <a:cs typeface="Times New Roman"/>
              </a:rPr>
              <a:t> </a:t>
            </a:r>
            <a:r>
              <a:rPr sz="1200" dirty="0">
                <a:latin typeface="Times New Roman"/>
                <a:cs typeface="Times New Roman"/>
              </a:rPr>
              <a:t>related</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their</a:t>
            </a:r>
            <a:r>
              <a:rPr sz="1200" spc="-45" dirty="0">
                <a:latin typeface="Times New Roman"/>
                <a:cs typeface="Times New Roman"/>
              </a:rPr>
              <a:t> </a:t>
            </a:r>
            <a:r>
              <a:rPr sz="1200" spc="-10" dirty="0">
                <a:latin typeface="Times New Roman"/>
                <a:cs typeface="Times New Roman"/>
              </a:rPr>
              <a:t>tickets.</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580"/>
              </a:spcBef>
            </a:pPr>
            <a:endParaRPr sz="1200">
              <a:latin typeface="Times New Roman"/>
              <a:cs typeface="Times New Roman"/>
            </a:endParaRPr>
          </a:p>
          <a:p>
            <a:pPr marL="12700">
              <a:lnSpc>
                <a:spcPct val="100000"/>
              </a:lnSpc>
            </a:pPr>
            <a:r>
              <a:rPr sz="1400" b="1" dirty="0">
                <a:latin typeface="Times New Roman"/>
                <a:cs typeface="Times New Roman"/>
              </a:rPr>
              <a:t>4.2</a:t>
            </a:r>
            <a:r>
              <a:rPr sz="1400" b="1" spc="-5" dirty="0">
                <a:latin typeface="Times New Roman"/>
                <a:cs typeface="Times New Roman"/>
              </a:rPr>
              <a:t> </a:t>
            </a:r>
            <a:r>
              <a:rPr sz="1400" b="1" spc="-10" dirty="0">
                <a:latin typeface="Times New Roman"/>
                <a:cs typeface="Times New Roman"/>
              </a:rPr>
              <a:t>Non-</a:t>
            </a:r>
            <a:r>
              <a:rPr sz="1400" b="1" dirty="0">
                <a:latin typeface="Times New Roman"/>
                <a:cs typeface="Times New Roman"/>
              </a:rPr>
              <a:t>functional</a:t>
            </a:r>
            <a:r>
              <a:rPr sz="1400" b="1" spc="-5" dirty="0">
                <a:latin typeface="Times New Roman"/>
                <a:cs typeface="Times New Roman"/>
              </a:rPr>
              <a:t> </a:t>
            </a:r>
            <a:r>
              <a:rPr sz="1400" b="1" spc="-10" dirty="0">
                <a:latin typeface="Times New Roman"/>
                <a:cs typeface="Times New Roman"/>
              </a:rPr>
              <a:t>Requirements:</a:t>
            </a:r>
            <a:endParaRPr sz="1400">
              <a:latin typeface="Times New Roman"/>
              <a:cs typeface="Times New Roman"/>
            </a:endParaRPr>
          </a:p>
          <a:p>
            <a:pPr marL="469265" indent="-227965">
              <a:lnSpc>
                <a:spcPct val="100000"/>
              </a:lnSpc>
              <a:spcBef>
                <a:spcPts val="1000"/>
              </a:spcBef>
              <a:buAutoNum type="arabicPeriod"/>
              <a:tabLst>
                <a:tab pos="469265" algn="l"/>
              </a:tabLst>
            </a:pPr>
            <a:r>
              <a:rPr sz="1200" b="1" spc="-10" dirty="0">
                <a:latin typeface="Times New Roman"/>
                <a:cs typeface="Times New Roman"/>
              </a:rPr>
              <a:t>Performance</a:t>
            </a:r>
            <a:endParaRPr sz="1200">
              <a:latin typeface="Times New Roman"/>
              <a:cs typeface="Times New Roman"/>
            </a:endParaRPr>
          </a:p>
          <a:p>
            <a:pPr marL="756920" lvl="1" indent="-229235">
              <a:lnSpc>
                <a:spcPct val="100000"/>
              </a:lnSpc>
              <a:spcBef>
                <a:spcPts val="840"/>
              </a:spcBef>
              <a:buSzPct val="83333"/>
              <a:buFont typeface="Symbol"/>
              <a:buChar char=""/>
              <a:tabLst>
                <a:tab pos="75692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should</a:t>
            </a:r>
            <a:r>
              <a:rPr sz="1200" spc="-25" dirty="0">
                <a:latin typeface="Times New Roman"/>
                <a:cs typeface="Times New Roman"/>
              </a:rPr>
              <a:t> </a:t>
            </a:r>
            <a:r>
              <a:rPr sz="1200" dirty="0">
                <a:latin typeface="Times New Roman"/>
                <a:cs typeface="Times New Roman"/>
              </a:rPr>
              <a:t>handle</a:t>
            </a:r>
            <a:r>
              <a:rPr sz="1200" spc="-5" dirty="0">
                <a:latin typeface="Times New Roman"/>
                <a:cs typeface="Times New Roman"/>
              </a:rPr>
              <a:t> </a:t>
            </a:r>
            <a:r>
              <a:rPr sz="1200" b="1" dirty="0">
                <a:latin typeface="Times New Roman"/>
                <a:cs typeface="Times New Roman"/>
              </a:rPr>
              <a:t>1000+</a:t>
            </a:r>
            <a:r>
              <a:rPr sz="1200" b="1" spc="-30" dirty="0">
                <a:latin typeface="Times New Roman"/>
                <a:cs typeface="Times New Roman"/>
              </a:rPr>
              <a:t> </a:t>
            </a:r>
            <a:r>
              <a:rPr sz="1200" b="1" spc="-10" dirty="0">
                <a:latin typeface="Times New Roman"/>
                <a:cs typeface="Times New Roman"/>
              </a:rPr>
              <a:t>concurrent</a:t>
            </a:r>
            <a:r>
              <a:rPr sz="1200" b="1" spc="-25" dirty="0">
                <a:latin typeface="Times New Roman"/>
                <a:cs typeface="Times New Roman"/>
              </a:rPr>
              <a:t> </a:t>
            </a:r>
            <a:r>
              <a:rPr sz="1200" b="1" spc="-10" dirty="0">
                <a:latin typeface="Times New Roman"/>
                <a:cs typeface="Times New Roman"/>
              </a:rPr>
              <a:t>users</a:t>
            </a:r>
            <a:r>
              <a:rPr sz="1200" spc="-10" dirty="0">
                <a:latin typeface="Times New Roman"/>
                <a:cs typeface="Times New Roman"/>
              </a:rPr>
              <a:t>.</a:t>
            </a:r>
            <a:endParaRPr sz="1200">
              <a:latin typeface="Times New Roman"/>
              <a:cs typeface="Times New Roman"/>
            </a:endParaRPr>
          </a:p>
          <a:p>
            <a:pPr marL="756920" lvl="1" indent="-229235">
              <a:lnSpc>
                <a:spcPct val="100000"/>
              </a:lnSpc>
              <a:spcBef>
                <a:spcPts val="960"/>
              </a:spcBef>
              <a:buSzPct val="83333"/>
              <a:buFont typeface="Symbol"/>
              <a:buChar char=""/>
              <a:tabLst>
                <a:tab pos="756920" algn="l"/>
              </a:tabLst>
            </a:pPr>
            <a:r>
              <a:rPr sz="1200" dirty="0">
                <a:latin typeface="Times New Roman"/>
                <a:cs typeface="Times New Roman"/>
              </a:rPr>
              <a:t>Ticket</a:t>
            </a:r>
            <a:r>
              <a:rPr sz="1200" spc="-40" dirty="0">
                <a:latin typeface="Times New Roman"/>
                <a:cs typeface="Times New Roman"/>
              </a:rPr>
              <a:t> </a:t>
            </a:r>
            <a:r>
              <a:rPr sz="1200" dirty="0">
                <a:latin typeface="Times New Roman"/>
                <a:cs typeface="Times New Roman"/>
              </a:rPr>
              <a:t>retrieval</a:t>
            </a:r>
            <a:r>
              <a:rPr sz="1200" spc="-35" dirty="0">
                <a:latin typeface="Times New Roman"/>
                <a:cs typeface="Times New Roman"/>
              </a:rPr>
              <a:t> </a:t>
            </a:r>
            <a:r>
              <a:rPr sz="1200" dirty="0">
                <a:latin typeface="Times New Roman"/>
                <a:cs typeface="Times New Roman"/>
              </a:rPr>
              <a:t>should</a:t>
            </a:r>
            <a:r>
              <a:rPr sz="1200" spc="-40" dirty="0">
                <a:latin typeface="Times New Roman"/>
                <a:cs typeface="Times New Roman"/>
              </a:rPr>
              <a:t> </a:t>
            </a:r>
            <a:r>
              <a:rPr sz="1200" dirty="0">
                <a:latin typeface="Times New Roman"/>
                <a:cs typeface="Times New Roman"/>
              </a:rPr>
              <a:t>take</a:t>
            </a:r>
            <a:r>
              <a:rPr sz="1200" spc="-25" dirty="0">
                <a:latin typeface="Times New Roman"/>
                <a:cs typeface="Times New Roman"/>
              </a:rPr>
              <a:t> </a:t>
            </a:r>
            <a:r>
              <a:rPr sz="1200" b="1" dirty="0">
                <a:latin typeface="Times New Roman"/>
                <a:cs typeface="Times New Roman"/>
              </a:rPr>
              <a:t>≤2</a:t>
            </a:r>
            <a:r>
              <a:rPr sz="1200" b="1" spc="-45" dirty="0">
                <a:latin typeface="Times New Roman"/>
                <a:cs typeface="Times New Roman"/>
              </a:rPr>
              <a:t> </a:t>
            </a:r>
            <a:r>
              <a:rPr sz="1200" b="1" spc="-10" dirty="0">
                <a:latin typeface="Times New Roman"/>
                <a:cs typeface="Times New Roman"/>
              </a:rPr>
              <a:t>seconds</a:t>
            </a:r>
            <a:r>
              <a:rPr sz="1200" spc="-10" dirty="0">
                <a:latin typeface="Times New Roman"/>
                <a:cs typeface="Times New Roman"/>
              </a:rPr>
              <a:t>.</a:t>
            </a:r>
            <a:endParaRPr sz="1200">
              <a:latin typeface="Times New Roman"/>
              <a:cs typeface="Times New Roman"/>
            </a:endParaRPr>
          </a:p>
          <a:p>
            <a:pPr marL="756920" lvl="1" indent="-229235">
              <a:lnSpc>
                <a:spcPct val="100000"/>
              </a:lnSpc>
              <a:spcBef>
                <a:spcPts val="965"/>
              </a:spcBef>
              <a:buSzPct val="83333"/>
              <a:buFont typeface="Symbol"/>
              <a:buChar char=""/>
              <a:tabLst>
                <a:tab pos="756920" algn="l"/>
              </a:tabLst>
            </a:pPr>
            <a:r>
              <a:rPr sz="1200" spc="-10" dirty="0">
                <a:latin typeface="Times New Roman"/>
                <a:cs typeface="Times New Roman"/>
              </a:rPr>
              <a:t>High-</a:t>
            </a:r>
            <a:r>
              <a:rPr sz="1200" dirty="0">
                <a:latin typeface="Times New Roman"/>
                <a:cs typeface="Times New Roman"/>
              </a:rPr>
              <a:t>priority</a:t>
            </a:r>
            <a:r>
              <a:rPr sz="1200" spc="-30" dirty="0">
                <a:latin typeface="Times New Roman"/>
                <a:cs typeface="Times New Roman"/>
              </a:rPr>
              <a:t> </a:t>
            </a:r>
            <a:r>
              <a:rPr sz="1200" dirty="0">
                <a:latin typeface="Times New Roman"/>
                <a:cs typeface="Times New Roman"/>
              </a:rPr>
              <a:t>tickets</a:t>
            </a:r>
            <a:r>
              <a:rPr sz="1200" spc="-35" dirty="0">
                <a:latin typeface="Times New Roman"/>
                <a:cs typeface="Times New Roman"/>
              </a:rPr>
              <a:t> </a:t>
            </a:r>
            <a:r>
              <a:rPr sz="1200" dirty="0">
                <a:latin typeface="Times New Roman"/>
                <a:cs typeface="Times New Roman"/>
              </a:rPr>
              <a:t>must</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processed</a:t>
            </a:r>
            <a:r>
              <a:rPr sz="1200" spc="-30" dirty="0">
                <a:latin typeface="Times New Roman"/>
                <a:cs typeface="Times New Roman"/>
              </a:rPr>
              <a:t> </a:t>
            </a:r>
            <a:r>
              <a:rPr sz="1200" spc="-10" dirty="0">
                <a:latin typeface="Times New Roman"/>
                <a:cs typeface="Times New Roman"/>
              </a:rPr>
              <a:t>immediately.</a:t>
            </a:r>
            <a:endParaRPr sz="1200">
              <a:latin typeface="Times New Roman"/>
              <a:cs typeface="Times New Roman"/>
            </a:endParaRPr>
          </a:p>
          <a:p>
            <a:pPr marL="469265" indent="-227965">
              <a:lnSpc>
                <a:spcPct val="100000"/>
              </a:lnSpc>
              <a:spcBef>
                <a:spcPts val="960"/>
              </a:spcBef>
              <a:buAutoNum type="arabicPeriod"/>
              <a:tabLst>
                <a:tab pos="469265" algn="l"/>
              </a:tabLst>
            </a:pPr>
            <a:r>
              <a:rPr sz="1200" b="1" spc="-10" dirty="0">
                <a:latin typeface="Times New Roman"/>
                <a:cs typeface="Times New Roman"/>
              </a:rPr>
              <a:t>Security</a:t>
            </a:r>
            <a:endParaRPr sz="1200">
              <a:latin typeface="Times New Roman"/>
              <a:cs typeface="Times New Roman"/>
            </a:endParaRPr>
          </a:p>
          <a:p>
            <a:pPr marL="756920" lvl="1" indent="-229235">
              <a:lnSpc>
                <a:spcPct val="100000"/>
              </a:lnSpc>
              <a:spcBef>
                <a:spcPts val="860"/>
              </a:spcBef>
              <a:buSzPct val="83333"/>
              <a:buFont typeface="Symbol"/>
              <a:buChar char=""/>
              <a:tabLst>
                <a:tab pos="756920" algn="l"/>
              </a:tabLst>
            </a:pPr>
            <a:r>
              <a:rPr sz="1200" dirty="0">
                <a:latin typeface="Times New Roman"/>
                <a:cs typeface="Times New Roman"/>
              </a:rPr>
              <a:t>Passwords</a:t>
            </a:r>
            <a:r>
              <a:rPr sz="1200" spc="-40" dirty="0">
                <a:latin typeface="Times New Roman"/>
                <a:cs typeface="Times New Roman"/>
              </a:rPr>
              <a:t> </a:t>
            </a:r>
            <a:r>
              <a:rPr sz="1200" dirty="0">
                <a:latin typeface="Times New Roman"/>
                <a:cs typeface="Times New Roman"/>
              </a:rPr>
              <a:t>must</a:t>
            </a:r>
            <a:r>
              <a:rPr sz="1200" spc="-25"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encrypted</a:t>
            </a:r>
            <a:r>
              <a:rPr sz="1200" spc="-30" dirty="0">
                <a:latin typeface="Times New Roman"/>
                <a:cs typeface="Times New Roman"/>
              </a:rPr>
              <a:t> </a:t>
            </a:r>
            <a:r>
              <a:rPr sz="1200" dirty="0">
                <a:latin typeface="Times New Roman"/>
                <a:cs typeface="Times New Roman"/>
              </a:rPr>
              <a:t>using</a:t>
            </a:r>
            <a:r>
              <a:rPr sz="1200" spc="-20" dirty="0">
                <a:latin typeface="Times New Roman"/>
                <a:cs typeface="Times New Roman"/>
              </a:rPr>
              <a:t> </a:t>
            </a:r>
            <a:r>
              <a:rPr sz="1200" b="1" dirty="0">
                <a:latin typeface="Times New Roman"/>
                <a:cs typeface="Times New Roman"/>
              </a:rPr>
              <a:t>bcrypt</a:t>
            </a:r>
            <a:r>
              <a:rPr sz="1200" b="1" spc="-30" dirty="0">
                <a:latin typeface="Times New Roman"/>
                <a:cs typeface="Times New Roman"/>
              </a:rPr>
              <a:t> </a:t>
            </a:r>
            <a:r>
              <a:rPr sz="1200" b="1" spc="-10" dirty="0">
                <a:latin typeface="Times New Roman"/>
                <a:cs typeface="Times New Roman"/>
              </a:rPr>
              <a:t>hashing</a:t>
            </a:r>
            <a:r>
              <a:rPr sz="1200" spc="-10" dirty="0">
                <a:latin typeface="Times New Roman"/>
                <a:cs typeface="Times New Roman"/>
              </a:rPr>
              <a:t>.</a:t>
            </a:r>
            <a:endParaRPr sz="1200">
              <a:latin typeface="Times New Roman"/>
              <a:cs typeface="Times New Roman"/>
            </a:endParaRPr>
          </a:p>
          <a:p>
            <a:pPr marL="756920" lvl="1" indent="-229235">
              <a:lnSpc>
                <a:spcPct val="100000"/>
              </a:lnSpc>
              <a:spcBef>
                <a:spcPts val="960"/>
              </a:spcBef>
              <a:buSzPct val="83333"/>
              <a:buFont typeface="Symbol"/>
              <a:buChar char=""/>
              <a:tabLst>
                <a:tab pos="756920" algn="l"/>
              </a:tabLst>
            </a:pPr>
            <a:r>
              <a:rPr sz="1200" b="1" spc="-10" dirty="0">
                <a:latin typeface="Times New Roman"/>
                <a:cs typeface="Times New Roman"/>
              </a:rPr>
              <a:t>Role-</a:t>
            </a:r>
            <a:r>
              <a:rPr sz="1200" b="1" dirty="0">
                <a:latin typeface="Times New Roman"/>
                <a:cs typeface="Times New Roman"/>
              </a:rPr>
              <a:t>based</a:t>
            </a:r>
            <a:r>
              <a:rPr sz="1200" b="1" spc="-40" dirty="0">
                <a:latin typeface="Times New Roman"/>
                <a:cs typeface="Times New Roman"/>
              </a:rPr>
              <a:t> </a:t>
            </a:r>
            <a:r>
              <a:rPr sz="1200" b="1" dirty="0">
                <a:latin typeface="Times New Roman"/>
                <a:cs typeface="Times New Roman"/>
              </a:rPr>
              <a:t>access</a:t>
            </a:r>
            <a:r>
              <a:rPr sz="1200" b="1" spc="-35" dirty="0">
                <a:latin typeface="Times New Roman"/>
                <a:cs typeface="Times New Roman"/>
              </a:rPr>
              <a:t> </a:t>
            </a:r>
            <a:r>
              <a:rPr sz="1200" b="1" dirty="0">
                <a:latin typeface="Times New Roman"/>
                <a:cs typeface="Times New Roman"/>
              </a:rPr>
              <a:t>control</a:t>
            </a:r>
            <a:r>
              <a:rPr sz="1200" b="1" spc="-25" dirty="0">
                <a:latin typeface="Times New Roman"/>
                <a:cs typeface="Times New Roman"/>
              </a:rPr>
              <a:t> </a:t>
            </a:r>
            <a:r>
              <a:rPr sz="1200" b="1" dirty="0">
                <a:latin typeface="Times New Roman"/>
                <a:cs typeface="Times New Roman"/>
              </a:rPr>
              <a:t>(RBAC)</a:t>
            </a:r>
            <a:r>
              <a:rPr sz="1200" b="1" spc="-20" dirty="0">
                <a:latin typeface="Times New Roman"/>
                <a:cs typeface="Times New Roman"/>
              </a:rPr>
              <a:t> </a:t>
            </a:r>
            <a:r>
              <a:rPr sz="1200" dirty="0">
                <a:latin typeface="Times New Roman"/>
                <a:cs typeface="Times New Roman"/>
              </a:rPr>
              <a:t>ensures</a:t>
            </a:r>
            <a:r>
              <a:rPr sz="1200" spc="-35" dirty="0">
                <a:latin typeface="Times New Roman"/>
                <a:cs typeface="Times New Roman"/>
              </a:rPr>
              <a:t> </a:t>
            </a:r>
            <a:r>
              <a:rPr sz="1200" dirty="0">
                <a:latin typeface="Times New Roman"/>
                <a:cs typeface="Times New Roman"/>
              </a:rPr>
              <a:t>proper</a:t>
            </a:r>
            <a:r>
              <a:rPr sz="1200" spc="-30" dirty="0">
                <a:latin typeface="Times New Roman"/>
                <a:cs typeface="Times New Roman"/>
              </a:rPr>
              <a:t> </a:t>
            </a:r>
            <a:r>
              <a:rPr sz="1200" dirty="0">
                <a:latin typeface="Times New Roman"/>
                <a:cs typeface="Times New Roman"/>
              </a:rPr>
              <a:t>permission</a:t>
            </a:r>
            <a:r>
              <a:rPr sz="1200" spc="-25" dirty="0">
                <a:latin typeface="Times New Roman"/>
                <a:cs typeface="Times New Roman"/>
              </a:rPr>
              <a:t> </a:t>
            </a:r>
            <a:r>
              <a:rPr sz="1200" spc="-10" dirty="0">
                <a:latin typeface="Times New Roman"/>
                <a:cs typeface="Times New Roman"/>
              </a:rPr>
              <a:t>management.</a:t>
            </a:r>
            <a:endParaRPr sz="1200">
              <a:latin typeface="Times New Roman"/>
              <a:cs typeface="Times New Roman"/>
            </a:endParaRPr>
          </a:p>
          <a:p>
            <a:pPr marL="756920" lvl="1" indent="-229235">
              <a:lnSpc>
                <a:spcPct val="100000"/>
              </a:lnSpc>
              <a:spcBef>
                <a:spcPts val="940"/>
              </a:spcBef>
              <a:buSzPct val="83333"/>
              <a:buFont typeface="Symbol"/>
              <a:buChar char=""/>
              <a:tabLst>
                <a:tab pos="756920" algn="l"/>
              </a:tabLst>
            </a:pP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sensitive</a:t>
            </a:r>
            <a:r>
              <a:rPr sz="1200" spc="-20"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dirty="0">
                <a:latin typeface="Times New Roman"/>
                <a:cs typeface="Times New Roman"/>
              </a:rPr>
              <a:t>must</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encrypted</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dirty="0">
                <a:latin typeface="Times New Roman"/>
                <a:cs typeface="Times New Roman"/>
              </a:rPr>
              <a:t>rest</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spc="-10" dirty="0">
                <a:latin typeface="Times New Roman"/>
                <a:cs typeface="Times New Roman"/>
              </a:rPr>
              <a:t>transit.</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19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1130617" y="434340"/>
            <a:ext cx="5741035" cy="6400165"/>
          </a:xfrm>
          <a:prstGeom prst="rect">
            <a:avLst/>
          </a:prstGeom>
        </p:spPr>
        <p:txBody>
          <a:bodyPr vert="horz" wrap="square" lIns="0" tIns="12700" rIns="0" bIns="0" rtlCol="0">
            <a:spAutoFit/>
          </a:bodyPr>
          <a:lstStyle/>
          <a:p>
            <a:pPr marL="34251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528320" indent="-229235">
              <a:lnSpc>
                <a:spcPct val="100000"/>
              </a:lnSpc>
              <a:buSzPct val="83333"/>
              <a:buFont typeface="Symbol"/>
              <a:buChar char=""/>
              <a:tabLst>
                <a:tab pos="528320" algn="l"/>
              </a:tabLst>
            </a:pPr>
            <a:r>
              <a:rPr sz="1200" spc="-35" dirty="0">
                <a:latin typeface="Times New Roman"/>
                <a:cs typeface="Times New Roman"/>
              </a:rPr>
              <a:t>Two-</a:t>
            </a:r>
            <a:r>
              <a:rPr sz="1200" dirty="0">
                <a:latin typeface="Times New Roman"/>
                <a:cs typeface="Times New Roman"/>
              </a:rPr>
              <a:t>factor</a:t>
            </a:r>
            <a:r>
              <a:rPr sz="1200" spc="-30" dirty="0">
                <a:latin typeface="Times New Roman"/>
                <a:cs typeface="Times New Roman"/>
              </a:rPr>
              <a:t> </a:t>
            </a:r>
            <a:r>
              <a:rPr sz="1200" dirty="0">
                <a:latin typeface="Times New Roman"/>
                <a:cs typeface="Times New Roman"/>
              </a:rPr>
              <a:t>authentication</a:t>
            </a:r>
            <a:r>
              <a:rPr sz="1200" spc="-25" dirty="0">
                <a:latin typeface="Times New Roman"/>
                <a:cs typeface="Times New Roman"/>
              </a:rPr>
              <a:t> </a:t>
            </a:r>
            <a:r>
              <a:rPr sz="1200" spc="-20" dirty="0">
                <a:latin typeface="Times New Roman"/>
                <a:cs typeface="Times New Roman"/>
              </a:rPr>
              <a:t>(2FA)</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admin</a:t>
            </a:r>
            <a:r>
              <a:rPr sz="1200" spc="-30" dirty="0">
                <a:latin typeface="Times New Roman"/>
                <a:cs typeface="Times New Roman"/>
              </a:rPr>
              <a:t> </a:t>
            </a:r>
            <a:r>
              <a:rPr sz="1200" spc="-10" dirty="0">
                <a:latin typeface="Times New Roman"/>
                <a:cs typeface="Times New Roman"/>
              </a:rPr>
              <a:t>access.</a:t>
            </a:r>
            <a:endParaRPr sz="1200">
              <a:latin typeface="Times New Roman"/>
              <a:cs typeface="Times New Roman"/>
            </a:endParaRPr>
          </a:p>
          <a:p>
            <a:pPr marL="528320" indent="-229235">
              <a:lnSpc>
                <a:spcPct val="100000"/>
              </a:lnSpc>
              <a:spcBef>
                <a:spcPts val="960"/>
              </a:spcBef>
              <a:buSzPct val="83333"/>
              <a:buFont typeface="Symbol"/>
              <a:buChar char=""/>
              <a:tabLst>
                <a:tab pos="528320" algn="l"/>
              </a:tabLst>
            </a:pPr>
            <a:r>
              <a:rPr sz="1200" dirty="0">
                <a:latin typeface="Times New Roman"/>
                <a:cs typeface="Times New Roman"/>
              </a:rPr>
              <a:t>Audit</a:t>
            </a:r>
            <a:r>
              <a:rPr sz="1200" spc="-25" dirty="0">
                <a:latin typeface="Times New Roman"/>
                <a:cs typeface="Times New Roman"/>
              </a:rPr>
              <a:t> </a:t>
            </a:r>
            <a:r>
              <a:rPr sz="1200" dirty="0">
                <a:latin typeface="Times New Roman"/>
                <a:cs typeface="Times New Roman"/>
              </a:rPr>
              <a:t>logs</a:t>
            </a:r>
            <a:r>
              <a:rPr sz="1200" spc="-40" dirty="0">
                <a:latin typeface="Times New Roman"/>
                <a:cs typeface="Times New Roman"/>
              </a:rPr>
              <a:t> </a:t>
            </a:r>
            <a:r>
              <a:rPr sz="1200" dirty="0">
                <a:latin typeface="Times New Roman"/>
                <a:cs typeface="Times New Roman"/>
              </a:rPr>
              <a:t>maintained</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performed</a:t>
            </a:r>
            <a:r>
              <a:rPr sz="1200" spc="-3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spc="-10" dirty="0">
                <a:latin typeface="Times New Roman"/>
                <a:cs typeface="Times New Roman"/>
              </a:rPr>
              <a:t>tickets.</a:t>
            </a:r>
            <a:endParaRPr sz="1200">
              <a:latin typeface="Times New Roman"/>
              <a:cs typeface="Times New Roman"/>
            </a:endParaRPr>
          </a:p>
          <a:p>
            <a:pPr marL="240665" indent="-227965">
              <a:lnSpc>
                <a:spcPct val="100000"/>
              </a:lnSpc>
              <a:spcBef>
                <a:spcPts val="960"/>
              </a:spcBef>
              <a:buAutoNum type="arabicPeriod" startAt="3"/>
              <a:tabLst>
                <a:tab pos="240665" algn="l"/>
              </a:tabLst>
            </a:pPr>
            <a:r>
              <a:rPr sz="1200" b="1" spc="-10" dirty="0">
                <a:latin typeface="Times New Roman"/>
                <a:cs typeface="Times New Roman"/>
              </a:rPr>
              <a:t>Usability</a:t>
            </a:r>
            <a:endParaRPr sz="1200">
              <a:latin typeface="Times New Roman"/>
              <a:cs typeface="Times New Roman"/>
            </a:endParaRPr>
          </a:p>
          <a:p>
            <a:pPr marL="528320" lvl="1" indent="-229235">
              <a:lnSpc>
                <a:spcPct val="100000"/>
              </a:lnSpc>
              <a:spcBef>
                <a:spcPts val="840"/>
              </a:spcBef>
              <a:buSzPct val="83333"/>
              <a:buFont typeface="Symbol"/>
              <a:buChar char=""/>
              <a:tabLst>
                <a:tab pos="528320" algn="l"/>
              </a:tabLst>
            </a:pPr>
            <a:r>
              <a:rPr sz="1200" b="1" dirty="0">
                <a:latin typeface="Times New Roman"/>
                <a:cs typeface="Times New Roman"/>
              </a:rPr>
              <a:t>Fully</a:t>
            </a:r>
            <a:r>
              <a:rPr sz="1200" b="1" spc="-30" dirty="0">
                <a:latin typeface="Times New Roman"/>
                <a:cs typeface="Times New Roman"/>
              </a:rPr>
              <a:t> </a:t>
            </a:r>
            <a:r>
              <a:rPr sz="1200" b="1" dirty="0">
                <a:latin typeface="Times New Roman"/>
                <a:cs typeface="Times New Roman"/>
              </a:rPr>
              <a:t>responsive</a:t>
            </a:r>
            <a:r>
              <a:rPr sz="1200" b="1" spc="-25" dirty="0">
                <a:latin typeface="Times New Roman"/>
                <a:cs typeface="Times New Roman"/>
              </a:rPr>
              <a:t> </a:t>
            </a:r>
            <a:r>
              <a:rPr sz="1200" b="1" dirty="0">
                <a:latin typeface="Times New Roman"/>
                <a:cs typeface="Times New Roman"/>
              </a:rPr>
              <a:t>UI</a:t>
            </a:r>
            <a:r>
              <a:rPr sz="1200" b="1" spc="-3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desktop</a:t>
            </a:r>
            <a:r>
              <a:rPr sz="1200" spc="-30" dirty="0">
                <a:latin typeface="Times New Roman"/>
                <a:cs typeface="Times New Roman"/>
              </a:rPr>
              <a:t> </a:t>
            </a:r>
            <a:r>
              <a:rPr sz="1200" dirty="0">
                <a:latin typeface="Times New Roman"/>
                <a:cs typeface="Times New Roman"/>
              </a:rPr>
              <a:t>&amp;</a:t>
            </a:r>
            <a:r>
              <a:rPr sz="1200" spc="-25" dirty="0">
                <a:latin typeface="Times New Roman"/>
                <a:cs typeface="Times New Roman"/>
              </a:rPr>
              <a:t> </a:t>
            </a:r>
            <a:r>
              <a:rPr sz="1200" dirty="0">
                <a:latin typeface="Times New Roman"/>
                <a:cs typeface="Times New Roman"/>
              </a:rPr>
              <a:t>mobile</a:t>
            </a:r>
            <a:r>
              <a:rPr sz="1200" spc="-25" dirty="0">
                <a:latin typeface="Times New Roman"/>
                <a:cs typeface="Times New Roman"/>
              </a:rPr>
              <a:t> </a:t>
            </a:r>
            <a:r>
              <a:rPr sz="1200" spc="-10" dirty="0">
                <a:latin typeface="Times New Roman"/>
                <a:cs typeface="Times New Roman"/>
              </a:rPr>
              <a:t>users.</a:t>
            </a:r>
            <a:endParaRPr sz="1200">
              <a:latin typeface="Times New Roman"/>
              <a:cs typeface="Times New Roman"/>
            </a:endParaRPr>
          </a:p>
          <a:p>
            <a:pPr marL="528320" lvl="1" indent="-229235">
              <a:lnSpc>
                <a:spcPct val="100000"/>
              </a:lnSpc>
              <a:spcBef>
                <a:spcPts val="965"/>
              </a:spcBef>
              <a:buSzPct val="83333"/>
              <a:buFont typeface="Symbol"/>
              <a:buChar char=""/>
              <a:tabLst>
                <a:tab pos="528320" algn="l"/>
              </a:tabLst>
            </a:pPr>
            <a:r>
              <a:rPr sz="1200" b="1" dirty="0">
                <a:latin typeface="Times New Roman"/>
                <a:cs typeface="Times New Roman"/>
              </a:rPr>
              <a:t>No</a:t>
            </a:r>
            <a:r>
              <a:rPr sz="1200" b="1" spc="-35" dirty="0">
                <a:latin typeface="Times New Roman"/>
                <a:cs typeface="Times New Roman"/>
              </a:rPr>
              <a:t> </a:t>
            </a:r>
            <a:r>
              <a:rPr sz="1200" b="1" dirty="0">
                <a:latin typeface="Times New Roman"/>
                <a:cs typeface="Times New Roman"/>
              </a:rPr>
              <a:t>scrolling</a:t>
            </a:r>
            <a:r>
              <a:rPr sz="1200" b="1" spc="-35" dirty="0">
                <a:latin typeface="Times New Roman"/>
                <a:cs typeface="Times New Roman"/>
              </a:rPr>
              <a:t> </a:t>
            </a:r>
            <a:r>
              <a:rPr sz="1200" b="1" dirty="0">
                <a:latin typeface="Times New Roman"/>
                <a:cs typeface="Times New Roman"/>
              </a:rPr>
              <a:t>UI</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compact</a:t>
            </a:r>
            <a:r>
              <a:rPr sz="1200" spc="-30" dirty="0">
                <a:latin typeface="Times New Roman"/>
                <a:cs typeface="Times New Roman"/>
              </a:rPr>
              <a:t> </a:t>
            </a:r>
            <a:r>
              <a:rPr sz="1200" dirty="0">
                <a:latin typeface="Times New Roman"/>
                <a:cs typeface="Times New Roman"/>
              </a:rPr>
              <a:t>design</a:t>
            </a:r>
            <a:r>
              <a:rPr sz="1200" spc="-35"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light</a:t>
            </a:r>
            <a:r>
              <a:rPr sz="1200" spc="-30" dirty="0">
                <a:latin typeface="Times New Roman"/>
                <a:cs typeface="Times New Roman"/>
              </a:rPr>
              <a:t> </a:t>
            </a:r>
            <a:r>
              <a:rPr sz="1200" dirty="0">
                <a:latin typeface="Times New Roman"/>
                <a:cs typeface="Times New Roman"/>
              </a:rPr>
              <a:t>background</a:t>
            </a:r>
            <a:r>
              <a:rPr sz="1200" spc="-30"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better</a:t>
            </a:r>
            <a:r>
              <a:rPr sz="1200" spc="-35" dirty="0">
                <a:latin typeface="Times New Roman"/>
                <a:cs typeface="Times New Roman"/>
              </a:rPr>
              <a:t> </a:t>
            </a:r>
            <a:r>
              <a:rPr sz="1200" spc="-10" dirty="0">
                <a:latin typeface="Times New Roman"/>
                <a:cs typeface="Times New Roman"/>
              </a:rPr>
              <a:t>readability.</a:t>
            </a:r>
            <a:endParaRPr sz="1200">
              <a:latin typeface="Times New Roman"/>
              <a:cs typeface="Times New Roman"/>
            </a:endParaRPr>
          </a:p>
          <a:p>
            <a:pPr marL="528320" lvl="1" indent="-229235">
              <a:lnSpc>
                <a:spcPct val="100000"/>
              </a:lnSpc>
              <a:spcBef>
                <a:spcPts val="960"/>
              </a:spcBef>
              <a:buSzPct val="83333"/>
              <a:buFont typeface="Symbol"/>
              <a:buChar char=""/>
              <a:tabLst>
                <a:tab pos="528320" algn="l"/>
              </a:tabLst>
            </a:pPr>
            <a:r>
              <a:rPr sz="1200" dirty="0">
                <a:latin typeface="Times New Roman"/>
                <a:cs typeface="Times New Roman"/>
              </a:rPr>
              <a:t>Intuitive</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b="1" spc="-25" dirty="0">
                <a:latin typeface="Times New Roman"/>
                <a:cs typeface="Times New Roman"/>
              </a:rPr>
              <a:t>user-</a:t>
            </a:r>
            <a:r>
              <a:rPr sz="1200" b="1" dirty="0">
                <a:latin typeface="Times New Roman"/>
                <a:cs typeface="Times New Roman"/>
              </a:rPr>
              <a:t>friendly</a:t>
            </a:r>
            <a:r>
              <a:rPr sz="1200" b="1" spc="-25" dirty="0">
                <a:latin typeface="Times New Roman"/>
                <a:cs typeface="Times New Roman"/>
              </a:rPr>
              <a:t> </a:t>
            </a:r>
            <a:r>
              <a:rPr sz="1200" b="1" dirty="0">
                <a:latin typeface="Times New Roman"/>
                <a:cs typeface="Times New Roman"/>
              </a:rPr>
              <a:t>ticket</a:t>
            </a:r>
            <a:r>
              <a:rPr sz="1200" b="1" spc="-25" dirty="0">
                <a:latin typeface="Times New Roman"/>
                <a:cs typeface="Times New Roman"/>
              </a:rPr>
              <a:t> </a:t>
            </a:r>
            <a:r>
              <a:rPr sz="1200" b="1" dirty="0">
                <a:latin typeface="Times New Roman"/>
                <a:cs typeface="Times New Roman"/>
              </a:rPr>
              <a:t>management</a:t>
            </a:r>
            <a:r>
              <a:rPr sz="1200" b="1" spc="-25" dirty="0">
                <a:latin typeface="Times New Roman"/>
                <a:cs typeface="Times New Roman"/>
              </a:rPr>
              <a:t> </a:t>
            </a:r>
            <a:r>
              <a:rPr sz="1200" b="1" spc="-10" dirty="0">
                <a:latin typeface="Times New Roman"/>
                <a:cs typeface="Times New Roman"/>
              </a:rPr>
              <a:t>interface</a:t>
            </a:r>
            <a:r>
              <a:rPr sz="1200" spc="-10" dirty="0">
                <a:latin typeface="Times New Roman"/>
                <a:cs typeface="Times New Roman"/>
              </a:rPr>
              <a:t>.</a:t>
            </a:r>
            <a:endParaRPr sz="1200">
              <a:latin typeface="Times New Roman"/>
              <a:cs typeface="Times New Roman"/>
            </a:endParaRPr>
          </a:p>
          <a:p>
            <a:pPr marL="528320" lvl="1" indent="-229235">
              <a:lnSpc>
                <a:spcPct val="100000"/>
              </a:lnSpc>
              <a:spcBef>
                <a:spcPts val="960"/>
              </a:spcBef>
              <a:buSzPct val="83333"/>
              <a:buFont typeface="Symbol"/>
              <a:buChar char=""/>
              <a:tabLst>
                <a:tab pos="528320" algn="l"/>
              </a:tabLst>
            </a:pPr>
            <a:r>
              <a:rPr sz="1200" dirty="0">
                <a:latin typeface="Times New Roman"/>
                <a:cs typeface="Times New Roman"/>
              </a:rPr>
              <a:t>Quick</a:t>
            </a:r>
            <a:r>
              <a:rPr sz="1200" spc="-25" dirty="0">
                <a:latin typeface="Times New Roman"/>
                <a:cs typeface="Times New Roman"/>
              </a:rPr>
              <a:t> </a:t>
            </a:r>
            <a:r>
              <a:rPr sz="1200" dirty="0">
                <a:latin typeface="Times New Roman"/>
                <a:cs typeface="Times New Roman"/>
              </a:rPr>
              <a:t>search</a:t>
            </a:r>
            <a:r>
              <a:rPr sz="1200" spc="-5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filtering</a:t>
            </a:r>
            <a:r>
              <a:rPr sz="1200" spc="-25" dirty="0">
                <a:latin typeface="Times New Roman"/>
                <a:cs typeface="Times New Roman"/>
              </a:rPr>
              <a:t> </a:t>
            </a:r>
            <a:r>
              <a:rPr sz="1200" dirty="0">
                <a:latin typeface="Times New Roman"/>
                <a:cs typeface="Times New Roman"/>
              </a:rPr>
              <a:t>options</a:t>
            </a:r>
            <a:r>
              <a:rPr sz="1200" spc="-3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efficient</a:t>
            </a:r>
            <a:r>
              <a:rPr sz="1200" spc="-20" dirty="0">
                <a:latin typeface="Times New Roman"/>
                <a:cs typeface="Times New Roman"/>
              </a:rPr>
              <a:t> </a:t>
            </a:r>
            <a:r>
              <a:rPr sz="1200" spc="-10" dirty="0">
                <a:latin typeface="Times New Roman"/>
                <a:cs typeface="Times New Roman"/>
              </a:rPr>
              <a:t>navigation.</a:t>
            </a:r>
            <a:endParaRPr sz="1200">
              <a:latin typeface="Times New Roman"/>
              <a:cs typeface="Times New Roman"/>
            </a:endParaRPr>
          </a:p>
          <a:p>
            <a:pPr marL="240665" indent="-227965">
              <a:lnSpc>
                <a:spcPct val="100000"/>
              </a:lnSpc>
              <a:spcBef>
                <a:spcPts val="960"/>
              </a:spcBef>
              <a:buAutoNum type="arabicPeriod" startAt="3"/>
              <a:tabLst>
                <a:tab pos="240665" algn="l"/>
              </a:tabLst>
            </a:pPr>
            <a:r>
              <a:rPr sz="1200" b="1" spc="-10" dirty="0">
                <a:latin typeface="Times New Roman"/>
                <a:cs typeface="Times New Roman"/>
              </a:rPr>
              <a:t>Availability</a:t>
            </a:r>
            <a:endParaRPr sz="1200">
              <a:latin typeface="Times New Roman"/>
              <a:cs typeface="Times New Roman"/>
            </a:endParaRPr>
          </a:p>
          <a:p>
            <a:pPr marL="528320" lvl="1" indent="-229235">
              <a:lnSpc>
                <a:spcPct val="100000"/>
              </a:lnSpc>
              <a:spcBef>
                <a:spcPts val="840"/>
              </a:spcBef>
              <a:buSzPct val="83333"/>
              <a:buFont typeface="Symbol"/>
              <a:buChar char=""/>
              <a:tabLst>
                <a:tab pos="528320" algn="l"/>
              </a:tabLst>
            </a:pPr>
            <a:r>
              <a:rPr sz="1200" b="1" dirty="0">
                <a:latin typeface="Times New Roman"/>
                <a:cs typeface="Times New Roman"/>
              </a:rPr>
              <a:t>99.9%</a:t>
            </a:r>
            <a:r>
              <a:rPr sz="1200" b="1" spc="-30" dirty="0">
                <a:latin typeface="Times New Roman"/>
                <a:cs typeface="Times New Roman"/>
              </a:rPr>
              <a:t> </a:t>
            </a:r>
            <a:r>
              <a:rPr sz="1200" b="1" dirty="0">
                <a:latin typeface="Times New Roman"/>
                <a:cs typeface="Times New Roman"/>
              </a:rPr>
              <a:t>uptime</a:t>
            </a:r>
            <a:r>
              <a:rPr sz="1200" b="1" spc="-10" dirty="0">
                <a:latin typeface="Times New Roman"/>
                <a:cs typeface="Times New Roman"/>
              </a:rPr>
              <a:t> </a:t>
            </a:r>
            <a:r>
              <a:rPr sz="1200" b="1" dirty="0">
                <a:latin typeface="Times New Roman"/>
                <a:cs typeface="Times New Roman"/>
              </a:rPr>
              <a:t>guarantee</a:t>
            </a:r>
            <a:r>
              <a:rPr sz="1200" b="1" spc="-5" dirty="0">
                <a:latin typeface="Times New Roman"/>
                <a:cs typeface="Times New Roman"/>
              </a:rPr>
              <a:t> </a:t>
            </a:r>
            <a:r>
              <a:rPr sz="1200" dirty="0">
                <a:latin typeface="Times New Roman"/>
                <a:cs typeface="Times New Roman"/>
              </a:rPr>
              <a:t>with</a:t>
            </a:r>
            <a:r>
              <a:rPr sz="1200" spc="-15" dirty="0">
                <a:latin typeface="Times New Roman"/>
                <a:cs typeface="Times New Roman"/>
              </a:rPr>
              <a:t> </a:t>
            </a:r>
            <a:r>
              <a:rPr sz="1200" spc="-10" dirty="0">
                <a:latin typeface="Times New Roman"/>
                <a:cs typeface="Times New Roman"/>
              </a:rPr>
              <a:t>automatic</a:t>
            </a:r>
            <a:r>
              <a:rPr sz="1200" spc="-35" dirty="0">
                <a:latin typeface="Times New Roman"/>
                <a:cs typeface="Times New Roman"/>
              </a:rPr>
              <a:t> </a:t>
            </a:r>
            <a:r>
              <a:rPr sz="1200" dirty="0">
                <a:latin typeface="Times New Roman"/>
                <a:cs typeface="Times New Roman"/>
              </a:rPr>
              <a:t>failover</a:t>
            </a:r>
            <a:r>
              <a:rPr sz="1200" spc="-30" dirty="0">
                <a:latin typeface="Times New Roman"/>
                <a:cs typeface="Times New Roman"/>
              </a:rPr>
              <a:t> </a:t>
            </a:r>
            <a:r>
              <a:rPr sz="1200" spc="-10" dirty="0">
                <a:latin typeface="Times New Roman"/>
                <a:cs typeface="Times New Roman"/>
              </a:rPr>
              <a:t>mechanisms.</a:t>
            </a:r>
            <a:endParaRPr sz="1200">
              <a:latin typeface="Times New Roman"/>
              <a:cs typeface="Times New Roman"/>
            </a:endParaRPr>
          </a:p>
          <a:p>
            <a:pPr marL="528320" lvl="1" indent="-229235">
              <a:lnSpc>
                <a:spcPct val="100000"/>
              </a:lnSpc>
              <a:spcBef>
                <a:spcPts val="960"/>
              </a:spcBef>
              <a:buSzPct val="83333"/>
              <a:buFont typeface="Symbol"/>
              <a:buChar char=""/>
              <a:tabLst>
                <a:tab pos="528320" algn="l"/>
              </a:tabLst>
            </a:pP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should</a:t>
            </a:r>
            <a:r>
              <a:rPr sz="1200" spc="-40" dirty="0">
                <a:latin typeface="Times New Roman"/>
                <a:cs typeface="Times New Roman"/>
              </a:rPr>
              <a:t> </a:t>
            </a:r>
            <a:r>
              <a:rPr sz="1200" dirty="0">
                <a:latin typeface="Times New Roman"/>
                <a:cs typeface="Times New Roman"/>
              </a:rPr>
              <a:t>auto-recover</a:t>
            </a:r>
            <a:r>
              <a:rPr sz="1200" spc="-35" dirty="0">
                <a:latin typeface="Times New Roman"/>
                <a:cs typeface="Times New Roman"/>
              </a:rPr>
              <a:t> </a:t>
            </a:r>
            <a:r>
              <a:rPr sz="1200" dirty="0">
                <a:latin typeface="Times New Roman"/>
                <a:cs typeface="Times New Roman"/>
              </a:rPr>
              <a:t>from</a:t>
            </a:r>
            <a:r>
              <a:rPr sz="1200" spc="-35" dirty="0">
                <a:latin typeface="Times New Roman"/>
                <a:cs typeface="Times New Roman"/>
              </a:rPr>
              <a:t> </a:t>
            </a:r>
            <a:r>
              <a:rPr sz="1200" dirty="0">
                <a:latin typeface="Times New Roman"/>
                <a:cs typeface="Times New Roman"/>
              </a:rPr>
              <a:t>minor</a:t>
            </a:r>
            <a:r>
              <a:rPr sz="1200" spc="-35" dirty="0">
                <a:latin typeface="Times New Roman"/>
                <a:cs typeface="Times New Roman"/>
              </a:rPr>
              <a:t> </a:t>
            </a:r>
            <a:r>
              <a:rPr sz="1200" dirty="0">
                <a:latin typeface="Times New Roman"/>
                <a:cs typeface="Times New Roman"/>
              </a:rPr>
              <a:t>failures</a:t>
            </a:r>
            <a:r>
              <a:rPr sz="1200" spc="-50"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minimal</a:t>
            </a:r>
            <a:r>
              <a:rPr sz="1200" spc="-35" dirty="0">
                <a:latin typeface="Times New Roman"/>
                <a:cs typeface="Times New Roman"/>
              </a:rPr>
              <a:t> </a:t>
            </a:r>
            <a:r>
              <a:rPr sz="1200" spc="-10" dirty="0">
                <a:latin typeface="Times New Roman"/>
                <a:cs typeface="Times New Roman"/>
              </a:rPr>
              <a:t>downtime.</a:t>
            </a:r>
            <a:endParaRPr sz="1200">
              <a:latin typeface="Times New Roman"/>
              <a:cs typeface="Times New Roman"/>
            </a:endParaRPr>
          </a:p>
          <a:p>
            <a:pPr marL="528320" lvl="1" indent="-229235">
              <a:lnSpc>
                <a:spcPct val="100000"/>
              </a:lnSpc>
              <a:spcBef>
                <a:spcPts val="960"/>
              </a:spcBef>
              <a:buSzPct val="83333"/>
              <a:buFont typeface="Symbol"/>
              <a:buChar char=""/>
              <a:tabLst>
                <a:tab pos="528320" algn="l"/>
              </a:tabLst>
            </a:pPr>
            <a:r>
              <a:rPr sz="1200" spc="-10" dirty="0">
                <a:latin typeface="Times New Roman"/>
                <a:cs typeface="Times New Roman"/>
              </a:rPr>
              <a:t>Cloud-</a:t>
            </a:r>
            <a:r>
              <a:rPr sz="1200" dirty="0">
                <a:latin typeface="Times New Roman"/>
                <a:cs typeface="Times New Roman"/>
              </a:rPr>
              <a:t>based</a:t>
            </a:r>
            <a:r>
              <a:rPr sz="1200" spc="15" dirty="0">
                <a:latin typeface="Times New Roman"/>
                <a:cs typeface="Times New Roman"/>
              </a:rPr>
              <a:t> </a:t>
            </a:r>
            <a:r>
              <a:rPr sz="1200" spc="-10" dirty="0">
                <a:latin typeface="Times New Roman"/>
                <a:cs typeface="Times New Roman"/>
              </a:rPr>
              <a:t>architecture</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scalability.</a:t>
            </a:r>
            <a:endParaRPr sz="1200">
              <a:latin typeface="Times New Roman"/>
              <a:cs typeface="Times New Roman"/>
            </a:endParaRPr>
          </a:p>
          <a:p>
            <a:pPr marL="240665" indent="-227965">
              <a:lnSpc>
                <a:spcPct val="100000"/>
              </a:lnSpc>
              <a:spcBef>
                <a:spcPts val="960"/>
              </a:spcBef>
              <a:buAutoNum type="arabicPeriod" startAt="3"/>
              <a:tabLst>
                <a:tab pos="240665" algn="l"/>
              </a:tabLst>
            </a:pPr>
            <a:r>
              <a:rPr sz="1200" b="1" spc="-10" dirty="0">
                <a:latin typeface="Times New Roman"/>
                <a:cs typeface="Times New Roman"/>
              </a:rPr>
              <a:t>Maintainability</a:t>
            </a:r>
            <a:endParaRPr sz="1200">
              <a:latin typeface="Times New Roman"/>
              <a:cs typeface="Times New Roman"/>
            </a:endParaRPr>
          </a:p>
          <a:p>
            <a:pPr marL="528320" lvl="1" indent="-229235">
              <a:lnSpc>
                <a:spcPct val="100000"/>
              </a:lnSpc>
              <a:spcBef>
                <a:spcPts val="865"/>
              </a:spcBef>
              <a:buSzPct val="83333"/>
              <a:buFont typeface="Symbol"/>
              <a:buChar char=""/>
              <a:tabLst>
                <a:tab pos="528320" algn="l"/>
              </a:tabLst>
            </a:pPr>
            <a:r>
              <a:rPr sz="1200" b="1" dirty="0">
                <a:latin typeface="Times New Roman"/>
                <a:cs typeface="Times New Roman"/>
              </a:rPr>
              <a:t>Modular</a:t>
            </a:r>
            <a:r>
              <a:rPr sz="1200" b="1" spc="-45" dirty="0">
                <a:latin typeface="Times New Roman"/>
                <a:cs typeface="Times New Roman"/>
              </a:rPr>
              <a:t> </a:t>
            </a:r>
            <a:r>
              <a:rPr sz="1200" b="1" spc="-10" dirty="0">
                <a:latin typeface="Times New Roman"/>
                <a:cs typeface="Times New Roman"/>
              </a:rPr>
              <a:t>architecture </a:t>
            </a:r>
            <a:r>
              <a:rPr sz="1200" dirty="0">
                <a:latin typeface="Times New Roman"/>
                <a:cs typeface="Times New Roman"/>
              </a:rPr>
              <a:t>(React</a:t>
            </a:r>
            <a:r>
              <a:rPr sz="1200" spc="-20" dirty="0">
                <a:latin typeface="Times New Roman"/>
                <a:cs typeface="Times New Roman"/>
              </a:rPr>
              <a:t> </a:t>
            </a:r>
            <a:r>
              <a:rPr sz="1200" dirty="0">
                <a:latin typeface="Times New Roman"/>
                <a:cs typeface="Times New Roman"/>
              </a:rPr>
              <a:t>frontend,</a:t>
            </a:r>
            <a:r>
              <a:rPr sz="1200" spc="-25" dirty="0">
                <a:latin typeface="Times New Roman"/>
                <a:cs typeface="Times New Roman"/>
              </a:rPr>
              <a:t> </a:t>
            </a:r>
            <a:r>
              <a:rPr sz="1200" dirty="0">
                <a:latin typeface="Times New Roman"/>
                <a:cs typeface="Times New Roman"/>
              </a:rPr>
              <a:t>PHP</a:t>
            </a:r>
            <a:r>
              <a:rPr sz="1200" spc="-70" dirty="0">
                <a:latin typeface="Times New Roman"/>
                <a:cs typeface="Times New Roman"/>
              </a:rPr>
              <a:t> </a:t>
            </a:r>
            <a:r>
              <a:rPr sz="1200" dirty="0">
                <a:latin typeface="Times New Roman"/>
                <a:cs typeface="Times New Roman"/>
              </a:rPr>
              <a:t>backend,</a:t>
            </a:r>
            <a:r>
              <a:rPr sz="1200" spc="-75" dirty="0">
                <a:latin typeface="Times New Roman"/>
                <a:cs typeface="Times New Roman"/>
              </a:rPr>
              <a:t> </a:t>
            </a:r>
            <a:r>
              <a:rPr sz="1200" spc="-10" dirty="0">
                <a:latin typeface="Times New Roman"/>
                <a:cs typeface="Times New Roman"/>
              </a:rPr>
              <a:t>API-</a:t>
            </a:r>
            <a:r>
              <a:rPr sz="1200" dirty="0">
                <a:latin typeface="Times New Roman"/>
                <a:cs typeface="Times New Roman"/>
              </a:rPr>
              <a:t>based)</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easier</a:t>
            </a:r>
            <a:r>
              <a:rPr sz="1200" spc="-2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a:p>
            <a:pPr marL="528320" lvl="1" indent="-229235">
              <a:lnSpc>
                <a:spcPct val="100000"/>
              </a:lnSpc>
              <a:spcBef>
                <a:spcPts val="960"/>
              </a:spcBef>
              <a:buSzPct val="83333"/>
              <a:buFont typeface="Symbol"/>
              <a:buChar char=""/>
              <a:tabLst>
                <a:tab pos="528320" algn="l"/>
              </a:tabLst>
            </a:pPr>
            <a:r>
              <a:rPr sz="1200" dirty="0">
                <a:latin typeface="Times New Roman"/>
                <a:cs typeface="Times New Roman"/>
              </a:rPr>
              <a:t>Logs</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analytics</a:t>
            </a:r>
            <a:r>
              <a:rPr sz="1200" spc="-2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system</a:t>
            </a:r>
            <a:r>
              <a:rPr sz="1200" spc="-15" dirty="0">
                <a:latin typeface="Times New Roman"/>
                <a:cs typeface="Times New Roman"/>
              </a:rPr>
              <a:t> </a:t>
            </a:r>
            <a:r>
              <a:rPr sz="1200" spc="-10" dirty="0">
                <a:latin typeface="Times New Roman"/>
                <a:cs typeface="Times New Roman"/>
              </a:rPr>
              <a:t>performance monitoring.</a:t>
            </a:r>
            <a:endParaRPr sz="1200">
              <a:latin typeface="Times New Roman"/>
              <a:cs typeface="Times New Roman"/>
            </a:endParaRPr>
          </a:p>
          <a:p>
            <a:pPr marL="528320" lvl="1" indent="-229235">
              <a:lnSpc>
                <a:spcPct val="100000"/>
              </a:lnSpc>
              <a:spcBef>
                <a:spcPts val="940"/>
              </a:spcBef>
              <a:buSzPct val="83333"/>
              <a:buFont typeface="Symbol"/>
              <a:buChar char=""/>
              <a:tabLst>
                <a:tab pos="528320" algn="l"/>
              </a:tabLst>
            </a:pPr>
            <a:r>
              <a:rPr sz="1200" b="1" dirty="0">
                <a:latin typeface="Times New Roman"/>
                <a:cs typeface="Times New Roman"/>
              </a:rPr>
              <a:t>Regular</a:t>
            </a:r>
            <a:r>
              <a:rPr sz="1200" b="1" spc="-45" dirty="0">
                <a:latin typeface="Times New Roman"/>
                <a:cs typeface="Times New Roman"/>
              </a:rPr>
              <a:t> </a:t>
            </a:r>
            <a:r>
              <a:rPr sz="1200" b="1" dirty="0">
                <a:latin typeface="Times New Roman"/>
                <a:cs typeface="Times New Roman"/>
              </a:rPr>
              <a:t>updates</a:t>
            </a:r>
            <a:r>
              <a:rPr sz="1200" b="1" spc="-40" dirty="0">
                <a:latin typeface="Times New Roman"/>
                <a:cs typeface="Times New Roman"/>
              </a:rPr>
              <a:t> </a:t>
            </a:r>
            <a:r>
              <a:rPr sz="1200" b="1" dirty="0">
                <a:latin typeface="Times New Roman"/>
                <a:cs typeface="Times New Roman"/>
              </a:rPr>
              <a:t>and</a:t>
            </a:r>
            <a:r>
              <a:rPr sz="1200" b="1" spc="-20" dirty="0">
                <a:latin typeface="Times New Roman"/>
                <a:cs typeface="Times New Roman"/>
              </a:rPr>
              <a:t> </a:t>
            </a:r>
            <a:r>
              <a:rPr sz="1200" b="1" dirty="0">
                <a:latin typeface="Times New Roman"/>
                <a:cs typeface="Times New Roman"/>
              </a:rPr>
              <a:t>security</a:t>
            </a:r>
            <a:r>
              <a:rPr sz="1200" b="1" spc="-30" dirty="0">
                <a:latin typeface="Times New Roman"/>
                <a:cs typeface="Times New Roman"/>
              </a:rPr>
              <a:t> </a:t>
            </a:r>
            <a:r>
              <a:rPr sz="1200" b="1" dirty="0">
                <a:latin typeface="Times New Roman"/>
                <a:cs typeface="Times New Roman"/>
              </a:rPr>
              <a:t>patches</a:t>
            </a:r>
            <a:r>
              <a:rPr sz="1200" b="1" spc="-2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spc="-10" dirty="0">
                <a:latin typeface="Times New Roman"/>
                <a:cs typeface="Times New Roman"/>
              </a:rPr>
              <a:t>stability.</a:t>
            </a:r>
            <a:endParaRPr sz="1200">
              <a:latin typeface="Times New Roman"/>
              <a:cs typeface="Times New Roman"/>
            </a:endParaRPr>
          </a:p>
          <a:p>
            <a:pPr marL="528320" lvl="1" indent="-229235">
              <a:lnSpc>
                <a:spcPct val="100000"/>
              </a:lnSpc>
              <a:spcBef>
                <a:spcPts val="960"/>
              </a:spcBef>
              <a:buSzPct val="83333"/>
              <a:buFont typeface="Symbol"/>
              <a:buChar char=""/>
              <a:tabLst>
                <a:tab pos="528320" algn="l"/>
              </a:tabLst>
            </a:pPr>
            <a:r>
              <a:rPr sz="1200" dirty="0">
                <a:latin typeface="Times New Roman"/>
                <a:cs typeface="Times New Roman"/>
              </a:rPr>
              <a:t>Easy</a:t>
            </a:r>
            <a:r>
              <a:rPr sz="1200" spc="-40" dirty="0">
                <a:latin typeface="Times New Roman"/>
                <a:cs typeface="Times New Roman"/>
              </a:rPr>
              <a:t> </a:t>
            </a:r>
            <a:r>
              <a:rPr sz="1200" dirty="0">
                <a:latin typeface="Times New Roman"/>
                <a:cs typeface="Times New Roman"/>
              </a:rPr>
              <a:t>integration</a:t>
            </a:r>
            <a:r>
              <a:rPr sz="1200" spc="-15" dirty="0">
                <a:latin typeface="Times New Roman"/>
                <a:cs typeface="Times New Roman"/>
              </a:rPr>
              <a:t> </a:t>
            </a:r>
            <a:r>
              <a:rPr sz="1200" dirty="0">
                <a:latin typeface="Times New Roman"/>
                <a:cs typeface="Times New Roman"/>
              </a:rPr>
              <a:t>with</a:t>
            </a:r>
            <a:r>
              <a:rPr sz="1200" spc="-15" dirty="0">
                <a:latin typeface="Times New Roman"/>
                <a:cs typeface="Times New Roman"/>
              </a:rPr>
              <a:t> </a:t>
            </a:r>
            <a:r>
              <a:rPr sz="1200" spc="-10" dirty="0">
                <a:latin typeface="Times New Roman"/>
                <a:cs typeface="Times New Roman"/>
              </a:rPr>
              <a:t>third-</a:t>
            </a:r>
            <a:r>
              <a:rPr sz="1200" dirty="0">
                <a:latin typeface="Times New Roman"/>
                <a:cs typeface="Times New Roman"/>
              </a:rPr>
              <a:t>party</a:t>
            </a:r>
            <a:r>
              <a:rPr sz="1200" spc="-15" dirty="0">
                <a:latin typeface="Times New Roman"/>
                <a:cs typeface="Times New Roman"/>
              </a:rPr>
              <a:t> </a:t>
            </a:r>
            <a:r>
              <a:rPr sz="1200" dirty="0">
                <a:latin typeface="Times New Roman"/>
                <a:cs typeface="Times New Roman"/>
              </a:rPr>
              <a:t>services</a:t>
            </a:r>
            <a:r>
              <a:rPr sz="1200" spc="-40"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spc="-10" dirty="0">
                <a:latin typeface="Times New Roman"/>
                <a:cs typeface="Times New Roman"/>
              </a:rPr>
              <a:t>messaging</a:t>
            </a:r>
            <a:r>
              <a:rPr sz="1200" spc="-85" dirty="0">
                <a:latin typeface="Times New Roman"/>
                <a:cs typeface="Times New Roman"/>
              </a:rPr>
              <a:t> </a:t>
            </a:r>
            <a:r>
              <a:rPr sz="1200" dirty="0">
                <a:latin typeface="Times New Roman"/>
                <a:cs typeface="Times New Roman"/>
              </a:rPr>
              <a:t>APIs,</a:t>
            </a:r>
            <a:r>
              <a:rPr sz="1200" spc="-15" dirty="0">
                <a:latin typeface="Times New Roman"/>
                <a:cs typeface="Times New Roman"/>
              </a:rPr>
              <a:t> </a:t>
            </a:r>
            <a:r>
              <a:rPr sz="1200" dirty="0">
                <a:latin typeface="Times New Roman"/>
                <a:cs typeface="Times New Roman"/>
              </a:rPr>
              <a:t>reporting</a:t>
            </a:r>
            <a:r>
              <a:rPr sz="1200" spc="-15" dirty="0">
                <a:latin typeface="Times New Roman"/>
                <a:cs typeface="Times New Roman"/>
              </a:rPr>
              <a:t> </a:t>
            </a:r>
            <a:r>
              <a:rPr sz="1200" spc="-10" dirty="0">
                <a:latin typeface="Times New Roman"/>
                <a:cs typeface="Times New Roman"/>
              </a:rPr>
              <a:t>tools).</a:t>
            </a:r>
            <a:endParaRPr sz="1200">
              <a:latin typeface="Times New Roman"/>
              <a:cs typeface="Times New Roman"/>
            </a:endParaRPr>
          </a:p>
          <a:p>
            <a:pPr marL="240665" indent="-227965">
              <a:lnSpc>
                <a:spcPct val="100000"/>
              </a:lnSpc>
              <a:spcBef>
                <a:spcPts val="960"/>
              </a:spcBef>
              <a:buAutoNum type="arabicPeriod" startAt="3"/>
              <a:tabLst>
                <a:tab pos="240665" algn="l"/>
              </a:tabLst>
            </a:pPr>
            <a:r>
              <a:rPr sz="1200" b="1" dirty="0">
                <a:latin typeface="Times New Roman"/>
                <a:cs typeface="Times New Roman"/>
              </a:rPr>
              <a:t>Compliance</a:t>
            </a:r>
            <a:r>
              <a:rPr sz="1200" b="1" spc="-30" dirty="0">
                <a:latin typeface="Times New Roman"/>
                <a:cs typeface="Times New Roman"/>
              </a:rPr>
              <a:t> </a:t>
            </a:r>
            <a:r>
              <a:rPr sz="1200" b="1" dirty="0">
                <a:latin typeface="Times New Roman"/>
                <a:cs typeface="Times New Roman"/>
              </a:rPr>
              <a:t>&amp;</a:t>
            </a:r>
            <a:r>
              <a:rPr sz="1200" b="1" spc="-30" dirty="0">
                <a:latin typeface="Times New Roman"/>
                <a:cs typeface="Times New Roman"/>
              </a:rPr>
              <a:t> </a:t>
            </a:r>
            <a:r>
              <a:rPr sz="1200" b="1" spc="-10" dirty="0">
                <a:latin typeface="Times New Roman"/>
                <a:cs typeface="Times New Roman"/>
              </a:rPr>
              <a:t>Regulations</a:t>
            </a:r>
            <a:endParaRPr sz="1200">
              <a:latin typeface="Times New Roman"/>
              <a:cs typeface="Times New Roman"/>
            </a:endParaRPr>
          </a:p>
          <a:p>
            <a:pPr marL="528320" lvl="1" indent="-229235">
              <a:lnSpc>
                <a:spcPct val="100000"/>
              </a:lnSpc>
              <a:spcBef>
                <a:spcPts val="860"/>
              </a:spcBef>
              <a:buSzPct val="83333"/>
              <a:buFont typeface="Symbol"/>
              <a:buChar char=""/>
              <a:tabLst>
                <a:tab pos="528320" algn="l"/>
              </a:tabLst>
            </a:pPr>
            <a:r>
              <a:rPr sz="1200" b="1" spc="-10" dirty="0">
                <a:latin typeface="Times New Roman"/>
                <a:cs typeface="Times New Roman"/>
              </a:rPr>
              <a:t>GDPR-</a:t>
            </a:r>
            <a:r>
              <a:rPr sz="1200" b="1" dirty="0">
                <a:latin typeface="Times New Roman"/>
                <a:cs typeface="Times New Roman"/>
              </a:rPr>
              <a:t>compliant</a:t>
            </a:r>
            <a:r>
              <a:rPr sz="1200" b="1"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storage</a:t>
            </a:r>
            <a:r>
              <a:rPr sz="1200" spc="-3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privacy</a:t>
            </a:r>
            <a:r>
              <a:rPr sz="1200" spc="-20" dirty="0">
                <a:latin typeface="Times New Roman"/>
                <a:cs typeface="Times New Roman"/>
              </a:rPr>
              <a:t> </a:t>
            </a:r>
            <a:r>
              <a:rPr sz="1200" spc="-10" dirty="0">
                <a:latin typeface="Times New Roman"/>
                <a:cs typeface="Times New Roman"/>
              </a:rPr>
              <a:t>protection.</a:t>
            </a:r>
            <a:endParaRPr sz="1200">
              <a:latin typeface="Times New Roman"/>
              <a:cs typeface="Times New Roman"/>
            </a:endParaRPr>
          </a:p>
          <a:p>
            <a:pPr marL="528320" lvl="1" indent="-229235">
              <a:lnSpc>
                <a:spcPct val="100000"/>
              </a:lnSpc>
              <a:spcBef>
                <a:spcPts val="960"/>
              </a:spcBef>
              <a:buSzPct val="83333"/>
              <a:buFont typeface="Symbol"/>
              <a:buChar char=""/>
              <a:tabLst>
                <a:tab pos="528320" algn="l"/>
              </a:tabLst>
            </a:pPr>
            <a:r>
              <a:rPr sz="1200" dirty="0">
                <a:latin typeface="Times New Roman"/>
                <a:cs typeface="Times New Roman"/>
              </a:rPr>
              <a:t>Compliance</a:t>
            </a:r>
            <a:r>
              <a:rPr sz="1200" spc="-3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b="1" dirty="0">
                <a:latin typeface="Times New Roman"/>
                <a:cs typeface="Times New Roman"/>
              </a:rPr>
              <a:t>IT</a:t>
            </a:r>
            <a:r>
              <a:rPr sz="1200" b="1" spc="-60" dirty="0">
                <a:latin typeface="Times New Roman"/>
                <a:cs typeface="Times New Roman"/>
              </a:rPr>
              <a:t> </a:t>
            </a:r>
            <a:r>
              <a:rPr sz="1200" b="1" dirty="0">
                <a:latin typeface="Times New Roman"/>
                <a:cs typeface="Times New Roman"/>
              </a:rPr>
              <a:t>security</a:t>
            </a:r>
            <a:r>
              <a:rPr sz="1200" b="1" spc="-35" dirty="0">
                <a:latin typeface="Times New Roman"/>
                <a:cs typeface="Times New Roman"/>
              </a:rPr>
              <a:t> </a:t>
            </a:r>
            <a:r>
              <a:rPr sz="1200" b="1" dirty="0">
                <a:latin typeface="Times New Roman"/>
                <a:cs typeface="Times New Roman"/>
              </a:rPr>
              <a:t>policies</a:t>
            </a:r>
            <a:r>
              <a:rPr sz="1200" b="1"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prevent</a:t>
            </a:r>
            <a:r>
              <a:rPr sz="1200" spc="-35" dirty="0">
                <a:latin typeface="Times New Roman"/>
                <a:cs typeface="Times New Roman"/>
              </a:rPr>
              <a:t> </a:t>
            </a:r>
            <a:r>
              <a:rPr sz="1200" dirty="0">
                <a:latin typeface="Times New Roman"/>
                <a:cs typeface="Times New Roman"/>
              </a:rPr>
              <a:t>unauthorized</a:t>
            </a:r>
            <a:r>
              <a:rPr sz="1200" spc="-35" dirty="0">
                <a:latin typeface="Times New Roman"/>
                <a:cs typeface="Times New Roman"/>
              </a:rPr>
              <a:t> </a:t>
            </a:r>
            <a:r>
              <a:rPr sz="1200" spc="-10" dirty="0">
                <a:latin typeface="Times New Roman"/>
                <a:cs typeface="Times New Roman"/>
              </a:rPr>
              <a:t>access.</a:t>
            </a:r>
            <a:endParaRPr sz="1200">
              <a:latin typeface="Times New Roman"/>
              <a:cs typeface="Times New Roman"/>
            </a:endParaRPr>
          </a:p>
          <a:p>
            <a:pPr marL="528320" lvl="1" indent="-229235">
              <a:lnSpc>
                <a:spcPct val="100000"/>
              </a:lnSpc>
              <a:spcBef>
                <a:spcPts val="960"/>
              </a:spcBef>
              <a:buSzPct val="83333"/>
              <a:buFont typeface="Symbol"/>
              <a:buChar char=""/>
              <a:tabLst>
                <a:tab pos="528320" algn="l"/>
              </a:tabLst>
            </a:pP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retention</a:t>
            </a:r>
            <a:r>
              <a:rPr sz="1200" spc="-25" dirty="0">
                <a:latin typeface="Times New Roman"/>
                <a:cs typeface="Times New Roman"/>
              </a:rPr>
              <a:t> </a:t>
            </a:r>
            <a:r>
              <a:rPr sz="1200" dirty="0">
                <a:latin typeface="Times New Roman"/>
                <a:cs typeface="Times New Roman"/>
              </a:rPr>
              <a:t>policies</a:t>
            </a:r>
            <a:r>
              <a:rPr sz="1200" spc="-35" dirty="0">
                <a:latin typeface="Times New Roman"/>
                <a:cs typeface="Times New Roman"/>
              </a:rPr>
              <a:t> </a:t>
            </a:r>
            <a:r>
              <a:rPr sz="1200" dirty="0">
                <a:latin typeface="Times New Roman"/>
                <a:cs typeface="Times New Roman"/>
              </a:rPr>
              <a:t>ensuring</a:t>
            </a:r>
            <a:r>
              <a:rPr sz="1200" spc="-50" dirty="0">
                <a:latin typeface="Times New Roman"/>
                <a:cs typeface="Times New Roman"/>
              </a:rPr>
              <a:t> </a:t>
            </a:r>
            <a:r>
              <a:rPr sz="1200" dirty="0">
                <a:latin typeface="Times New Roman"/>
                <a:cs typeface="Times New Roman"/>
              </a:rPr>
              <a:t>logs</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tickets</a:t>
            </a:r>
            <a:r>
              <a:rPr sz="1200" spc="-3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archived</a:t>
            </a:r>
            <a:r>
              <a:rPr sz="1200" spc="-50" dirty="0">
                <a:latin typeface="Times New Roman"/>
                <a:cs typeface="Times New Roman"/>
              </a:rPr>
              <a:t> </a:t>
            </a:r>
            <a:r>
              <a:rPr sz="1200" spc="-10" dirty="0">
                <a:latin typeface="Times New Roman"/>
                <a:cs typeface="Times New Roman"/>
              </a:rPr>
              <a:t>appropriately.</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20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8818" y="1322870"/>
            <a:ext cx="6886575" cy="7640320"/>
            <a:chOff x="448818" y="1322870"/>
            <a:chExt cx="6886575" cy="764032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448818" y="1322870"/>
              <a:ext cx="6886575" cy="7639939"/>
            </a:xfrm>
            <a:prstGeom prst="rect">
              <a:avLst/>
            </a:prstGeom>
          </p:spPr>
        </p:pic>
      </p:grpSp>
      <p:sp>
        <p:nvSpPr>
          <p:cNvPr id="5" name="object 5"/>
          <p:cNvSpPr txBox="1"/>
          <p:nvPr/>
        </p:nvSpPr>
        <p:spPr>
          <a:xfrm>
            <a:off x="1191577" y="434340"/>
            <a:ext cx="5680075" cy="696595"/>
          </a:xfrm>
          <a:prstGeom prst="rect">
            <a:avLst/>
          </a:prstGeom>
        </p:spPr>
        <p:txBody>
          <a:bodyPr vert="horz" wrap="square" lIns="0" tIns="12700" rIns="0" bIns="0" rtlCol="0">
            <a:spAutoFit/>
          </a:bodyPr>
          <a:lstStyle/>
          <a:p>
            <a:pPr marL="3364229">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dirty="0">
                <a:latin typeface="Times New Roman"/>
                <a:cs typeface="Times New Roman"/>
              </a:rPr>
              <a:t>5.</a:t>
            </a:r>
            <a:r>
              <a:rPr sz="1400" b="1" spc="340" dirty="0">
                <a:latin typeface="Times New Roman"/>
                <a:cs typeface="Times New Roman"/>
              </a:rPr>
              <a:t> </a:t>
            </a:r>
            <a:r>
              <a:rPr sz="1400" b="1" u="sng" spc="-10" dirty="0">
                <a:uFill>
                  <a:solidFill>
                    <a:srgbClr val="000000"/>
                  </a:solidFill>
                </a:uFill>
                <a:latin typeface="Times New Roman"/>
                <a:cs typeface="Times New Roman"/>
              </a:rPr>
              <a:t>Entity-</a:t>
            </a:r>
            <a:r>
              <a:rPr sz="1400" b="1" u="sng" dirty="0">
                <a:uFill>
                  <a:solidFill>
                    <a:srgbClr val="000000"/>
                  </a:solidFill>
                </a:uFill>
                <a:latin typeface="Times New Roman"/>
                <a:cs typeface="Times New Roman"/>
              </a:rPr>
              <a:t>Relationship</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sp>
        <p:nvSpPr>
          <p:cNvPr id="6" name="object 6"/>
          <p:cNvSpPr txBox="1"/>
          <p:nvPr/>
        </p:nvSpPr>
        <p:spPr>
          <a:xfrm>
            <a:off x="2377836" y="7594583"/>
            <a:ext cx="102235" cy="91440"/>
          </a:xfrm>
          <a:prstGeom prst="rect">
            <a:avLst/>
          </a:prstGeom>
        </p:spPr>
        <p:txBody>
          <a:bodyPr vert="vert270" wrap="square" lIns="0" tIns="0" rIns="0" bIns="0" rtlCol="0">
            <a:spAutoFit/>
          </a:bodyPr>
          <a:lstStyle/>
          <a:p>
            <a:pPr marL="12700">
              <a:lnSpc>
                <a:spcPts val="670"/>
              </a:lnSpc>
            </a:pPr>
            <a:r>
              <a:rPr sz="600" spc="-50" dirty="0">
                <a:latin typeface="Calibri"/>
                <a:cs typeface="Calibri"/>
              </a:rPr>
              <a:t>M</a:t>
            </a:r>
            <a:endParaRPr sz="600">
              <a:latin typeface="Calibri"/>
              <a:cs typeface="Calibri"/>
            </a:endParaRPr>
          </a:p>
        </p:txBody>
      </p:sp>
      <p:pic>
        <p:nvPicPr>
          <p:cNvPr id="7" name="object 7"/>
          <p:cNvPicPr/>
          <p:nvPr/>
        </p:nvPicPr>
        <p:blipFill>
          <a:blip r:embed="rId3" cstate="print"/>
          <a:stretch>
            <a:fillRect/>
          </a:stretch>
        </p:blipFill>
        <p:spPr>
          <a:xfrm>
            <a:off x="304800" y="304800"/>
            <a:ext cx="7168515" cy="9451022"/>
          </a:xfrm>
          <a:prstGeom prst="rect">
            <a:avLst/>
          </a:prstGeom>
        </p:spPr>
      </p:pic>
      <p:sp>
        <p:nvSpPr>
          <p:cNvPr id="8" name="object 8"/>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21</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6199504" y="9288433"/>
            <a:ext cx="625475" cy="154940"/>
          </a:xfrm>
          <a:prstGeom prst="rect">
            <a:avLst/>
          </a:prstGeom>
        </p:spPr>
        <p:txBody>
          <a:bodyPr vert="horz" wrap="square" lIns="0" tIns="0" rIns="0" bIns="0" rtlCol="0">
            <a:spAutoFit/>
          </a:bodyPr>
          <a:lstStyle/>
          <a:p>
            <a:pPr>
              <a:lnSpc>
                <a:spcPts val="1200"/>
              </a:lnSpc>
            </a:pPr>
            <a:r>
              <a:rPr sz="1100" dirty="0">
                <a:latin typeface="Times New Roman"/>
                <a:cs typeface="Times New Roman"/>
              </a:rPr>
              <a:t>22</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pic>
        <p:nvPicPr>
          <p:cNvPr id="4" name="object 4"/>
          <p:cNvPicPr/>
          <p:nvPr/>
        </p:nvPicPr>
        <p:blipFill>
          <a:blip r:embed="rId2" cstate="print"/>
          <a:stretch>
            <a:fillRect/>
          </a:stretch>
        </p:blipFill>
        <p:spPr>
          <a:xfrm>
            <a:off x="295275" y="1312506"/>
            <a:ext cx="7465695" cy="8081505"/>
          </a:xfrm>
          <a:prstGeom prst="rect">
            <a:avLst/>
          </a:prstGeom>
        </p:spPr>
      </p:pic>
      <p:sp>
        <p:nvSpPr>
          <p:cNvPr id="5" name="object 5"/>
          <p:cNvSpPr txBox="1"/>
          <p:nvPr/>
        </p:nvSpPr>
        <p:spPr>
          <a:xfrm>
            <a:off x="1575435" y="434340"/>
            <a:ext cx="5295900" cy="696595"/>
          </a:xfrm>
          <a:prstGeom prst="rect">
            <a:avLst/>
          </a:prstGeom>
        </p:spPr>
        <p:txBody>
          <a:bodyPr vert="horz" wrap="square" lIns="0" tIns="12700" rIns="0" bIns="0" rtlCol="0">
            <a:spAutoFit/>
          </a:bodyPr>
          <a:lstStyle/>
          <a:p>
            <a:pPr marL="29800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6.1</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Use</a:t>
            </a:r>
            <a:r>
              <a:rPr sz="1400" b="1" u="sng" spc="-4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Case</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5"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grpSp>
        <p:nvGrpSpPr>
          <p:cNvPr id="6" name="object 6"/>
          <p:cNvGrpSpPr/>
          <p:nvPr/>
        </p:nvGrpSpPr>
        <p:grpSpPr>
          <a:xfrm>
            <a:off x="288925" y="1301750"/>
            <a:ext cx="7148195" cy="5865495"/>
            <a:chOff x="288925" y="1301750"/>
            <a:chExt cx="7148195" cy="5865495"/>
          </a:xfrm>
        </p:grpSpPr>
        <p:sp>
          <p:nvSpPr>
            <p:cNvPr id="7" name="object 7"/>
            <p:cNvSpPr/>
            <p:nvPr/>
          </p:nvSpPr>
          <p:spPr>
            <a:xfrm>
              <a:off x="292100" y="1304925"/>
              <a:ext cx="7141845" cy="0"/>
            </a:xfrm>
            <a:custGeom>
              <a:avLst/>
              <a:gdLst/>
              <a:ahLst/>
              <a:cxnLst/>
              <a:rect l="l" t="t" r="r" b="b"/>
              <a:pathLst>
                <a:path w="7141845">
                  <a:moveTo>
                    <a:pt x="0" y="0"/>
                  </a:moveTo>
                  <a:lnTo>
                    <a:pt x="7141845" y="0"/>
                  </a:lnTo>
                </a:path>
              </a:pathLst>
            </a:custGeom>
            <a:ln w="6350">
              <a:solidFill>
                <a:srgbClr val="000000"/>
              </a:solidFill>
            </a:ln>
          </p:spPr>
          <p:txBody>
            <a:bodyPr wrap="square" lIns="0" tIns="0" rIns="0" bIns="0" rtlCol="0"/>
            <a:lstStyle/>
            <a:p>
              <a:endParaRPr/>
            </a:p>
          </p:txBody>
        </p:sp>
        <p:sp>
          <p:nvSpPr>
            <p:cNvPr id="8" name="object 8"/>
            <p:cNvSpPr/>
            <p:nvPr/>
          </p:nvSpPr>
          <p:spPr>
            <a:xfrm>
              <a:off x="473710" y="6998461"/>
              <a:ext cx="606425" cy="168275"/>
            </a:xfrm>
            <a:custGeom>
              <a:avLst/>
              <a:gdLst/>
              <a:ahLst/>
              <a:cxnLst/>
              <a:rect l="l" t="t" r="r" b="b"/>
              <a:pathLst>
                <a:path w="606425" h="168275">
                  <a:moveTo>
                    <a:pt x="606425" y="0"/>
                  </a:moveTo>
                  <a:lnTo>
                    <a:pt x="0" y="0"/>
                  </a:lnTo>
                  <a:lnTo>
                    <a:pt x="0" y="168275"/>
                  </a:lnTo>
                  <a:lnTo>
                    <a:pt x="606425" y="168275"/>
                  </a:lnTo>
                  <a:lnTo>
                    <a:pt x="606425" y="0"/>
                  </a:lnTo>
                  <a:close/>
                </a:path>
              </a:pathLst>
            </a:custGeom>
            <a:solidFill>
              <a:srgbClr val="FFFFFF"/>
            </a:solidFill>
          </p:spPr>
          <p:txBody>
            <a:bodyPr wrap="square" lIns="0" tIns="0" rIns="0" bIns="0" rtlCol="0"/>
            <a:lstStyle/>
            <a:p>
              <a:endParaRPr/>
            </a:p>
          </p:txBody>
        </p:sp>
      </p:grpSp>
      <p:sp>
        <p:nvSpPr>
          <p:cNvPr id="9" name="object 9"/>
          <p:cNvSpPr txBox="1"/>
          <p:nvPr/>
        </p:nvSpPr>
        <p:spPr>
          <a:xfrm>
            <a:off x="574357" y="6940931"/>
            <a:ext cx="494665" cy="162560"/>
          </a:xfrm>
          <a:prstGeom prst="rect">
            <a:avLst/>
          </a:prstGeom>
        </p:spPr>
        <p:txBody>
          <a:bodyPr vert="horz" wrap="square" lIns="0" tIns="12700" rIns="0" bIns="0" rtlCol="0">
            <a:spAutoFit/>
          </a:bodyPr>
          <a:lstStyle/>
          <a:p>
            <a:pPr marL="12700">
              <a:lnSpc>
                <a:spcPct val="100000"/>
              </a:lnSpc>
              <a:spcBef>
                <a:spcPts val="100"/>
              </a:spcBef>
            </a:pPr>
            <a:r>
              <a:rPr sz="900" b="1" spc="-10" dirty="0">
                <a:latin typeface="Calibri"/>
                <a:cs typeface="Calibri"/>
              </a:rPr>
              <a:t>Employee</a:t>
            </a:r>
            <a:endParaRPr sz="900">
              <a:latin typeface="Calibri"/>
              <a:cs typeface="Calibri"/>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429727"/>
            <a:ext cx="5981065" cy="7520940"/>
            <a:chOff x="896937" y="1429727"/>
            <a:chExt cx="5981065" cy="752094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707690" y="1429727"/>
              <a:ext cx="4350681" cy="7272108"/>
            </a:xfrm>
            <a:prstGeom prst="rect">
              <a:avLst/>
            </a:prstGeom>
          </p:spPr>
        </p:pic>
      </p:grpSp>
      <p:sp>
        <p:nvSpPr>
          <p:cNvPr id="5" name="object 5"/>
          <p:cNvSpPr txBox="1"/>
          <p:nvPr/>
        </p:nvSpPr>
        <p:spPr>
          <a:xfrm>
            <a:off x="1715135" y="434340"/>
            <a:ext cx="5156200" cy="696595"/>
          </a:xfrm>
          <a:prstGeom prst="rect">
            <a:avLst/>
          </a:prstGeom>
        </p:spPr>
        <p:txBody>
          <a:bodyPr vert="horz" wrap="square" lIns="0" tIns="12700" rIns="0" bIns="0" rtlCol="0">
            <a:spAutoFit/>
          </a:bodyPr>
          <a:lstStyle/>
          <a:p>
            <a:pPr marL="28403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6.2</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Class</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5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3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6" name="object 6"/>
          <p:cNvPicPr/>
          <p:nvPr/>
        </p:nvPicPr>
        <p:blipFill>
          <a:blip r:embed="rId3" cstate="print"/>
          <a:stretch>
            <a:fillRect/>
          </a:stretch>
        </p:blipFill>
        <p:spPr>
          <a:xfrm>
            <a:off x="304800" y="304800"/>
            <a:ext cx="71697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526045"/>
            <a:ext cx="5981065" cy="7425055"/>
            <a:chOff x="896937" y="1526045"/>
            <a:chExt cx="5981065" cy="7425055"/>
          </a:xfrm>
        </p:grpSpPr>
        <p:sp>
          <p:nvSpPr>
            <p:cNvPr id="3" name="object 3"/>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625738" y="1526045"/>
              <a:ext cx="4565205" cy="7222984"/>
            </a:xfrm>
            <a:prstGeom prst="rect">
              <a:avLst/>
            </a:prstGeom>
          </p:spPr>
        </p:pic>
      </p:grpSp>
      <p:sp>
        <p:nvSpPr>
          <p:cNvPr id="5" name="object 5"/>
          <p:cNvSpPr txBox="1"/>
          <p:nvPr/>
        </p:nvSpPr>
        <p:spPr>
          <a:xfrm>
            <a:off x="1621155" y="434340"/>
            <a:ext cx="5250180" cy="696595"/>
          </a:xfrm>
          <a:prstGeom prst="rect">
            <a:avLst/>
          </a:prstGeom>
        </p:spPr>
        <p:txBody>
          <a:bodyPr vert="horz" wrap="square" lIns="0" tIns="12700" rIns="0" bIns="0" rtlCol="0">
            <a:spAutoFit/>
          </a:bodyPr>
          <a:lstStyle/>
          <a:p>
            <a:pPr marL="293433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6.3</a:t>
            </a:r>
            <a:r>
              <a:rPr sz="1400" b="1" u="sng" spc="-9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Activity</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4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7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3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6" name="object 6"/>
          <p:cNvPicPr/>
          <p:nvPr/>
        </p:nvPicPr>
        <p:blipFill>
          <a:blip r:embed="rId3" cstate="print"/>
          <a:stretch>
            <a:fillRect/>
          </a:stretch>
        </p:blipFill>
        <p:spPr>
          <a:xfrm>
            <a:off x="304800" y="304800"/>
            <a:ext cx="71697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482280"/>
            <a:ext cx="6182995" cy="7468870"/>
            <a:chOff x="896937" y="1482280"/>
            <a:chExt cx="6182995" cy="746887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005115" y="1482280"/>
              <a:ext cx="6074499" cy="7399299"/>
            </a:xfrm>
            <a:prstGeom prst="rect">
              <a:avLst/>
            </a:prstGeom>
          </p:spPr>
        </p:pic>
      </p:grpSp>
      <p:sp>
        <p:nvSpPr>
          <p:cNvPr id="5" name="object 5"/>
          <p:cNvSpPr txBox="1"/>
          <p:nvPr/>
        </p:nvSpPr>
        <p:spPr>
          <a:xfrm>
            <a:off x="1562735" y="434340"/>
            <a:ext cx="5308600" cy="696595"/>
          </a:xfrm>
          <a:prstGeom prst="rect">
            <a:avLst/>
          </a:prstGeom>
        </p:spPr>
        <p:txBody>
          <a:bodyPr vert="horz" wrap="square" lIns="0" tIns="12700" rIns="0" bIns="0" rtlCol="0">
            <a:spAutoFit/>
          </a:bodyPr>
          <a:lstStyle/>
          <a:p>
            <a:pPr marL="29927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6.4</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Sequence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6" name="object 6"/>
          <p:cNvPicPr/>
          <p:nvPr/>
        </p:nvPicPr>
        <p:blipFill>
          <a:blip r:embed="rId3" cstate="print"/>
          <a:stretch>
            <a:fillRect/>
          </a:stretch>
        </p:blipFill>
        <p:spPr>
          <a:xfrm>
            <a:off x="228600" y="304800"/>
            <a:ext cx="71697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54050" y="1394713"/>
            <a:ext cx="6558280" cy="7556500"/>
            <a:chOff x="654050" y="1394713"/>
            <a:chExt cx="6558280" cy="755650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550664" y="1970151"/>
              <a:ext cx="4978507" cy="6494653"/>
            </a:xfrm>
            <a:prstGeom prst="rect">
              <a:avLst/>
            </a:prstGeom>
          </p:spPr>
        </p:pic>
        <p:pic>
          <p:nvPicPr>
            <p:cNvPr id="5" name="object 5"/>
            <p:cNvPicPr/>
            <p:nvPr/>
          </p:nvPicPr>
          <p:blipFill>
            <a:blip r:embed="rId3" cstate="print"/>
            <a:stretch>
              <a:fillRect/>
            </a:stretch>
          </p:blipFill>
          <p:spPr>
            <a:xfrm>
              <a:off x="654050" y="1394713"/>
              <a:ext cx="6557899" cy="922654"/>
            </a:xfrm>
            <a:prstGeom prst="rect">
              <a:avLst/>
            </a:prstGeom>
          </p:spPr>
        </p:pic>
      </p:grpSp>
      <p:sp>
        <p:nvSpPr>
          <p:cNvPr id="6" name="object 6"/>
          <p:cNvSpPr txBox="1"/>
          <p:nvPr/>
        </p:nvSpPr>
        <p:spPr>
          <a:xfrm>
            <a:off x="1562735" y="434340"/>
            <a:ext cx="5308600" cy="696595"/>
          </a:xfrm>
          <a:prstGeom prst="rect">
            <a:avLst/>
          </a:prstGeom>
        </p:spPr>
        <p:txBody>
          <a:bodyPr vert="horz" wrap="square" lIns="0" tIns="12700" rIns="0" bIns="0" rtlCol="0">
            <a:spAutoFit/>
          </a:bodyPr>
          <a:lstStyle/>
          <a:p>
            <a:pPr marL="29927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6.4</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Sequence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7" name="object 7"/>
          <p:cNvPicPr/>
          <p:nvPr/>
        </p:nvPicPr>
        <p:blipFill>
          <a:blip r:embed="rId4" cstate="print"/>
          <a:stretch>
            <a:fillRect/>
          </a:stretch>
        </p:blipFill>
        <p:spPr>
          <a:xfrm>
            <a:off x="304800" y="304800"/>
            <a:ext cx="71697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399764"/>
            <a:ext cx="6162675" cy="7551420"/>
            <a:chOff x="896937" y="1399764"/>
            <a:chExt cx="6162675" cy="755142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980037" y="1399764"/>
              <a:ext cx="6079525" cy="776380"/>
            </a:xfrm>
            <a:prstGeom prst="rect">
              <a:avLst/>
            </a:prstGeom>
          </p:spPr>
        </p:pic>
        <p:pic>
          <p:nvPicPr>
            <p:cNvPr id="5" name="object 5"/>
            <p:cNvPicPr/>
            <p:nvPr/>
          </p:nvPicPr>
          <p:blipFill>
            <a:blip r:embed="rId3" cstate="print"/>
            <a:stretch>
              <a:fillRect/>
            </a:stretch>
          </p:blipFill>
          <p:spPr>
            <a:xfrm>
              <a:off x="1538204" y="2176779"/>
              <a:ext cx="5016866" cy="6554470"/>
            </a:xfrm>
            <a:prstGeom prst="rect">
              <a:avLst/>
            </a:prstGeom>
          </p:spPr>
        </p:pic>
      </p:grpSp>
      <p:sp>
        <p:nvSpPr>
          <p:cNvPr id="6" name="object 6"/>
          <p:cNvSpPr txBox="1"/>
          <p:nvPr/>
        </p:nvSpPr>
        <p:spPr>
          <a:xfrm>
            <a:off x="1562735" y="434340"/>
            <a:ext cx="5308600" cy="696595"/>
          </a:xfrm>
          <a:prstGeom prst="rect">
            <a:avLst/>
          </a:prstGeom>
        </p:spPr>
        <p:txBody>
          <a:bodyPr vert="horz" wrap="square" lIns="0" tIns="12700" rIns="0" bIns="0" rtlCol="0">
            <a:spAutoFit/>
          </a:bodyPr>
          <a:lstStyle/>
          <a:p>
            <a:pPr marL="29927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6.4</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Sequence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7" name="object 7"/>
          <p:cNvPicPr/>
          <p:nvPr/>
        </p:nvPicPr>
        <p:blipFill>
          <a:blip r:embed="rId4" cstate="print"/>
          <a:stretch>
            <a:fillRect/>
          </a:stretch>
        </p:blipFill>
        <p:spPr>
          <a:xfrm>
            <a:off x="304800" y="304800"/>
            <a:ext cx="71697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77658" y="1598644"/>
            <a:ext cx="6067425" cy="7352030"/>
            <a:chOff x="877658" y="1598644"/>
            <a:chExt cx="6067425" cy="735203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072188" y="1598644"/>
              <a:ext cx="5872342" cy="741584"/>
            </a:xfrm>
            <a:prstGeom prst="rect">
              <a:avLst/>
            </a:prstGeom>
          </p:spPr>
        </p:pic>
        <p:pic>
          <p:nvPicPr>
            <p:cNvPr id="5" name="object 5"/>
            <p:cNvPicPr/>
            <p:nvPr/>
          </p:nvPicPr>
          <p:blipFill>
            <a:blip r:embed="rId3" cstate="print"/>
            <a:stretch>
              <a:fillRect/>
            </a:stretch>
          </p:blipFill>
          <p:spPr>
            <a:xfrm>
              <a:off x="877658" y="2286126"/>
              <a:ext cx="6062345" cy="5616702"/>
            </a:xfrm>
            <a:prstGeom prst="rect">
              <a:avLst/>
            </a:prstGeom>
          </p:spPr>
        </p:pic>
      </p:grpSp>
      <p:sp>
        <p:nvSpPr>
          <p:cNvPr id="6" name="object 6"/>
          <p:cNvSpPr txBox="1"/>
          <p:nvPr/>
        </p:nvSpPr>
        <p:spPr>
          <a:xfrm>
            <a:off x="1562735" y="434340"/>
            <a:ext cx="5308600" cy="696595"/>
          </a:xfrm>
          <a:prstGeom prst="rect">
            <a:avLst/>
          </a:prstGeom>
        </p:spPr>
        <p:txBody>
          <a:bodyPr vert="horz" wrap="square" lIns="0" tIns="12700" rIns="0" bIns="0" rtlCol="0">
            <a:spAutoFit/>
          </a:bodyPr>
          <a:lstStyle/>
          <a:p>
            <a:pPr marL="29927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u="sng" dirty="0">
                <a:uFill>
                  <a:solidFill>
                    <a:srgbClr val="000000"/>
                  </a:solidFill>
                </a:uFill>
                <a:latin typeface="Times New Roman"/>
                <a:cs typeface="Times New Roman"/>
              </a:rPr>
              <a:t>6.4</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Sequence</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of</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2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0"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p:txBody>
      </p:sp>
      <p:pic>
        <p:nvPicPr>
          <p:cNvPr id="7" name="object 7"/>
          <p:cNvPicPr/>
          <p:nvPr/>
        </p:nvPicPr>
        <p:blipFill>
          <a:blip r:embed="rId4" cstate="print"/>
          <a:stretch>
            <a:fillRect/>
          </a:stretch>
        </p:blipFill>
        <p:spPr>
          <a:xfrm>
            <a:off x="304800" y="304800"/>
            <a:ext cx="71697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99061" y="304800"/>
            <a:ext cx="7634605" cy="9451340"/>
            <a:chOff x="99061" y="304800"/>
            <a:chExt cx="7634605"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99061" y="304800"/>
              <a:ext cx="7634605" cy="9451022"/>
            </a:xfrm>
            <a:prstGeom prst="rect">
              <a:avLst/>
            </a:prstGeom>
          </p:spPr>
        </p:pic>
      </p:grpSp>
      <p:sp>
        <p:nvSpPr>
          <p:cNvPr id="6" name="object 6"/>
          <p:cNvSpPr txBox="1"/>
          <p:nvPr/>
        </p:nvSpPr>
        <p:spPr>
          <a:xfrm>
            <a:off x="1130617" y="1214373"/>
            <a:ext cx="5247640" cy="884555"/>
          </a:xfrm>
          <a:prstGeom prst="rect">
            <a:avLst/>
          </a:prstGeom>
        </p:spPr>
        <p:txBody>
          <a:bodyPr vert="horz" wrap="square" lIns="0" tIns="12700" rIns="0" bIns="0" rtlCol="0">
            <a:spAutoFit/>
          </a:bodyPr>
          <a:lstStyle/>
          <a:p>
            <a:pPr marL="502920">
              <a:lnSpc>
                <a:spcPct val="100000"/>
              </a:lnSpc>
              <a:spcBef>
                <a:spcPts val="100"/>
              </a:spcBef>
            </a:pPr>
            <a:r>
              <a:rPr sz="1400" b="1" dirty="0">
                <a:latin typeface="Times New Roman"/>
                <a:cs typeface="Times New Roman"/>
              </a:rPr>
              <a:t>7.</a:t>
            </a:r>
            <a:r>
              <a:rPr sz="1400" b="1" spc="335" dirty="0">
                <a:latin typeface="Times New Roman"/>
                <a:cs typeface="Times New Roman"/>
              </a:rPr>
              <a:t> </a:t>
            </a:r>
            <a:r>
              <a:rPr sz="1400" b="1" u="sng" dirty="0">
                <a:uFill>
                  <a:solidFill>
                    <a:srgbClr val="000000"/>
                  </a:solidFill>
                </a:uFill>
                <a:latin typeface="Times New Roman"/>
                <a:cs typeface="Times New Roman"/>
              </a:rPr>
              <a:t>Data</a:t>
            </a:r>
            <a:r>
              <a:rPr sz="1400" b="1" u="sng" spc="-2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Flow</a:t>
            </a:r>
            <a:r>
              <a:rPr sz="1400" b="1" u="sng" spc="-35"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Diagram</a:t>
            </a:r>
            <a:r>
              <a:rPr sz="1400" b="1" u="sng" spc="-3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for</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Software</a:t>
            </a:r>
            <a:r>
              <a:rPr sz="1400" b="1" u="sng" spc="-4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Support</a:t>
            </a:r>
            <a:r>
              <a:rPr sz="1400" b="1" u="sng" spc="-60" dirty="0">
                <a:uFill>
                  <a:solidFill>
                    <a:srgbClr val="000000"/>
                  </a:solidFill>
                </a:uFill>
                <a:latin typeface="Times New Roman"/>
                <a:cs typeface="Times New Roman"/>
              </a:rPr>
              <a:t> </a:t>
            </a:r>
            <a:r>
              <a:rPr sz="1400" b="1" u="sng" dirty="0">
                <a:uFill>
                  <a:solidFill>
                    <a:srgbClr val="000000"/>
                  </a:solidFill>
                </a:uFill>
                <a:latin typeface="Times New Roman"/>
                <a:cs typeface="Times New Roman"/>
              </a:rPr>
              <a:t>Ticketing</a:t>
            </a:r>
            <a:r>
              <a:rPr sz="1400" b="1" u="sng" spc="-25" dirty="0">
                <a:uFill>
                  <a:solidFill>
                    <a:srgbClr val="000000"/>
                  </a:solidFill>
                </a:uFill>
                <a:latin typeface="Times New Roman"/>
                <a:cs typeface="Times New Roman"/>
              </a:rPr>
              <a:t> </a:t>
            </a:r>
            <a:r>
              <a:rPr sz="1400" b="1" u="sng" spc="-10" dirty="0">
                <a:uFill>
                  <a:solidFill>
                    <a:srgbClr val="000000"/>
                  </a:solidFill>
                </a:uFill>
                <a:latin typeface="Times New Roman"/>
                <a:cs typeface="Times New Roman"/>
              </a:rPr>
              <a:t>System</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80"/>
              </a:spcBef>
            </a:pPr>
            <a:endParaRPr sz="1400">
              <a:latin typeface="Times New Roman"/>
              <a:cs typeface="Times New Roman"/>
            </a:endParaRPr>
          </a:p>
          <a:p>
            <a:pPr marL="12700">
              <a:lnSpc>
                <a:spcPct val="100000"/>
              </a:lnSpc>
            </a:pPr>
            <a:r>
              <a:rPr sz="1400" b="1" dirty="0">
                <a:latin typeface="Times New Roman"/>
                <a:cs typeface="Times New Roman"/>
              </a:rPr>
              <a:t>1.</a:t>
            </a:r>
            <a:r>
              <a:rPr sz="1400" b="1" spc="400" dirty="0">
                <a:latin typeface="Times New Roman"/>
                <a:cs typeface="Times New Roman"/>
              </a:rPr>
              <a:t> </a:t>
            </a:r>
            <a:r>
              <a:rPr sz="1400" b="1" spc="-10" dirty="0">
                <a:latin typeface="Times New Roman"/>
                <a:cs typeface="Times New Roman"/>
              </a:rPr>
              <a:t>Level-</a:t>
            </a:r>
            <a:r>
              <a:rPr sz="1400" b="1" spc="-50" dirty="0">
                <a:latin typeface="Times New Roman"/>
                <a:cs typeface="Times New Roman"/>
              </a:rPr>
              <a:t>0</a:t>
            </a:r>
            <a:endParaRPr sz="1400">
              <a:latin typeface="Times New Roman"/>
              <a:cs typeface="Times New Roman"/>
            </a:endParaRPr>
          </a:p>
        </p:txBody>
      </p:sp>
      <p:sp>
        <p:nvSpPr>
          <p:cNvPr id="7" name="object 7"/>
          <p:cNvSpPr/>
          <p:nvPr/>
        </p:nvSpPr>
        <p:spPr>
          <a:xfrm>
            <a:off x="292100" y="1630298"/>
            <a:ext cx="7141845" cy="0"/>
          </a:xfrm>
          <a:custGeom>
            <a:avLst/>
            <a:gdLst/>
            <a:ahLst/>
            <a:cxnLst/>
            <a:rect l="l" t="t" r="r" b="b"/>
            <a:pathLst>
              <a:path w="7141845">
                <a:moveTo>
                  <a:pt x="0" y="0"/>
                </a:moveTo>
                <a:lnTo>
                  <a:pt x="7141845" y="0"/>
                </a:lnTo>
              </a:path>
            </a:pathLst>
          </a:custGeom>
          <a:ln w="6350">
            <a:solidFill>
              <a:srgbClr val="000000"/>
            </a:solidFill>
          </a:ln>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29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345438"/>
            <a:ext cx="5981065" cy="7933055"/>
            <a:chOff x="896937" y="1345438"/>
            <a:chExt cx="5981065" cy="793305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200911" y="1345438"/>
              <a:ext cx="5311013" cy="7933029"/>
            </a:xfrm>
            <a:prstGeom prst="rect">
              <a:avLst/>
            </a:prstGeom>
          </p:spPr>
        </p:pic>
      </p:grpSp>
      <p:sp>
        <p:nvSpPr>
          <p:cNvPr id="6" name="object 6"/>
          <p:cNvSpPr txBox="1"/>
          <p:nvPr/>
        </p:nvSpPr>
        <p:spPr>
          <a:xfrm>
            <a:off x="1130617" y="1214373"/>
            <a:ext cx="81597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2.</a:t>
            </a:r>
            <a:r>
              <a:rPr sz="1400" b="1" spc="400" dirty="0">
                <a:latin typeface="Times New Roman"/>
                <a:cs typeface="Times New Roman"/>
              </a:rPr>
              <a:t> </a:t>
            </a:r>
            <a:r>
              <a:rPr sz="1400" b="1" spc="-10" dirty="0">
                <a:latin typeface="Times New Roman"/>
                <a:cs typeface="Times New Roman"/>
              </a:rPr>
              <a:t>Level-</a:t>
            </a:r>
            <a:r>
              <a:rPr sz="1400" b="1" spc="-50" dirty="0">
                <a:latin typeface="Times New Roman"/>
                <a:cs typeface="Times New Roman"/>
              </a:rPr>
              <a:t>1</a:t>
            </a:r>
            <a:endParaRPr sz="1400">
              <a:latin typeface="Times New Roman"/>
              <a:cs typeface="Times New Roman"/>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sp>
        <p:nvSpPr>
          <p:cNvPr id="8" name="object 8"/>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30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199349"/>
            <a:ext cx="5981065" cy="8143875"/>
            <a:chOff x="896937" y="1199349"/>
            <a:chExt cx="5981065" cy="814387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979421" y="1224445"/>
              <a:ext cx="3783838" cy="8118475"/>
            </a:xfrm>
            <a:prstGeom prst="rect">
              <a:avLst/>
            </a:prstGeom>
          </p:spPr>
        </p:pic>
        <p:pic>
          <p:nvPicPr>
            <p:cNvPr id="6" name="object 6"/>
            <p:cNvPicPr/>
            <p:nvPr/>
          </p:nvPicPr>
          <p:blipFill>
            <a:blip r:embed="rId3" cstate="print"/>
            <a:stretch>
              <a:fillRect/>
            </a:stretch>
          </p:blipFill>
          <p:spPr>
            <a:xfrm>
              <a:off x="2005075" y="1199349"/>
              <a:ext cx="3690620" cy="8074152"/>
            </a:xfrm>
            <a:prstGeom prst="rect">
              <a:avLst/>
            </a:prstGeom>
          </p:spPr>
        </p:pic>
      </p:grpSp>
      <p:sp>
        <p:nvSpPr>
          <p:cNvPr id="7" name="object 7"/>
          <p:cNvSpPr txBox="1"/>
          <p:nvPr/>
        </p:nvSpPr>
        <p:spPr>
          <a:xfrm>
            <a:off x="1130617" y="1227073"/>
            <a:ext cx="815975"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spc="-10" dirty="0">
                <a:latin typeface="Times New Roman"/>
                <a:cs typeface="Times New Roman"/>
              </a:rPr>
              <a:t>Level-</a:t>
            </a:r>
            <a:r>
              <a:rPr sz="1400" b="1" spc="-50" dirty="0">
                <a:latin typeface="Times New Roman"/>
                <a:cs typeface="Times New Roman"/>
              </a:rPr>
              <a:t>2</a:t>
            </a:r>
            <a:endParaRPr sz="1400">
              <a:latin typeface="Times New Roman"/>
              <a:cs typeface="Times New Roman"/>
            </a:endParaRPr>
          </a:p>
        </p:txBody>
      </p:sp>
      <p:pic>
        <p:nvPicPr>
          <p:cNvPr id="8" name="object 8"/>
          <p:cNvPicPr/>
          <p:nvPr/>
        </p:nvPicPr>
        <p:blipFill>
          <a:blip r:embed="rId4"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304800" y="304800"/>
            <a:ext cx="7165340" cy="9451340"/>
            <a:chOff x="304800" y="304800"/>
            <a:chExt cx="7165340"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017098" y="766723"/>
              <a:ext cx="3783965" cy="7867447"/>
            </a:xfrm>
            <a:prstGeom prst="rect">
              <a:avLst/>
            </a:prstGeom>
          </p:spPr>
        </p:pic>
        <p:sp>
          <p:nvSpPr>
            <p:cNvPr id="6" name="object 6"/>
            <p:cNvSpPr/>
            <p:nvPr/>
          </p:nvSpPr>
          <p:spPr>
            <a:xfrm>
              <a:off x="896937" y="8645906"/>
              <a:ext cx="5981065" cy="12700"/>
            </a:xfrm>
            <a:custGeom>
              <a:avLst/>
              <a:gdLst/>
              <a:ahLst/>
              <a:cxnLst/>
              <a:rect l="l" t="t" r="r" b="b"/>
              <a:pathLst>
                <a:path w="5981065" h="12700">
                  <a:moveTo>
                    <a:pt x="5981065" y="0"/>
                  </a:moveTo>
                  <a:lnTo>
                    <a:pt x="0" y="0"/>
                  </a:lnTo>
                  <a:lnTo>
                    <a:pt x="0" y="12700"/>
                  </a:lnTo>
                  <a:lnTo>
                    <a:pt x="5981065" y="12700"/>
                  </a:lnTo>
                  <a:lnTo>
                    <a:pt x="5981065" y="0"/>
                  </a:lnTo>
                  <a:close/>
                </a:path>
              </a:pathLst>
            </a:custGeom>
            <a:solidFill>
              <a:srgbClr val="4471C4"/>
            </a:solidFill>
          </p:spPr>
          <p:txBody>
            <a:bodyPr wrap="square" lIns="0" tIns="0" rIns="0" bIns="0" rtlCol="0"/>
            <a:lstStyle/>
            <a:p>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60437" y="889381"/>
            <a:ext cx="2196465" cy="754380"/>
          </a:xfrm>
          <a:prstGeom prst="rect">
            <a:avLst/>
          </a:prstGeom>
        </p:spPr>
        <p:txBody>
          <a:bodyPr vert="horz" wrap="square" lIns="0" tIns="12700" rIns="0" bIns="0" rtlCol="0">
            <a:spAutoFit/>
          </a:bodyPr>
          <a:lstStyle/>
          <a:p>
            <a:pPr marL="182880">
              <a:lnSpc>
                <a:spcPct val="100000"/>
              </a:lnSpc>
              <a:spcBef>
                <a:spcPts val="100"/>
              </a:spcBef>
            </a:pPr>
            <a:r>
              <a:rPr sz="1600" b="1" dirty="0">
                <a:latin typeface="Times New Roman"/>
                <a:cs typeface="Times New Roman"/>
              </a:rPr>
              <a:t>8.</a:t>
            </a:r>
            <a:r>
              <a:rPr sz="1600" b="1" spc="185" dirty="0">
                <a:latin typeface="Times New Roman"/>
                <a:cs typeface="Times New Roman"/>
              </a:rPr>
              <a:t> </a:t>
            </a:r>
            <a:r>
              <a:rPr sz="1600" b="1" u="sng" dirty="0">
                <a:uFill>
                  <a:solidFill>
                    <a:srgbClr val="000000"/>
                  </a:solidFill>
                </a:uFill>
                <a:latin typeface="Times New Roman"/>
                <a:cs typeface="Times New Roman"/>
              </a:rPr>
              <a:t>Data</a:t>
            </a:r>
            <a:r>
              <a:rPr sz="1600" b="1" u="sng" spc="-5"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Dictionary</a:t>
            </a:r>
            <a:endParaRPr sz="1600">
              <a:latin typeface="Times New Roman"/>
              <a:cs typeface="Times New Roman"/>
            </a:endParaRPr>
          </a:p>
          <a:p>
            <a:pPr>
              <a:lnSpc>
                <a:spcPct val="100000"/>
              </a:lnSpc>
              <a:spcBef>
                <a:spcPts val="420"/>
              </a:spcBef>
            </a:pPr>
            <a:endParaRPr sz="1600">
              <a:latin typeface="Times New Roman"/>
              <a:cs typeface="Times New Roman"/>
            </a:endParaRPr>
          </a:p>
          <a:p>
            <a:pPr marL="12700">
              <a:lnSpc>
                <a:spcPct val="100000"/>
              </a:lnSpc>
              <a:tabLst>
                <a:tab pos="410845" algn="l"/>
              </a:tabLst>
            </a:pPr>
            <a:r>
              <a:rPr sz="1300" b="1" spc="-25" dirty="0">
                <a:latin typeface="Times New Roman"/>
                <a:cs typeface="Times New Roman"/>
              </a:rPr>
              <a:t>1)</a:t>
            </a:r>
            <a:r>
              <a:rPr sz="1300" b="1" dirty="0">
                <a:latin typeface="Times New Roman"/>
                <a:cs typeface="Times New Roman"/>
              </a:rPr>
              <a:t>	</a:t>
            </a:r>
            <a:r>
              <a:rPr sz="1300" b="1" spc="-10" dirty="0">
                <a:latin typeface="Times New Roman"/>
                <a:cs typeface="Times New Roman"/>
              </a:rPr>
              <a:t>QIT_CompanyCustomer</a:t>
            </a:r>
            <a:endParaRPr sz="1300">
              <a:latin typeface="Times New Roman"/>
              <a:cs typeface="Times New Roman"/>
            </a:endParaRPr>
          </a:p>
        </p:txBody>
      </p:sp>
      <p:graphicFrame>
        <p:nvGraphicFramePr>
          <p:cNvPr id="5" name="object 5"/>
          <p:cNvGraphicFramePr>
            <a:graphicFrameLocks noGrp="1"/>
          </p:cNvGraphicFramePr>
          <p:nvPr/>
        </p:nvGraphicFramePr>
        <p:xfrm>
          <a:off x="914717" y="1646300"/>
          <a:ext cx="5487670" cy="115189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QIT_CompanyCustomer</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Customer</a:t>
                      </a:r>
                      <a:r>
                        <a:rPr sz="1100" spc="-25" dirty="0">
                          <a:latin typeface="Times New Roman"/>
                          <a:cs typeface="Times New Roman"/>
                        </a:rPr>
                        <a:t> </a:t>
                      </a:r>
                      <a:r>
                        <a:rPr sz="1100" spc="-10" dirty="0">
                          <a:latin typeface="Times New Roman"/>
                          <a:cs typeface="Times New Roman"/>
                        </a:rPr>
                        <a:t>Master</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025">
                <a:tc>
                  <a:txBody>
                    <a:bodyPr/>
                    <a:lstStyle/>
                    <a:p>
                      <a:pPr marL="67945">
                        <a:lnSpc>
                          <a:spcPts val="126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36525">
                        <a:lnSpc>
                          <a:spcPts val="1260"/>
                        </a:lnSpc>
                      </a:pPr>
                      <a:r>
                        <a:rPr sz="1100" dirty="0">
                          <a:latin typeface="Times New Roman"/>
                          <a:cs typeface="Times New Roman"/>
                        </a:rPr>
                        <a:t>Used</a:t>
                      </a:r>
                      <a:r>
                        <a:rPr sz="1100" spc="-15" dirty="0">
                          <a:latin typeface="Times New Roman"/>
                          <a:cs typeface="Times New Roman"/>
                        </a:rPr>
                        <a:t> </a:t>
                      </a:r>
                      <a:r>
                        <a:rPr sz="1100" dirty="0">
                          <a:latin typeface="Times New Roman"/>
                          <a:cs typeface="Times New Roman"/>
                        </a:rPr>
                        <a:t>during</a:t>
                      </a:r>
                      <a:r>
                        <a:rPr sz="1100" spc="-15" dirty="0">
                          <a:latin typeface="Times New Roman"/>
                          <a:cs typeface="Times New Roman"/>
                        </a:rPr>
                        <a:t> </a:t>
                      </a:r>
                      <a:r>
                        <a:rPr sz="1100" dirty="0">
                          <a:latin typeface="Times New Roman"/>
                          <a:cs typeface="Times New Roman"/>
                        </a:rPr>
                        <a:t>customer</a:t>
                      </a:r>
                      <a:r>
                        <a:rPr sz="1100" spc="-25" dirty="0">
                          <a:latin typeface="Times New Roman"/>
                          <a:cs typeface="Times New Roman"/>
                        </a:rPr>
                        <a:t> </a:t>
                      </a:r>
                      <a:r>
                        <a:rPr sz="1100" dirty="0">
                          <a:latin typeface="Times New Roman"/>
                          <a:cs typeface="Times New Roman"/>
                        </a:rPr>
                        <a:t>registration,</a:t>
                      </a:r>
                      <a:r>
                        <a:rPr sz="1100" spc="-20" dirty="0">
                          <a:latin typeface="Times New Roman"/>
                          <a:cs typeface="Times New Roman"/>
                        </a:rPr>
                        <a:t> </a:t>
                      </a:r>
                      <a:r>
                        <a:rPr sz="1100" dirty="0">
                          <a:latin typeface="Times New Roman"/>
                          <a:cs typeface="Times New Roman"/>
                        </a:rPr>
                        <a:t>login,</a:t>
                      </a:r>
                      <a:r>
                        <a:rPr sz="1100" spc="-15" dirty="0">
                          <a:latin typeface="Times New Roman"/>
                          <a:cs typeface="Times New Roman"/>
                        </a:rPr>
                        <a:t> </a:t>
                      </a:r>
                      <a:r>
                        <a:rPr sz="1100" spc="-25" dirty="0">
                          <a:latin typeface="Times New Roman"/>
                          <a:cs typeface="Times New Roman"/>
                        </a:rPr>
                        <a:t>and </a:t>
                      </a:r>
                      <a:r>
                        <a:rPr sz="1100" dirty="0">
                          <a:latin typeface="Times New Roman"/>
                          <a:cs typeface="Times New Roman"/>
                        </a:rPr>
                        <a:t>company-wise</a:t>
                      </a:r>
                      <a:r>
                        <a:rPr sz="1100" spc="-30" dirty="0">
                          <a:latin typeface="Times New Roman"/>
                          <a:cs typeface="Times New Roman"/>
                        </a:rPr>
                        <a:t> </a:t>
                      </a:r>
                      <a:r>
                        <a:rPr sz="1100" spc="-10" dirty="0">
                          <a:latin typeface="Times New Roman"/>
                          <a:cs typeface="Times New Roman"/>
                        </a:rPr>
                        <a:t>mapping.</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5140">
                <a:tc>
                  <a:txBody>
                    <a:bodyPr/>
                    <a:lstStyle/>
                    <a:p>
                      <a:pPr marL="67945">
                        <a:lnSpc>
                          <a:spcPts val="126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76860">
                        <a:lnSpc>
                          <a:spcPts val="1260"/>
                        </a:lnSpc>
                        <a:spcBef>
                          <a:spcPts val="30"/>
                        </a:spcBef>
                      </a:pPr>
                      <a:r>
                        <a:rPr sz="1100" dirty="0">
                          <a:latin typeface="Times New Roman"/>
                          <a:cs typeface="Times New Roman"/>
                        </a:rPr>
                        <a:t>Stores</a:t>
                      </a:r>
                      <a:r>
                        <a:rPr sz="1100" spc="-15" dirty="0">
                          <a:latin typeface="Times New Roman"/>
                          <a:cs typeface="Times New Roman"/>
                        </a:rPr>
                        <a:t> </a:t>
                      </a:r>
                      <a:r>
                        <a:rPr sz="1100" dirty="0">
                          <a:latin typeface="Times New Roman"/>
                          <a:cs typeface="Times New Roman"/>
                        </a:rPr>
                        <a:t>all</a:t>
                      </a:r>
                      <a:r>
                        <a:rPr sz="1100" spc="-15" dirty="0">
                          <a:latin typeface="Times New Roman"/>
                          <a:cs typeface="Times New Roman"/>
                        </a:rPr>
                        <a:t> </a:t>
                      </a:r>
                      <a:r>
                        <a:rPr sz="1100" dirty="0">
                          <a:latin typeface="Times New Roman"/>
                          <a:cs typeface="Times New Roman"/>
                        </a:rPr>
                        <a:t>details</a:t>
                      </a:r>
                      <a:r>
                        <a:rPr sz="1100" spc="-10" dirty="0">
                          <a:latin typeface="Times New Roman"/>
                          <a:cs typeface="Times New Roman"/>
                        </a:rPr>
                        <a:t> </a:t>
                      </a:r>
                      <a:r>
                        <a:rPr sz="1100" dirty="0">
                          <a:latin typeface="Times New Roman"/>
                          <a:cs typeface="Times New Roman"/>
                        </a:rPr>
                        <a:t>of</a:t>
                      </a:r>
                      <a:r>
                        <a:rPr sz="1100" spc="-15" dirty="0">
                          <a:latin typeface="Times New Roman"/>
                          <a:cs typeface="Times New Roman"/>
                        </a:rPr>
                        <a:t> </a:t>
                      </a:r>
                      <a:r>
                        <a:rPr sz="1100" dirty="0">
                          <a:latin typeface="Times New Roman"/>
                          <a:cs typeface="Times New Roman"/>
                        </a:rPr>
                        <a:t>the customer</a:t>
                      </a:r>
                      <a:r>
                        <a:rPr sz="1100" spc="-15" dirty="0">
                          <a:latin typeface="Times New Roman"/>
                          <a:cs typeface="Times New Roman"/>
                        </a:rPr>
                        <a:t> </a:t>
                      </a:r>
                      <a:r>
                        <a:rPr sz="1100" spc="-10" dirty="0">
                          <a:latin typeface="Times New Roman"/>
                          <a:cs typeface="Times New Roman"/>
                        </a:rPr>
                        <a:t>including </a:t>
                      </a:r>
                      <a:r>
                        <a:rPr sz="1100" dirty="0">
                          <a:latin typeface="Times New Roman"/>
                          <a:cs typeface="Times New Roman"/>
                        </a:rPr>
                        <a:t>credentials,</a:t>
                      </a:r>
                      <a:r>
                        <a:rPr sz="1100" spc="-25" dirty="0">
                          <a:latin typeface="Times New Roman"/>
                          <a:cs typeface="Times New Roman"/>
                        </a:rPr>
                        <a:t> </a:t>
                      </a:r>
                      <a:r>
                        <a:rPr sz="1100" dirty="0">
                          <a:latin typeface="Times New Roman"/>
                          <a:cs typeface="Times New Roman"/>
                        </a:rPr>
                        <a:t>profile,</a:t>
                      </a:r>
                      <a:r>
                        <a:rPr sz="1100" spc="-20" dirty="0">
                          <a:latin typeface="Times New Roman"/>
                          <a:cs typeface="Times New Roman"/>
                        </a:rPr>
                        <a:t> </a:t>
                      </a:r>
                      <a:r>
                        <a:rPr sz="1100" dirty="0">
                          <a:latin typeface="Times New Roman"/>
                          <a:cs typeface="Times New Roman"/>
                        </a:rPr>
                        <a:t>location,</a:t>
                      </a:r>
                      <a:r>
                        <a:rPr sz="1100" spc="-25" dirty="0">
                          <a:latin typeface="Times New Roman"/>
                          <a:cs typeface="Times New Roman"/>
                        </a:rPr>
                        <a:t> </a:t>
                      </a:r>
                      <a:r>
                        <a:rPr sz="1100" spc="-10" dirty="0">
                          <a:latin typeface="Times New Roman"/>
                          <a:cs typeface="Times New Roman"/>
                        </a:rPr>
                        <a:t>company</a:t>
                      </a:r>
                      <a:endParaRPr sz="1100">
                        <a:latin typeface="Times New Roman"/>
                        <a:cs typeface="Times New Roman"/>
                      </a:endParaRPr>
                    </a:p>
                    <a:p>
                      <a:pPr marL="68580">
                        <a:lnSpc>
                          <a:spcPts val="1170"/>
                        </a:lnSpc>
                      </a:pPr>
                      <a:r>
                        <a:rPr sz="1100" dirty="0">
                          <a:latin typeface="Times New Roman"/>
                          <a:cs typeface="Times New Roman"/>
                        </a:rPr>
                        <a:t>linkage,</a:t>
                      </a:r>
                      <a:r>
                        <a:rPr sz="1100" spc="-20" dirty="0">
                          <a:latin typeface="Times New Roman"/>
                          <a:cs typeface="Times New Roman"/>
                        </a:rPr>
                        <a:t> </a:t>
                      </a:r>
                      <a:r>
                        <a:rPr sz="1100" dirty="0">
                          <a:latin typeface="Times New Roman"/>
                          <a:cs typeface="Times New Roman"/>
                        </a:rPr>
                        <a:t>and</a:t>
                      </a:r>
                      <a:r>
                        <a:rPr sz="1100" spc="-10" dirty="0">
                          <a:latin typeface="Times New Roman"/>
                          <a:cs typeface="Times New Roman"/>
                        </a:rPr>
                        <a:t> </a:t>
                      </a:r>
                      <a:r>
                        <a:rPr sz="1100" dirty="0">
                          <a:latin typeface="Times New Roman"/>
                          <a:cs typeface="Times New Roman"/>
                        </a:rPr>
                        <a:t>activity</a:t>
                      </a:r>
                      <a:r>
                        <a:rPr sz="1100" spc="-15" dirty="0">
                          <a:latin typeface="Times New Roman"/>
                          <a:cs typeface="Times New Roman"/>
                        </a:rPr>
                        <a:t> </a:t>
                      </a:r>
                      <a:r>
                        <a:rPr sz="1100" spc="-10" dirty="0">
                          <a:latin typeface="Times New Roman"/>
                          <a:cs typeface="Times New Roman"/>
                        </a:rPr>
                        <a:t>flags.</a:t>
                      </a:r>
                      <a:endParaRPr sz="1100">
                        <a:latin typeface="Times New Roman"/>
                        <a:cs typeface="Times New Roman"/>
                      </a:endParaRPr>
                    </a:p>
                  </a:txBody>
                  <a:tcPr marL="0" marR="0" marT="3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object 6"/>
          <p:cNvSpPr txBox="1"/>
          <p:nvPr/>
        </p:nvSpPr>
        <p:spPr>
          <a:xfrm>
            <a:off x="960437" y="3056255"/>
            <a:ext cx="1500505" cy="223520"/>
          </a:xfrm>
          <a:prstGeom prst="rect">
            <a:avLst/>
          </a:prstGeom>
        </p:spPr>
        <p:txBody>
          <a:bodyPr vert="horz" wrap="square" lIns="0" tIns="12700" rIns="0" bIns="0" rtlCol="0">
            <a:spAutoFit/>
          </a:bodyPr>
          <a:lstStyle/>
          <a:p>
            <a:pPr marL="12700">
              <a:lnSpc>
                <a:spcPct val="100000"/>
              </a:lnSpc>
              <a:spcBef>
                <a:spcPts val="100"/>
              </a:spcBef>
              <a:tabLst>
                <a:tab pos="410845" algn="l"/>
              </a:tabLst>
            </a:pPr>
            <a:r>
              <a:rPr sz="1300" b="1" spc="-25" dirty="0">
                <a:latin typeface="Times New Roman"/>
                <a:cs typeface="Times New Roman"/>
              </a:rPr>
              <a:t>2)</a:t>
            </a:r>
            <a:r>
              <a:rPr sz="1300" b="1" dirty="0">
                <a:latin typeface="Times New Roman"/>
                <a:cs typeface="Times New Roman"/>
              </a:rPr>
              <a:t>	</a:t>
            </a:r>
            <a:r>
              <a:rPr sz="1300" b="1" spc="-10" dirty="0">
                <a:latin typeface="Times New Roman"/>
                <a:cs typeface="Times New Roman"/>
              </a:rPr>
              <a:t>QIT_Company</a:t>
            </a:r>
            <a:endParaRPr sz="1300">
              <a:latin typeface="Times New Roman"/>
              <a:cs typeface="Times New Roman"/>
            </a:endParaRPr>
          </a:p>
        </p:txBody>
      </p:sp>
      <p:graphicFrame>
        <p:nvGraphicFramePr>
          <p:cNvPr id="7" name="object 7"/>
          <p:cNvGraphicFramePr>
            <a:graphicFrameLocks noGrp="1"/>
          </p:cNvGraphicFramePr>
          <p:nvPr/>
        </p:nvGraphicFramePr>
        <p:xfrm>
          <a:off x="914717" y="3282315"/>
          <a:ext cx="5487670" cy="1317625"/>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5"/>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5"/>
                        </a:lnSpc>
                      </a:pPr>
                      <a:r>
                        <a:rPr sz="1100" spc="-10" dirty="0">
                          <a:latin typeface="Times New Roman"/>
                          <a:cs typeface="Times New Roman"/>
                        </a:rPr>
                        <a:t>QIT_Company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005">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Company</a:t>
                      </a:r>
                      <a:r>
                        <a:rPr sz="1100" spc="-10" dirty="0">
                          <a:latin typeface="Times New Roman"/>
                          <a:cs typeface="Times New Roman"/>
                        </a:rPr>
                        <a:t> Master</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87680">
                <a:tc>
                  <a:txBody>
                    <a:bodyPr/>
                    <a:lstStyle/>
                    <a:p>
                      <a:pPr marL="67945">
                        <a:lnSpc>
                          <a:spcPts val="126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40"/>
                        </a:lnSpc>
                      </a:pPr>
                      <a:r>
                        <a:rPr sz="1100" dirty="0">
                          <a:latin typeface="Times New Roman"/>
                          <a:cs typeface="Times New Roman"/>
                        </a:rPr>
                        <a:t>Used</a:t>
                      </a:r>
                      <a:r>
                        <a:rPr sz="1100" spc="-15" dirty="0">
                          <a:latin typeface="Times New Roman"/>
                          <a:cs typeface="Times New Roman"/>
                        </a:rPr>
                        <a:t> </a:t>
                      </a:r>
                      <a:r>
                        <a:rPr sz="1100" dirty="0">
                          <a:latin typeface="Times New Roman"/>
                          <a:cs typeface="Times New Roman"/>
                        </a:rPr>
                        <a:t>while</a:t>
                      </a:r>
                      <a:r>
                        <a:rPr sz="1100" spc="-25" dirty="0">
                          <a:latin typeface="Times New Roman"/>
                          <a:cs typeface="Times New Roman"/>
                        </a:rPr>
                        <a:t> </a:t>
                      </a:r>
                      <a:r>
                        <a:rPr sz="1100" dirty="0">
                          <a:latin typeface="Times New Roman"/>
                          <a:cs typeface="Times New Roman"/>
                        </a:rPr>
                        <a:t>registering</a:t>
                      </a:r>
                      <a:r>
                        <a:rPr sz="1100" spc="-10" dirty="0">
                          <a:latin typeface="Times New Roman"/>
                          <a:cs typeface="Times New Roman"/>
                        </a:rPr>
                        <a:t> </a:t>
                      </a:r>
                      <a:r>
                        <a:rPr sz="1100" dirty="0">
                          <a:latin typeface="Times New Roman"/>
                          <a:cs typeface="Times New Roman"/>
                        </a:rPr>
                        <a:t>and</a:t>
                      </a:r>
                      <a:r>
                        <a:rPr sz="1100" spc="-10" dirty="0">
                          <a:latin typeface="Times New Roman"/>
                          <a:cs typeface="Times New Roman"/>
                        </a:rPr>
                        <a:t> managing</a:t>
                      </a:r>
                      <a:endParaRPr sz="1100">
                        <a:latin typeface="Times New Roman"/>
                        <a:cs typeface="Times New Roman"/>
                      </a:endParaRPr>
                    </a:p>
                    <a:p>
                      <a:pPr marL="68580" marR="237490">
                        <a:lnSpc>
                          <a:spcPts val="1260"/>
                        </a:lnSpc>
                      </a:pPr>
                      <a:r>
                        <a:rPr sz="1100" dirty="0">
                          <a:latin typeface="Times New Roman"/>
                          <a:cs typeface="Times New Roman"/>
                        </a:rPr>
                        <a:t>companies.</a:t>
                      </a:r>
                      <a:r>
                        <a:rPr sz="1100" spc="-20" dirty="0">
                          <a:latin typeface="Times New Roman"/>
                          <a:cs typeface="Times New Roman"/>
                        </a:rPr>
                        <a:t> </a:t>
                      </a:r>
                      <a:r>
                        <a:rPr sz="1100" dirty="0">
                          <a:latin typeface="Times New Roman"/>
                          <a:cs typeface="Times New Roman"/>
                        </a:rPr>
                        <a:t>Links</a:t>
                      </a:r>
                      <a:r>
                        <a:rPr sz="1100" spc="-25" dirty="0">
                          <a:latin typeface="Times New Roman"/>
                          <a:cs typeface="Times New Roman"/>
                        </a:rPr>
                        <a:t> </a:t>
                      </a:r>
                      <a:r>
                        <a:rPr sz="1100" dirty="0">
                          <a:latin typeface="Times New Roman"/>
                          <a:cs typeface="Times New Roman"/>
                        </a:rPr>
                        <a:t>to</a:t>
                      </a:r>
                      <a:r>
                        <a:rPr sz="1100" spc="-30" dirty="0">
                          <a:latin typeface="Times New Roman"/>
                          <a:cs typeface="Times New Roman"/>
                        </a:rPr>
                        <a:t> </a:t>
                      </a:r>
                      <a:r>
                        <a:rPr sz="1100" dirty="0">
                          <a:latin typeface="Times New Roman"/>
                          <a:cs typeface="Times New Roman"/>
                        </a:rPr>
                        <a:t>customers,</a:t>
                      </a:r>
                      <a:r>
                        <a:rPr sz="1100" spc="-15" dirty="0">
                          <a:latin typeface="Times New Roman"/>
                          <a:cs typeface="Times New Roman"/>
                        </a:rPr>
                        <a:t> </a:t>
                      </a:r>
                      <a:r>
                        <a:rPr sz="1100" spc="-10" dirty="0">
                          <a:latin typeface="Times New Roman"/>
                          <a:cs typeface="Times New Roman"/>
                        </a:rPr>
                        <a:t>employees, </a:t>
                      </a:r>
                      <a:r>
                        <a:rPr sz="1100" dirty="0">
                          <a:latin typeface="Times New Roman"/>
                          <a:cs typeface="Times New Roman"/>
                        </a:rPr>
                        <a:t>categories,</a:t>
                      </a:r>
                      <a:r>
                        <a:rPr sz="1100" spc="-40" dirty="0">
                          <a:latin typeface="Times New Roman"/>
                          <a:cs typeface="Times New Roman"/>
                        </a:rPr>
                        <a:t> </a:t>
                      </a:r>
                      <a:r>
                        <a:rPr sz="1100" spc="-20" dirty="0">
                          <a:latin typeface="Times New Roman"/>
                          <a:cs typeface="Times New Roman"/>
                        </a:rPr>
                        <a:t>etc.</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680">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02235">
                        <a:lnSpc>
                          <a:spcPts val="1260"/>
                        </a:lnSpc>
                      </a:pPr>
                      <a:r>
                        <a:rPr sz="1100" spc="-10" dirty="0">
                          <a:latin typeface="Times New Roman"/>
                          <a:cs typeface="Times New Roman"/>
                        </a:rPr>
                        <a:t>Company-</a:t>
                      </a:r>
                      <a:r>
                        <a:rPr sz="1100" dirty="0">
                          <a:latin typeface="Times New Roman"/>
                          <a:cs typeface="Times New Roman"/>
                        </a:rPr>
                        <a:t>level</a:t>
                      </a:r>
                      <a:r>
                        <a:rPr sz="1100" spc="-15" dirty="0">
                          <a:latin typeface="Times New Roman"/>
                          <a:cs typeface="Times New Roman"/>
                        </a:rPr>
                        <a:t> </a:t>
                      </a:r>
                      <a:r>
                        <a:rPr sz="1100" dirty="0">
                          <a:latin typeface="Times New Roman"/>
                          <a:cs typeface="Times New Roman"/>
                        </a:rPr>
                        <a:t>data</a:t>
                      </a:r>
                      <a:r>
                        <a:rPr sz="1100" spc="-10" dirty="0">
                          <a:latin typeface="Times New Roman"/>
                          <a:cs typeface="Times New Roman"/>
                        </a:rPr>
                        <a:t> </a:t>
                      </a:r>
                      <a:r>
                        <a:rPr sz="1100" dirty="0">
                          <a:latin typeface="Times New Roman"/>
                          <a:cs typeface="Times New Roman"/>
                        </a:rPr>
                        <a:t>including</a:t>
                      </a:r>
                      <a:r>
                        <a:rPr sz="1100" spc="5" dirty="0">
                          <a:latin typeface="Times New Roman"/>
                          <a:cs typeface="Times New Roman"/>
                        </a:rPr>
                        <a:t> </a:t>
                      </a:r>
                      <a:r>
                        <a:rPr sz="1100" dirty="0">
                          <a:latin typeface="Times New Roman"/>
                          <a:cs typeface="Times New Roman"/>
                        </a:rPr>
                        <a:t>contact, </a:t>
                      </a:r>
                      <a:r>
                        <a:rPr sz="1100" spc="-10" dirty="0">
                          <a:latin typeface="Times New Roman"/>
                          <a:cs typeface="Times New Roman"/>
                        </a:rPr>
                        <a:t>avatar, </a:t>
                      </a:r>
                      <a:r>
                        <a:rPr sz="1100" dirty="0">
                          <a:latin typeface="Times New Roman"/>
                          <a:cs typeface="Times New Roman"/>
                        </a:rPr>
                        <a:t>login,</a:t>
                      </a:r>
                      <a:r>
                        <a:rPr sz="1100" spc="-15" dirty="0">
                          <a:latin typeface="Times New Roman"/>
                          <a:cs typeface="Times New Roman"/>
                        </a:rPr>
                        <a:t> </a:t>
                      </a:r>
                      <a:r>
                        <a:rPr sz="1100" dirty="0">
                          <a:latin typeface="Times New Roman"/>
                          <a:cs typeface="Times New Roman"/>
                        </a:rPr>
                        <a:t>and</a:t>
                      </a:r>
                      <a:r>
                        <a:rPr sz="1100" spc="-30" dirty="0">
                          <a:latin typeface="Times New Roman"/>
                          <a:cs typeface="Times New Roman"/>
                        </a:rPr>
                        <a:t> </a:t>
                      </a:r>
                      <a:r>
                        <a:rPr sz="1100" dirty="0">
                          <a:latin typeface="Times New Roman"/>
                          <a:cs typeface="Times New Roman"/>
                        </a:rPr>
                        <a:t>OTP</a:t>
                      </a:r>
                      <a:r>
                        <a:rPr sz="1100" spc="-65" dirty="0">
                          <a:latin typeface="Times New Roman"/>
                          <a:cs typeface="Times New Roman"/>
                        </a:rPr>
                        <a:t> </a:t>
                      </a:r>
                      <a:r>
                        <a:rPr sz="1100" dirty="0">
                          <a:latin typeface="Times New Roman"/>
                          <a:cs typeface="Times New Roman"/>
                        </a:rPr>
                        <a:t>verification.</a:t>
                      </a:r>
                      <a:r>
                        <a:rPr sz="1100" spc="-15" dirty="0">
                          <a:latin typeface="Times New Roman"/>
                          <a:cs typeface="Times New Roman"/>
                        </a:rPr>
                        <a:t> </a:t>
                      </a:r>
                      <a:r>
                        <a:rPr sz="1100" dirty="0">
                          <a:latin typeface="Times New Roman"/>
                          <a:cs typeface="Times New Roman"/>
                        </a:rPr>
                        <a:t>Serves</a:t>
                      </a:r>
                      <a:r>
                        <a:rPr sz="1100" spc="-20" dirty="0">
                          <a:latin typeface="Times New Roman"/>
                          <a:cs typeface="Times New Roman"/>
                        </a:rPr>
                        <a:t> </a:t>
                      </a:r>
                      <a:r>
                        <a:rPr sz="1100" dirty="0">
                          <a:latin typeface="Times New Roman"/>
                          <a:cs typeface="Times New Roman"/>
                        </a:rPr>
                        <a:t>as</a:t>
                      </a:r>
                      <a:r>
                        <a:rPr sz="1100" spc="-25" dirty="0">
                          <a:latin typeface="Times New Roman"/>
                          <a:cs typeface="Times New Roman"/>
                        </a:rPr>
                        <a:t> </a:t>
                      </a:r>
                      <a:r>
                        <a:rPr sz="1100" spc="-10" dirty="0">
                          <a:latin typeface="Times New Roman"/>
                          <a:cs typeface="Times New Roman"/>
                        </a:rPr>
                        <a:t>parent </a:t>
                      </a:r>
                      <a:r>
                        <a:rPr sz="1100" dirty="0">
                          <a:latin typeface="Times New Roman"/>
                          <a:cs typeface="Times New Roman"/>
                        </a:rPr>
                        <a:t>to various</a:t>
                      </a:r>
                      <a:r>
                        <a:rPr sz="1100" spc="-15" dirty="0">
                          <a:latin typeface="Times New Roman"/>
                          <a:cs typeface="Times New Roman"/>
                        </a:rPr>
                        <a:t> </a:t>
                      </a:r>
                      <a:r>
                        <a:rPr sz="1100" spc="-10" dirty="0">
                          <a:latin typeface="Times New Roman"/>
                          <a:cs typeface="Times New Roman"/>
                        </a:rPr>
                        <a:t>modules.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8" name="object 8"/>
          <p:cNvSpPr txBox="1"/>
          <p:nvPr/>
        </p:nvSpPr>
        <p:spPr>
          <a:xfrm>
            <a:off x="960437" y="4852670"/>
            <a:ext cx="2196465" cy="223520"/>
          </a:xfrm>
          <a:prstGeom prst="rect">
            <a:avLst/>
          </a:prstGeom>
        </p:spPr>
        <p:txBody>
          <a:bodyPr vert="horz" wrap="square" lIns="0" tIns="12700" rIns="0" bIns="0" rtlCol="0">
            <a:spAutoFit/>
          </a:bodyPr>
          <a:lstStyle/>
          <a:p>
            <a:pPr marL="12700">
              <a:lnSpc>
                <a:spcPct val="100000"/>
              </a:lnSpc>
              <a:spcBef>
                <a:spcPts val="100"/>
              </a:spcBef>
              <a:tabLst>
                <a:tab pos="410845" algn="l"/>
              </a:tabLst>
            </a:pPr>
            <a:r>
              <a:rPr sz="1300" b="1" spc="-25" dirty="0">
                <a:latin typeface="Times New Roman"/>
                <a:cs typeface="Times New Roman"/>
              </a:rPr>
              <a:t>3)</a:t>
            </a:r>
            <a:r>
              <a:rPr sz="1300" b="1" dirty="0">
                <a:latin typeface="Times New Roman"/>
                <a:cs typeface="Times New Roman"/>
              </a:rPr>
              <a:t>	</a:t>
            </a:r>
            <a:r>
              <a:rPr sz="1300" b="1" spc="-10" dirty="0">
                <a:latin typeface="Times New Roman"/>
                <a:cs typeface="Times New Roman"/>
              </a:rPr>
              <a:t>QIT_CompanyEmployee</a:t>
            </a:r>
            <a:endParaRPr sz="1300">
              <a:latin typeface="Times New Roman"/>
              <a:cs typeface="Times New Roman"/>
            </a:endParaRPr>
          </a:p>
        </p:txBody>
      </p:sp>
      <p:graphicFrame>
        <p:nvGraphicFramePr>
          <p:cNvPr id="9" name="object 9"/>
          <p:cNvGraphicFramePr>
            <a:graphicFrameLocks noGrp="1"/>
          </p:cNvGraphicFramePr>
          <p:nvPr/>
        </p:nvGraphicFramePr>
        <p:xfrm>
          <a:off x="914717" y="5081270"/>
          <a:ext cx="5487670" cy="1315085"/>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QIT_CompanyEmployee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005">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Internal</a:t>
                      </a:r>
                      <a:r>
                        <a:rPr sz="1100" spc="-20" dirty="0">
                          <a:latin typeface="Times New Roman"/>
                          <a:cs typeface="Times New Roman"/>
                        </a:rPr>
                        <a:t> </a:t>
                      </a:r>
                      <a:r>
                        <a:rPr sz="1100" dirty="0">
                          <a:latin typeface="Times New Roman"/>
                          <a:cs typeface="Times New Roman"/>
                        </a:rPr>
                        <a:t>Company</a:t>
                      </a:r>
                      <a:r>
                        <a:rPr sz="1100" spc="-20" dirty="0">
                          <a:latin typeface="Times New Roman"/>
                          <a:cs typeface="Times New Roman"/>
                        </a:rPr>
                        <a:t> Users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87680">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494030">
                        <a:lnSpc>
                          <a:spcPts val="1260"/>
                        </a:lnSpc>
                      </a:pPr>
                      <a:r>
                        <a:rPr sz="1100" dirty="0">
                          <a:latin typeface="Times New Roman"/>
                          <a:cs typeface="Times New Roman"/>
                        </a:rPr>
                        <a:t>Used</a:t>
                      </a:r>
                      <a:r>
                        <a:rPr sz="1100" spc="-20" dirty="0">
                          <a:latin typeface="Times New Roman"/>
                          <a:cs typeface="Times New Roman"/>
                        </a:rPr>
                        <a:t> </a:t>
                      </a:r>
                      <a:r>
                        <a:rPr sz="1100" dirty="0">
                          <a:latin typeface="Times New Roman"/>
                          <a:cs typeface="Times New Roman"/>
                        </a:rPr>
                        <a:t>for</a:t>
                      </a:r>
                      <a:r>
                        <a:rPr sz="1100" spc="-30" dirty="0">
                          <a:latin typeface="Times New Roman"/>
                          <a:cs typeface="Times New Roman"/>
                        </a:rPr>
                        <a:t> </a:t>
                      </a:r>
                      <a:r>
                        <a:rPr sz="1100" dirty="0">
                          <a:latin typeface="Times New Roman"/>
                          <a:cs typeface="Times New Roman"/>
                        </a:rPr>
                        <a:t>login/authentication</a:t>
                      </a:r>
                      <a:r>
                        <a:rPr sz="1100" spc="-20" dirty="0">
                          <a:latin typeface="Times New Roman"/>
                          <a:cs typeface="Times New Roman"/>
                        </a:rPr>
                        <a:t> </a:t>
                      </a:r>
                      <a:r>
                        <a:rPr sz="1100" spc="-25" dirty="0">
                          <a:latin typeface="Times New Roman"/>
                          <a:cs typeface="Times New Roman"/>
                        </a:rPr>
                        <a:t>and </a:t>
                      </a:r>
                      <a:r>
                        <a:rPr sz="1100" dirty="0">
                          <a:latin typeface="Times New Roman"/>
                          <a:cs typeface="Times New Roman"/>
                        </a:rPr>
                        <a:t>management</a:t>
                      </a:r>
                      <a:r>
                        <a:rPr sz="1100" spc="-25" dirty="0">
                          <a:latin typeface="Times New Roman"/>
                          <a:cs typeface="Times New Roman"/>
                        </a:rPr>
                        <a:t> </a:t>
                      </a:r>
                      <a:r>
                        <a:rPr sz="1100" dirty="0">
                          <a:latin typeface="Times New Roman"/>
                          <a:cs typeface="Times New Roman"/>
                        </a:rPr>
                        <a:t>of</a:t>
                      </a:r>
                      <a:r>
                        <a:rPr sz="1100" spc="-20" dirty="0">
                          <a:latin typeface="Times New Roman"/>
                          <a:cs typeface="Times New Roman"/>
                        </a:rPr>
                        <a:t> </a:t>
                      </a:r>
                      <a:r>
                        <a:rPr sz="1100" dirty="0">
                          <a:latin typeface="Times New Roman"/>
                          <a:cs typeface="Times New Roman"/>
                        </a:rPr>
                        <a:t>internal</a:t>
                      </a:r>
                      <a:r>
                        <a:rPr sz="1100" spc="-20" dirty="0">
                          <a:latin typeface="Times New Roman"/>
                          <a:cs typeface="Times New Roman"/>
                        </a:rPr>
                        <a:t> </a:t>
                      </a:r>
                      <a:r>
                        <a:rPr sz="1100" dirty="0">
                          <a:latin typeface="Times New Roman"/>
                          <a:cs typeface="Times New Roman"/>
                        </a:rPr>
                        <a:t>users</a:t>
                      </a:r>
                      <a:r>
                        <a:rPr sz="1100" spc="-20" dirty="0">
                          <a:latin typeface="Times New Roman"/>
                          <a:cs typeface="Times New Roman"/>
                        </a:rPr>
                        <a:t> </a:t>
                      </a:r>
                      <a:r>
                        <a:rPr sz="1100" dirty="0">
                          <a:latin typeface="Times New Roman"/>
                          <a:cs typeface="Times New Roman"/>
                        </a:rPr>
                        <a:t>linked</a:t>
                      </a:r>
                      <a:r>
                        <a:rPr sz="1100" spc="-5" dirty="0">
                          <a:latin typeface="Times New Roman"/>
                          <a:cs typeface="Times New Roman"/>
                        </a:rPr>
                        <a:t> </a:t>
                      </a:r>
                      <a:r>
                        <a:rPr sz="1100" spc="-25" dirty="0">
                          <a:latin typeface="Times New Roman"/>
                          <a:cs typeface="Times New Roman"/>
                        </a:rPr>
                        <a:t>to </a:t>
                      </a:r>
                      <a:r>
                        <a:rPr sz="1100" spc="-10" dirty="0">
                          <a:latin typeface="Times New Roman"/>
                          <a:cs typeface="Times New Roman"/>
                        </a:rPr>
                        <a:t>companies.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680">
                <a:tc>
                  <a:txBody>
                    <a:bodyPr/>
                    <a:lstStyle/>
                    <a:p>
                      <a:pPr marL="67945">
                        <a:lnSpc>
                          <a:spcPts val="1285"/>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38430">
                        <a:lnSpc>
                          <a:spcPct val="95500"/>
                        </a:lnSpc>
                      </a:pPr>
                      <a:r>
                        <a:rPr sz="1100" dirty="0">
                          <a:latin typeface="Times New Roman"/>
                          <a:cs typeface="Times New Roman"/>
                        </a:rPr>
                        <a:t>Holds</a:t>
                      </a:r>
                      <a:r>
                        <a:rPr sz="1100" spc="-20" dirty="0">
                          <a:latin typeface="Times New Roman"/>
                          <a:cs typeface="Times New Roman"/>
                        </a:rPr>
                        <a:t> </a:t>
                      </a:r>
                      <a:r>
                        <a:rPr sz="1100" dirty="0">
                          <a:latin typeface="Times New Roman"/>
                          <a:cs typeface="Times New Roman"/>
                        </a:rPr>
                        <a:t>company</a:t>
                      </a:r>
                      <a:r>
                        <a:rPr sz="1100" spc="-25" dirty="0">
                          <a:latin typeface="Times New Roman"/>
                          <a:cs typeface="Times New Roman"/>
                        </a:rPr>
                        <a:t> </a:t>
                      </a:r>
                      <a:r>
                        <a:rPr sz="1100" dirty="0">
                          <a:latin typeface="Times New Roman"/>
                          <a:cs typeface="Times New Roman"/>
                        </a:rPr>
                        <a:t>user</a:t>
                      </a:r>
                      <a:r>
                        <a:rPr sz="1100" spc="-15" dirty="0">
                          <a:latin typeface="Times New Roman"/>
                          <a:cs typeface="Times New Roman"/>
                        </a:rPr>
                        <a:t> </a:t>
                      </a:r>
                      <a:r>
                        <a:rPr sz="1100" dirty="0">
                          <a:latin typeface="Times New Roman"/>
                          <a:cs typeface="Times New Roman"/>
                        </a:rPr>
                        <a:t>data</a:t>
                      </a:r>
                      <a:r>
                        <a:rPr sz="1100" spc="-20" dirty="0">
                          <a:latin typeface="Times New Roman"/>
                          <a:cs typeface="Times New Roman"/>
                        </a:rPr>
                        <a:t> </a:t>
                      </a:r>
                      <a:r>
                        <a:rPr sz="1100" dirty="0">
                          <a:latin typeface="Times New Roman"/>
                          <a:cs typeface="Times New Roman"/>
                        </a:rPr>
                        <a:t>such</a:t>
                      </a:r>
                      <a:r>
                        <a:rPr sz="1100" spc="-5" dirty="0">
                          <a:latin typeface="Times New Roman"/>
                          <a:cs typeface="Times New Roman"/>
                        </a:rPr>
                        <a:t> </a:t>
                      </a:r>
                      <a:r>
                        <a:rPr sz="1100" dirty="0">
                          <a:latin typeface="Times New Roman"/>
                          <a:cs typeface="Times New Roman"/>
                        </a:rPr>
                        <a:t>as</a:t>
                      </a:r>
                      <a:r>
                        <a:rPr sz="1100" spc="-15" dirty="0">
                          <a:latin typeface="Times New Roman"/>
                          <a:cs typeface="Times New Roman"/>
                        </a:rPr>
                        <a:t> </a:t>
                      </a:r>
                      <a:r>
                        <a:rPr sz="1100" spc="-10" dirty="0">
                          <a:latin typeface="Times New Roman"/>
                          <a:cs typeface="Times New Roman"/>
                        </a:rPr>
                        <a:t>credentials, </a:t>
                      </a:r>
                      <a:r>
                        <a:rPr sz="1100" dirty="0">
                          <a:latin typeface="Times New Roman"/>
                          <a:cs typeface="Times New Roman"/>
                        </a:rPr>
                        <a:t>status,</a:t>
                      </a:r>
                      <a:r>
                        <a:rPr sz="1100" spc="-15" dirty="0">
                          <a:latin typeface="Times New Roman"/>
                          <a:cs typeface="Times New Roman"/>
                        </a:rPr>
                        <a:t> </a:t>
                      </a:r>
                      <a:r>
                        <a:rPr sz="1100" dirty="0">
                          <a:latin typeface="Times New Roman"/>
                          <a:cs typeface="Times New Roman"/>
                        </a:rPr>
                        <a:t>and</a:t>
                      </a:r>
                      <a:r>
                        <a:rPr sz="1100" spc="-10" dirty="0">
                          <a:latin typeface="Times New Roman"/>
                          <a:cs typeface="Times New Roman"/>
                        </a:rPr>
                        <a:t> </a:t>
                      </a:r>
                      <a:r>
                        <a:rPr sz="1100" dirty="0">
                          <a:latin typeface="Times New Roman"/>
                          <a:cs typeface="Times New Roman"/>
                        </a:rPr>
                        <a:t>employee</a:t>
                      </a:r>
                      <a:r>
                        <a:rPr sz="1100" spc="-25" dirty="0">
                          <a:latin typeface="Times New Roman"/>
                          <a:cs typeface="Times New Roman"/>
                        </a:rPr>
                        <a:t> </a:t>
                      </a:r>
                      <a:r>
                        <a:rPr sz="1100" dirty="0">
                          <a:latin typeface="Times New Roman"/>
                          <a:cs typeface="Times New Roman"/>
                        </a:rPr>
                        <a:t>profile</a:t>
                      </a:r>
                      <a:r>
                        <a:rPr sz="1100" spc="-25" dirty="0">
                          <a:latin typeface="Times New Roman"/>
                          <a:cs typeface="Times New Roman"/>
                        </a:rPr>
                        <a:t> </a:t>
                      </a:r>
                      <a:r>
                        <a:rPr sz="1100" dirty="0">
                          <a:latin typeface="Times New Roman"/>
                          <a:cs typeface="Times New Roman"/>
                        </a:rPr>
                        <a:t>with</a:t>
                      </a:r>
                      <a:r>
                        <a:rPr sz="1100" spc="-5" dirty="0">
                          <a:latin typeface="Times New Roman"/>
                          <a:cs typeface="Times New Roman"/>
                        </a:rPr>
                        <a:t> </a:t>
                      </a:r>
                      <a:r>
                        <a:rPr sz="1100" spc="-10" dirty="0">
                          <a:latin typeface="Times New Roman"/>
                          <a:cs typeface="Times New Roman"/>
                        </a:rPr>
                        <a:t>company linkage.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10" name="object 10"/>
          <p:cNvSpPr txBox="1"/>
          <p:nvPr/>
        </p:nvSpPr>
        <p:spPr>
          <a:xfrm>
            <a:off x="960437" y="6648704"/>
            <a:ext cx="1936750" cy="223520"/>
          </a:xfrm>
          <a:prstGeom prst="rect">
            <a:avLst/>
          </a:prstGeom>
        </p:spPr>
        <p:txBody>
          <a:bodyPr vert="horz" wrap="square" lIns="0" tIns="12700" rIns="0" bIns="0" rtlCol="0">
            <a:spAutoFit/>
          </a:bodyPr>
          <a:lstStyle/>
          <a:p>
            <a:pPr marL="12700">
              <a:lnSpc>
                <a:spcPct val="100000"/>
              </a:lnSpc>
              <a:spcBef>
                <a:spcPts val="100"/>
              </a:spcBef>
              <a:tabLst>
                <a:tab pos="410845" algn="l"/>
              </a:tabLst>
            </a:pPr>
            <a:r>
              <a:rPr sz="1300" b="1" spc="-25" dirty="0">
                <a:latin typeface="Times New Roman"/>
                <a:cs typeface="Times New Roman"/>
              </a:rPr>
              <a:t>4)</a:t>
            </a:r>
            <a:r>
              <a:rPr sz="1300" b="1" dirty="0">
                <a:latin typeface="Times New Roman"/>
                <a:cs typeface="Times New Roman"/>
              </a:rPr>
              <a:t>	</a:t>
            </a:r>
            <a:r>
              <a:rPr sz="1300" b="1" spc="-10" dirty="0">
                <a:latin typeface="Times New Roman"/>
                <a:cs typeface="Times New Roman"/>
              </a:rPr>
              <a:t>QIT_SuperAdminTB</a:t>
            </a:r>
            <a:endParaRPr sz="1300">
              <a:latin typeface="Times New Roman"/>
              <a:cs typeface="Times New Roman"/>
            </a:endParaRPr>
          </a:p>
        </p:txBody>
      </p:sp>
      <p:graphicFrame>
        <p:nvGraphicFramePr>
          <p:cNvPr id="11" name="object 11"/>
          <p:cNvGraphicFramePr>
            <a:graphicFrameLocks noGrp="1"/>
          </p:cNvGraphicFramePr>
          <p:nvPr/>
        </p:nvGraphicFramePr>
        <p:xfrm>
          <a:off x="914717" y="6877304"/>
          <a:ext cx="5487670" cy="99568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QIT_SuperAdminTB</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Admin</a:t>
                      </a:r>
                      <a:r>
                        <a:rPr sz="1100" spc="-20" dirty="0">
                          <a:latin typeface="Times New Roman"/>
                          <a:cs typeface="Times New Roman"/>
                        </a:rPr>
                        <a:t> </a:t>
                      </a:r>
                      <a:r>
                        <a:rPr sz="1100" spc="-10" dirty="0">
                          <a:latin typeface="Times New Roman"/>
                          <a:cs typeface="Times New Roman"/>
                        </a:rPr>
                        <a:t>Credentials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6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70485">
                        <a:lnSpc>
                          <a:spcPts val="1260"/>
                        </a:lnSpc>
                      </a:pPr>
                      <a:r>
                        <a:rPr sz="1100" dirty="0">
                          <a:latin typeface="Times New Roman"/>
                          <a:cs typeface="Times New Roman"/>
                        </a:rPr>
                        <a:t>Used</a:t>
                      </a:r>
                      <a:r>
                        <a:rPr sz="1100" spc="5"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super</a:t>
                      </a:r>
                      <a:r>
                        <a:rPr sz="1100" spc="-5" dirty="0">
                          <a:latin typeface="Times New Roman"/>
                          <a:cs typeface="Times New Roman"/>
                        </a:rPr>
                        <a:t> </a:t>
                      </a:r>
                      <a:r>
                        <a:rPr sz="1100" dirty="0">
                          <a:latin typeface="Times New Roman"/>
                          <a:cs typeface="Times New Roman"/>
                        </a:rPr>
                        <a:t>admin</a:t>
                      </a:r>
                      <a:r>
                        <a:rPr sz="1100" spc="10" dirty="0">
                          <a:latin typeface="Times New Roman"/>
                          <a:cs typeface="Times New Roman"/>
                        </a:rPr>
                        <a:t> </a:t>
                      </a:r>
                      <a:r>
                        <a:rPr sz="1100" dirty="0">
                          <a:latin typeface="Times New Roman"/>
                          <a:cs typeface="Times New Roman"/>
                        </a:rPr>
                        <a:t>login</a:t>
                      </a:r>
                      <a:r>
                        <a:rPr sz="1100" spc="10" dirty="0">
                          <a:latin typeface="Times New Roman"/>
                          <a:cs typeface="Times New Roman"/>
                        </a:rPr>
                        <a:t> </a:t>
                      </a:r>
                      <a:r>
                        <a:rPr sz="1100" dirty="0">
                          <a:latin typeface="Times New Roman"/>
                          <a:cs typeface="Times New Roman"/>
                        </a:rPr>
                        <a:t>and</a:t>
                      </a:r>
                      <a:r>
                        <a:rPr sz="1100" spc="-10" dirty="0">
                          <a:latin typeface="Times New Roman"/>
                          <a:cs typeface="Times New Roman"/>
                        </a:rPr>
                        <a:t> platform-</a:t>
                      </a:r>
                      <a:r>
                        <a:rPr sz="1100" spc="-20" dirty="0">
                          <a:latin typeface="Times New Roman"/>
                          <a:cs typeface="Times New Roman"/>
                        </a:rPr>
                        <a:t>level </a:t>
                      </a:r>
                      <a:r>
                        <a:rPr sz="1100" spc="-10" dirty="0">
                          <a:latin typeface="Times New Roman"/>
                          <a:cs typeface="Times New Roman"/>
                        </a:rPr>
                        <a:t>control.</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5120">
                <a:tc>
                  <a:txBody>
                    <a:bodyPr/>
                    <a:lstStyle/>
                    <a:p>
                      <a:pPr marL="67945">
                        <a:lnSpc>
                          <a:spcPts val="126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575310">
                        <a:lnSpc>
                          <a:spcPts val="1260"/>
                        </a:lnSpc>
                      </a:pPr>
                      <a:r>
                        <a:rPr sz="1100" dirty="0">
                          <a:latin typeface="Times New Roman"/>
                          <a:cs typeface="Times New Roman"/>
                        </a:rPr>
                        <a:t>Contains</a:t>
                      </a:r>
                      <a:r>
                        <a:rPr sz="1100" spc="-25" dirty="0">
                          <a:latin typeface="Times New Roman"/>
                          <a:cs typeface="Times New Roman"/>
                        </a:rPr>
                        <a:t> </a:t>
                      </a:r>
                      <a:r>
                        <a:rPr sz="1100" dirty="0">
                          <a:latin typeface="Times New Roman"/>
                          <a:cs typeface="Times New Roman"/>
                        </a:rPr>
                        <a:t>super</a:t>
                      </a:r>
                      <a:r>
                        <a:rPr sz="1100" spc="-20" dirty="0">
                          <a:latin typeface="Times New Roman"/>
                          <a:cs typeface="Times New Roman"/>
                        </a:rPr>
                        <a:t> </a:t>
                      </a:r>
                      <a:r>
                        <a:rPr sz="1100" dirty="0">
                          <a:latin typeface="Times New Roman"/>
                          <a:cs typeface="Times New Roman"/>
                        </a:rPr>
                        <a:t>admin</a:t>
                      </a:r>
                      <a:r>
                        <a:rPr sz="1100" spc="-30" dirty="0">
                          <a:latin typeface="Times New Roman"/>
                          <a:cs typeface="Times New Roman"/>
                        </a:rPr>
                        <a:t> </a:t>
                      </a:r>
                      <a:r>
                        <a:rPr sz="1100" dirty="0">
                          <a:latin typeface="Times New Roman"/>
                          <a:cs typeface="Times New Roman"/>
                        </a:rPr>
                        <a:t>credentials</a:t>
                      </a:r>
                      <a:r>
                        <a:rPr sz="1100" spc="-20" dirty="0">
                          <a:latin typeface="Times New Roman"/>
                          <a:cs typeface="Times New Roman"/>
                        </a:rPr>
                        <a:t> </a:t>
                      </a:r>
                      <a:r>
                        <a:rPr sz="1100" spc="-25" dirty="0">
                          <a:latin typeface="Times New Roman"/>
                          <a:cs typeface="Times New Roman"/>
                        </a:rPr>
                        <a:t>and </a:t>
                      </a:r>
                      <a:r>
                        <a:rPr sz="1100" dirty="0">
                          <a:latin typeface="Times New Roman"/>
                          <a:cs typeface="Times New Roman"/>
                        </a:rPr>
                        <a:t>metadata</a:t>
                      </a:r>
                      <a:r>
                        <a:rPr sz="1100" spc="10"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spc="-10" dirty="0">
                          <a:latin typeface="Times New Roman"/>
                          <a:cs typeface="Times New Roman"/>
                        </a:rPr>
                        <a:t>system-</a:t>
                      </a:r>
                      <a:r>
                        <a:rPr sz="1100" dirty="0">
                          <a:latin typeface="Times New Roman"/>
                          <a:cs typeface="Times New Roman"/>
                        </a:rPr>
                        <a:t>wide</a:t>
                      </a:r>
                      <a:r>
                        <a:rPr sz="1100" spc="-10" dirty="0">
                          <a:latin typeface="Times New Roman"/>
                          <a:cs typeface="Times New Roman"/>
                        </a:rPr>
                        <a:t> control.</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pic>
        <p:nvPicPr>
          <p:cNvPr id="12" name="object 12"/>
          <p:cNvPicPr/>
          <p:nvPr/>
        </p:nvPicPr>
        <p:blipFill>
          <a:blip r:embed="rId2" cstate="print"/>
          <a:stretch>
            <a:fillRect/>
          </a:stretch>
        </p:blipFill>
        <p:spPr>
          <a:xfrm>
            <a:off x="304800" y="304800"/>
            <a:ext cx="7165084" cy="9451022"/>
          </a:xfrm>
          <a:prstGeom prst="rect">
            <a:avLst/>
          </a:prstGeom>
        </p:spPr>
      </p:pic>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60437" y="891793"/>
            <a:ext cx="1908175" cy="223520"/>
          </a:xfrm>
          <a:prstGeom prst="rect">
            <a:avLst/>
          </a:prstGeom>
        </p:spPr>
        <p:txBody>
          <a:bodyPr vert="horz" wrap="square" lIns="0" tIns="12700" rIns="0" bIns="0" rtlCol="0">
            <a:spAutoFit/>
          </a:bodyPr>
          <a:lstStyle/>
          <a:p>
            <a:pPr marL="12700">
              <a:lnSpc>
                <a:spcPct val="100000"/>
              </a:lnSpc>
              <a:spcBef>
                <a:spcPts val="100"/>
              </a:spcBef>
              <a:tabLst>
                <a:tab pos="410845" algn="l"/>
              </a:tabLst>
            </a:pPr>
            <a:r>
              <a:rPr sz="1300" b="1" spc="-25" dirty="0">
                <a:latin typeface="Times New Roman"/>
                <a:cs typeface="Times New Roman"/>
              </a:rPr>
              <a:t>5)</a:t>
            </a:r>
            <a:r>
              <a:rPr sz="1300" b="1" dirty="0">
                <a:latin typeface="Times New Roman"/>
                <a:cs typeface="Times New Roman"/>
              </a:rPr>
              <a:t>	</a:t>
            </a:r>
            <a:r>
              <a:rPr sz="1300" b="1" spc="-10" dirty="0">
                <a:latin typeface="Times New Roman"/>
                <a:cs typeface="Times New Roman"/>
              </a:rPr>
              <a:t>QIT_TicketCategory</a:t>
            </a:r>
            <a:endParaRPr sz="1300">
              <a:latin typeface="Times New Roman"/>
              <a:cs typeface="Times New Roman"/>
            </a:endParaRPr>
          </a:p>
        </p:txBody>
      </p:sp>
      <p:graphicFrame>
        <p:nvGraphicFramePr>
          <p:cNvPr id="5" name="object 5"/>
          <p:cNvGraphicFramePr>
            <a:graphicFrameLocks noGrp="1"/>
          </p:cNvGraphicFramePr>
          <p:nvPr/>
        </p:nvGraphicFramePr>
        <p:xfrm>
          <a:off x="914717" y="1120394"/>
          <a:ext cx="5487670" cy="9931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QIT_TicketCategory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Ticket</a:t>
                      </a:r>
                      <a:r>
                        <a:rPr sz="1100" spc="-70" dirty="0">
                          <a:latin typeface="Times New Roman"/>
                          <a:cs typeface="Times New Roman"/>
                        </a:rPr>
                        <a:t> </a:t>
                      </a:r>
                      <a:r>
                        <a:rPr sz="1100" spc="-10" dirty="0">
                          <a:latin typeface="Times New Roman"/>
                          <a:cs typeface="Times New Roman"/>
                        </a:rPr>
                        <a:t>Group</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025">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300990">
                        <a:lnSpc>
                          <a:spcPts val="1260"/>
                        </a:lnSpc>
                      </a:pPr>
                      <a:r>
                        <a:rPr sz="1100" dirty="0">
                          <a:latin typeface="Times New Roman"/>
                          <a:cs typeface="Times New Roman"/>
                        </a:rPr>
                        <a:t>Used</a:t>
                      </a:r>
                      <a:r>
                        <a:rPr sz="1100" spc="-10" dirty="0">
                          <a:latin typeface="Times New Roman"/>
                          <a:cs typeface="Times New Roman"/>
                        </a:rPr>
                        <a:t> </a:t>
                      </a:r>
                      <a:r>
                        <a:rPr sz="1100" dirty="0">
                          <a:latin typeface="Times New Roman"/>
                          <a:cs typeface="Times New Roman"/>
                        </a:rPr>
                        <a:t>to group</a:t>
                      </a:r>
                      <a:r>
                        <a:rPr sz="1100" spc="-20" dirty="0">
                          <a:latin typeface="Times New Roman"/>
                          <a:cs typeface="Times New Roman"/>
                        </a:rPr>
                        <a:t> </a:t>
                      </a:r>
                      <a:r>
                        <a:rPr sz="1100" dirty="0">
                          <a:latin typeface="Times New Roman"/>
                          <a:cs typeface="Times New Roman"/>
                        </a:rPr>
                        <a:t>tickets</a:t>
                      </a:r>
                      <a:r>
                        <a:rPr sz="1100" spc="-20" dirty="0">
                          <a:latin typeface="Times New Roman"/>
                          <a:cs typeface="Times New Roman"/>
                        </a:rPr>
                        <a:t> </a:t>
                      </a:r>
                      <a:r>
                        <a:rPr sz="1100" dirty="0">
                          <a:latin typeface="Times New Roman"/>
                          <a:cs typeface="Times New Roman"/>
                        </a:rPr>
                        <a:t>by</a:t>
                      </a:r>
                      <a:r>
                        <a:rPr sz="1100" spc="-5" dirty="0">
                          <a:latin typeface="Times New Roman"/>
                          <a:cs typeface="Times New Roman"/>
                        </a:rPr>
                        <a:t> </a:t>
                      </a:r>
                      <a:r>
                        <a:rPr sz="1100" dirty="0">
                          <a:latin typeface="Times New Roman"/>
                          <a:cs typeface="Times New Roman"/>
                        </a:rPr>
                        <a:t>category</a:t>
                      </a:r>
                      <a:r>
                        <a:rPr sz="1100" spc="-5" dirty="0">
                          <a:latin typeface="Times New Roman"/>
                          <a:cs typeface="Times New Roman"/>
                        </a:rPr>
                        <a:t> </a:t>
                      </a:r>
                      <a:r>
                        <a:rPr sz="1100" dirty="0">
                          <a:latin typeface="Times New Roman"/>
                          <a:cs typeface="Times New Roman"/>
                        </a:rPr>
                        <a:t>for</a:t>
                      </a:r>
                      <a:r>
                        <a:rPr sz="1100" spc="-20" dirty="0">
                          <a:latin typeface="Times New Roman"/>
                          <a:cs typeface="Times New Roman"/>
                        </a:rPr>
                        <a:t> each </a:t>
                      </a:r>
                      <a:r>
                        <a:rPr sz="1100" spc="-10" dirty="0">
                          <a:latin typeface="Times New Roman"/>
                          <a:cs typeface="Times New Roman"/>
                        </a:rPr>
                        <a:t>company.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7660">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430530">
                        <a:lnSpc>
                          <a:spcPts val="1260"/>
                        </a:lnSpc>
                      </a:pPr>
                      <a:r>
                        <a:rPr sz="1100" dirty="0">
                          <a:latin typeface="Times New Roman"/>
                          <a:cs typeface="Times New Roman"/>
                        </a:rPr>
                        <a:t>Master</a:t>
                      </a:r>
                      <a:r>
                        <a:rPr sz="1100" spc="-15" dirty="0">
                          <a:latin typeface="Times New Roman"/>
                          <a:cs typeface="Times New Roman"/>
                        </a:rPr>
                        <a:t> </a:t>
                      </a:r>
                      <a:r>
                        <a:rPr sz="1100" dirty="0">
                          <a:latin typeface="Times New Roman"/>
                          <a:cs typeface="Times New Roman"/>
                        </a:rPr>
                        <a:t>list</a:t>
                      </a:r>
                      <a:r>
                        <a:rPr sz="1100" spc="-15" dirty="0">
                          <a:latin typeface="Times New Roman"/>
                          <a:cs typeface="Times New Roman"/>
                        </a:rPr>
                        <a:t> </a:t>
                      </a:r>
                      <a:r>
                        <a:rPr sz="1100" dirty="0">
                          <a:latin typeface="Times New Roman"/>
                          <a:cs typeface="Times New Roman"/>
                        </a:rPr>
                        <a:t>of</a:t>
                      </a:r>
                      <a:r>
                        <a:rPr sz="1100" spc="-15" dirty="0">
                          <a:latin typeface="Times New Roman"/>
                          <a:cs typeface="Times New Roman"/>
                        </a:rPr>
                        <a:t> </a:t>
                      </a:r>
                      <a:r>
                        <a:rPr sz="1100" dirty="0">
                          <a:latin typeface="Times New Roman"/>
                          <a:cs typeface="Times New Roman"/>
                        </a:rPr>
                        <a:t>categories</a:t>
                      </a:r>
                      <a:r>
                        <a:rPr sz="1100" spc="-15" dirty="0">
                          <a:latin typeface="Times New Roman"/>
                          <a:cs typeface="Times New Roman"/>
                        </a:rPr>
                        <a:t> </a:t>
                      </a:r>
                      <a:r>
                        <a:rPr sz="1100" dirty="0">
                          <a:latin typeface="Times New Roman"/>
                          <a:cs typeface="Times New Roman"/>
                        </a:rPr>
                        <a:t>used to </a:t>
                      </a:r>
                      <a:r>
                        <a:rPr sz="1100" spc="-10" dirty="0">
                          <a:latin typeface="Times New Roman"/>
                          <a:cs typeface="Times New Roman"/>
                        </a:rPr>
                        <a:t>classify </a:t>
                      </a:r>
                      <a:r>
                        <a:rPr sz="1100" dirty="0">
                          <a:latin typeface="Times New Roman"/>
                          <a:cs typeface="Times New Roman"/>
                        </a:rPr>
                        <a:t>support</a:t>
                      </a:r>
                      <a:r>
                        <a:rPr sz="1100" spc="-25" dirty="0">
                          <a:latin typeface="Times New Roman"/>
                          <a:cs typeface="Times New Roman"/>
                        </a:rPr>
                        <a:t> </a:t>
                      </a:r>
                      <a:r>
                        <a:rPr sz="1100" dirty="0">
                          <a:latin typeface="Times New Roman"/>
                          <a:cs typeface="Times New Roman"/>
                        </a:rPr>
                        <a:t>tickets</a:t>
                      </a:r>
                      <a:r>
                        <a:rPr sz="1100" spc="-20" dirty="0">
                          <a:latin typeface="Times New Roman"/>
                          <a:cs typeface="Times New Roman"/>
                        </a:rPr>
                        <a:t> </a:t>
                      </a:r>
                      <a:r>
                        <a:rPr sz="1100" dirty="0">
                          <a:latin typeface="Times New Roman"/>
                          <a:cs typeface="Times New Roman"/>
                        </a:rPr>
                        <a:t>per</a:t>
                      </a:r>
                      <a:r>
                        <a:rPr sz="1100" spc="-20" dirty="0">
                          <a:latin typeface="Times New Roman"/>
                          <a:cs typeface="Times New Roman"/>
                        </a:rPr>
                        <a:t> </a:t>
                      </a:r>
                      <a:r>
                        <a:rPr sz="1100" spc="-10" dirty="0">
                          <a:latin typeface="Times New Roman"/>
                          <a:cs typeface="Times New Roman"/>
                        </a:rPr>
                        <a:t>company.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object 6"/>
          <p:cNvSpPr txBox="1"/>
          <p:nvPr/>
        </p:nvSpPr>
        <p:spPr>
          <a:xfrm>
            <a:off x="1130617" y="2367915"/>
            <a:ext cx="2012314"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9.</a:t>
            </a:r>
            <a:r>
              <a:rPr sz="1300" b="1" spc="495" dirty="0">
                <a:latin typeface="Times New Roman"/>
                <a:cs typeface="Times New Roman"/>
              </a:rPr>
              <a:t> </a:t>
            </a:r>
            <a:r>
              <a:rPr sz="1300" b="1" spc="-10" dirty="0">
                <a:latin typeface="Times New Roman"/>
                <a:cs typeface="Times New Roman"/>
              </a:rPr>
              <a:t>QIT_TicketSubCategory</a:t>
            </a:r>
            <a:endParaRPr sz="1300">
              <a:latin typeface="Times New Roman"/>
              <a:cs typeface="Times New Roman"/>
            </a:endParaRPr>
          </a:p>
        </p:txBody>
      </p:sp>
      <p:graphicFrame>
        <p:nvGraphicFramePr>
          <p:cNvPr id="7" name="object 7"/>
          <p:cNvGraphicFramePr>
            <a:graphicFrameLocks noGrp="1"/>
          </p:cNvGraphicFramePr>
          <p:nvPr/>
        </p:nvGraphicFramePr>
        <p:xfrm>
          <a:off x="914717" y="2596514"/>
          <a:ext cx="5487670" cy="9931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QIT_TicketSubCategory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Ticket</a:t>
                      </a:r>
                      <a:r>
                        <a:rPr sz="1100" spc="-30" dirty="0">
                          <a:latin typeface="Times New Roman"/>
                          <a:cs typeface="Times New Roman"/>
                        </a:rPr>
                        <a:t> </a:t>
                      </a:r>
                      <a:r>
                        <a:rPr sz="1100" spc="-20" dirty="0">
                          <a:latin typeface="Times New Roman"/>
                          <a:cs typeface="Times New Roman"/>
                        </a:rPr>
                        <a:t>Type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025">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79375">
                        <a:lnSpc>
                          <a:spcPts val="1260"/>
                        </a:lnSpc>
                      </a:pPr>
                      <a:r>
                        <a:rPr sz="1100" spc="-10" dirty="0">
                          <a:latin typeface="Times New Roman"/>
                          <a:cs typeface="Times New Roman"/>
                        </a:rPr>
                        <a:t>Sub-</a:t>
                      </a:r>
                      <a:r>
                        <a:rPr sz="1100" dirty="0">
                          <a:latin typeface="Times New Roman"/>
                          <a:cs typeface="Times New Roman"/>
                        </a:rPr>
                        <a:t>division</a:t>
                      </a:r>
                      <a:r>
                        <a:rPr sz="1100" spc="-20" dirty="0">
                          <a:latin typeface="Times New Roman"/>
                          <a:cs typeface="Times New Roman"/>
                        </a:rPr>
                        <a:t> </a:t>
                      </a:r>
                      <a:r>
                        <a:rPr sz="1100" dirty="0">
                          <a:latin typeface="Times New Roman"/>
                          <a:cs typeface="Times New Roman"/>
                        </a:rPr>
                        <a:t>of</a:t>
                      </a:r>
                      <a:r>
                        <a:rPr sz="1100" spc="-15" dirty="0">
                          <a:latin typeface="Times New Roman"/>
                          <a:cs typeface="Times New Roman"/>
                        </a:rPr>
                        <a:t> </a:t>
                      </a:r>
                      <a:r>
                        <a:rPr sz="1100" dirty="0">
                          <a:latin typeface="Times New Roman"/>
                          <a:cs typeface="Times New Roman"/>
                        </a:rPr>
                        <a:t>ticket categories</a:t>
                      </a:r>
                      <a:r>
                        <a:rPr sz="1100" spc="-15" dirty="0">
                          <a:latin typeface="Times New Roman"/>
                          <a:cs typeface="Times New Roman"/>
                        </a:rPr>
                        <a:t> </a:t>
                      </a:r>
                      <a:r>
                        <a:rPr sz="1100" dirty="0">
                          <a:latin typeface="Times New Roman"/>
                          <a:cs typeface="Times New Roman"/>
                        </a:rPr>
                        <a:t>used in </a:t>
                      </a:r>
                      <a:r>
                        <a:rPr sz="1100" spc="-10" dirty="0">
                          <a:latin typeface="Times New Roman"/>
                          <a:cs typeface="Times New Roman"/>
                        </a:rPr>
                        <a:t>ticket creation.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7660">
                <a:tc>
                  <a:txBody>
                    <a:bodyPr/>
                    <a:lstStyle/>
                    <a:p>
                      <a:pPr marL="67945">
                        <a:lnSpc>
                          <a:spcPts val="1285"/>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72390">
                        <a:lnSpc>
                          <a:spcPts val="1260"/>
                        </a:lnSpc>
                      </a:pPr>
                      <a:r>
                        <a:rPr sz="1100" dirty="0">
                          <a:latin typeface="Times New Roman"/>
                          <a:cs typeface="Times New Roman"/>
                        </a:rPr>
                        <a:t>Defines</a:t>
                      </a:r>
                      <a:r>
                        <a:rPr sz="1100" spc="-20" dirty="0">
                          <a:latin typeface="Times New Roman"/>
                          <a:cs typeface="Times New Roman"/>
                        </a:rPr>
                        <a:t> </a:t>
                      </a:r>
                      <a:r>
                        <a:rPr sz="1100" spc="-10" dirty="0">
                          <a:latin typeface="Times New Roman"/>
                          <a:cs typeface="Times New Roman"/>
                        </a:rPr>
                        <a:t>sub-</a:t>
                      </a:r>
                      <a:r>
                        <a:rPr sz="1100" dirty="0">
                          <a:latin typeface="Times New Roman"/>
                          <a:cs typeface="Times New Roman"/>
                        </a:rPr>
                        <a:t>level categories</a:t>
                      </a:r>
                      <a:r>
                        <a:rPr sz="1100" spc="-20" dirty="0">
                          <a:latin typeface="Times New Roman"/>
                          <a:cs typeface="Times New Roman"/>
                        </a:rPr>
                        <a:t> </a:t>
                      </a:r>
                      <a:r>
                        <a:rPr sz="1100" dirty="0">
                          <a:latin typeface="Times New Roman"/>
                          <a:cs typeface="Times New Roman"/>
                        </a:rPr>
                        <a:t>under</a:t>
                      </a:r>
                      <a:r>
                        <a:rPr sz="1100" spc="-15" dirty="0">
                          <a:latin typeface="Times New Roman"/>
                          <a:cs typeface="Times New Roman"/>
                        </a:rPr>
                        <a:t> </a:t>
                      </a:r>
                      <a:r>
                        <a:rPr sz="1100" dirty="0">
                          <a:latin typeface="Times New Roman"/>
                          <a:cs typeface="Times New Roman"/>
                        </a:rPr>
                        <a:t>each</a:t>
                      </a:r>
                      <a:r>
                        <a:rPr sz="1100" spc="-5" dirty="0">
                          <a:latin typeface="Times New Roman"/>
                          <a:cs typeface="Times New Roman"/>
                        </a:rPr>
                        <a:t> </a:t>
                      </a:r>
                      <a:r>
                        <a:rPr sz="1100" spc="-10" dirty="0">
                          <a:latin typeface="Times New Roman"/>
                          <a:cs typeface="Times New Roman"/>
                        </a:rPr>
                        <a:t>ticket </a:t>
                      </a:r>
                      <a:r>
                        <a:rPr sz="1100" dirty="0">
                          <a:latin typeface="Times New Roman"/>
                          <a:cs typeface="Times New Roman"/>
                        </a:rPr>
                        <a:t>category</a:t>
                      </a:r>
                      <a:r>
                        <a:rPr sz="1100" spc="-15"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allow</a:t>
                      </a:r>
                      <a:r>
                        <a:rPr sz="1100" spc="-30" dirty="0">
                          <a:latin typeface="Times New Roman"/>
                          <a:cs typeface="Times New Roman"/>
                        </a:rPr>
                        <a:t> </a:t>
                      </a:r>
                      <a:r>
                        <a:rPr sz="1100" dirty="0">
                          <a:latin typeface="Times New Roman"/>
                          <a:cs typeface="Times New Roman"/>
                        </a:rPr>
                        <a:t>detailed</a:t>
                      </a:r>
                      <a:r>
                        <a:rPr sz="1100" spc="-10" dirty="0">
                          <a:latin typeface="Times New Roman"/>
                          <a:cs typeface="Times New Roman"/>
                        </a:rPr>
                        <a:t> </a:t>
                      </a:r>
                      <a:r>
                        <a:rPr sz="1100" dirty="0">
                          <a:latin typeface="Times New Roman"/>
                          <a:cs typeface="Times New Roman"/>
                        </a:rPr>
                        <a:t>ticket</a:t>
                      </a:r>
                      <a:r>
                        <a:rPr sz="1100" spc="-25" dirty="0">
                          <a:latin typeface="Times New Roman"/>
                          <a:cs typeface="Times New Roman"/>
                        </a:rPr>
                        <a:t> </a:t>
                      </a:r>
                      <a:r>
                        <a:rPr sz="1100" spc="-10" dirty="0">
                          <a:latin typeface="Times New Roman"/>
                          <a:cs typeface="Times New Roman"/>
                        </a:rPr>
                        <a:t>classification.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8" name="object 8"/>
          <p:cNvSpPr txBox="1"/>
          <p:nvPr/>
        </p:nvSpPr>
        <p:spPr>
          <a:xfrm>
            <a:off x="1130617" y="3843909"/>
            <a:ext cx="1151255"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10.</a:t>
            </a:r>
            <a:r>
              <a:rPr sz="1300" b="1" spc="-155" dirty="0">
                <a:latin typeface="Times New Roman"/>
                <a:cs typeface="Times New Roman"/>
              </a:rPr>
              <a:t> </a:t>
            </a:r>
            <a:r>
              <a:rPr sz="1300" b="1" spc="-10" dirty="0">
                <a:latin typeface="Times New Roman"/>
                <a:cs typeface="Times New Roman"/>
              </a:rPr>
              <a:t>QIT_Tickets</a:t>
            </a:r>
            <a:endParaRPr sz="1300">
              <a:latin typeface="Times New Roman"/>
              <a:cs typeface="Times New Roman"/>
            </a:endParaRPr>
          </a:p>
        </p:txBody>
      </p:sp>
      <p:graphicFrame>
        <p:nvGraphicFramePr>
          <p:cNvPr id="9" name="object 9"/>
          <p:cNvGraphicFramePr>
            <a:graphicFrameLocks noGrp="1"/>
          </p:cNvGraphicFramePr>
          <p:nvPr/>
        </p:nvGraphicFramePr>
        <p:xfrm>
          <a:off x="914717" y="4069969"/>
          <a:ext cx="5487670" cy="115189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QIT_Tickets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005">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Ticket</a:t>
                      </a:r>
                      <a:r>
                        <a:rPr sz="1100" spc="-70" dirty="0">
                          <a:latin typeface="Times New Roman"/>
                          <a:cs typeface="Times New Roman"/>
                        </a:rPr>
                        <a:t> </a:t>
                      </a:r>
                      <a:r>
                        <a:rPr sz="1100" spc="-10" dirty="0">
                          <a:latin typeface="Times New Roman"/>
                          <a:cs typeface="Times New Roman"/>
                        </a:rPr>
                        <a:t>Register</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6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88900">
                        <a:lnSpc>
                          <a:spcPts val="1280"/>
                        </a:lnSpc>
                      </a:pPr>
                      <a:r>
                        <a:rPr sz="1100" dirty="0">
                          <a:latin typeface="Times New Roman"/>
                          <a:cs typeface="Times New Roman"/>
                        </a:rPr>
                        <a:t>Used</a:t>
                      </a:r>
                      <a:r>
                        <a:rPr sz="1100" spc="-15" dirty="0">
                          <a:latin typeface="Times New Roman"/>
                          <a:cs typeface="Times New Roman"/>
                        </a:rPr>
                        <a:t> </a:t>
                      </a:r>
                      <a:r>
                        <a:rPr sz="1100" dirty="0">
                          <a:latin typeface="Times New Roman"/>
                          <a:cs typeface="Times New Roman"/>
                        </a:rPr>
                        <a:t>for</a:t>
                      </a:r>
                      <a:r>
                        <a:rPr sz="1100" spc="-20" dirty="0">
                          <a:latin typeface="Times New Roman"/>
                          <a:cs typeface="Times New Roman"/>
                        </a:rPr>
                        <a:t> </a:t>
                      </a:r>
                      <a:r>
                        <a:rPr sz="1100" dirty="0">
                          <a:latin typeface="Times New Roman"/>
                          <a:cs typeface="Times New Roman"/>
                        </a:rPr>
                        <a:t>storing</a:t>
                      </a:r>
                      <a:r>
                        <a:rPr sz="1100" spc="-15" dirty="0">
                          <a:latin typeface="Times New Roman"/>
                          <a:cs typeface="Times New Roman"/>
                        </a:rPr>
                        <a:t> </a:t>
                      </a:r>
                      <a:r>
                        <a:rPr sz="1100" dirty="0">
                          <a:latin typeface="Times New Roman"/>
                          <a:cs typeface="Times New Roman"/>
                        </a:rPr>
                        <a:t>and</a:t>
                      </a:r>
                      <a:r>
                        <a:rPr sz="1100" spc="-15" dirty="0">
                          <a:latin typeface="Times New Roman"/>
                          <a:cs typeface="Times New Roman"/>
                        </a:rPr>
                        <a:t> </a:t>
                      </a:r>
                      <a:r>
                        <a:rPr sz="1100" dirty="0">
                          <a:latin typeface="Times New Roman"/>
                          <a:cs typeface="Times New Roman"/>
                        </a:rPr>
                        <a:t>tracking</a:t>
                      </a:r>
                      <a:r>
                        <a:rPr sz="1100" spc="-10" dirty="0">
                          <a:latin typeface="Times New Roman"/>
                          <a:cs typeface="Times New Roman"/>
                        </a:rPr>
                        <a:t> </a:t>
                      </a:r>
                      <a:r>
                        <a:rPr sz="1100" dirty="0">
                          <a:latin typeface="Times New Roman"/>
                          <a:cs typeface="Times New Roman"/>
                        </a:rPr>
                        <a:t>raised</a:t>
                      </a:r>
                      <a:r>
                        <a:rPr sz="1100" spc="-10" dirty="0">
                          <a:latin typeface="Times New Roman"/>
                          <a:cs typeface="Times New Roman"/>
                        </a:rPr>
                        <a:t> </a:t>
                      </a:r>
                      <a:r>
                        <a:rPr sz="1100" dirty="0">
                          <a:latin typeface="Times New Roman"/>
                          <a:cs typeface="Times New Roman"/>
                        </a:rPr>
                        <a:t>tickets</a:t>
                      </a:r>
                      <a:r>
                        <a:rPr sz="1100" spc="-25" dirty="0">
                          <a:latin typeface="Times New Roman"/>
                          <a:cs typeface="Times New Roman"/>
                        </a:rPr>
                        <a:t> by </a:t>
                      </a:r>
                      <a:r>
                        <a:rPr sz="1100" dirty="0">
                          <a:latin typeface="Times New Roman"/>
                          <a:cs typeface="Times New Roman"/>
                        </a:rPr>
                        <a:t>customers</a:t>
                      </a:r>
                      <a:r>
                        <a:rPr sz="1100" spc="-15" dirty="0">
                          <a:latin typeface="Times New Roman"/>
                          <a:cs typeface="Times New Roman"/>
                        </a:rPr>
                        <a:t> </a:t>
                      </a:r>
                      <a:r>
                        <a:rPr sz="1100" dirty="0">
                          <a:latin typeface="Times New Roman"/>
                          <a:cs typeface="Times New Roman"/>
                        </a:rPr>
                        <a:t>or</a:t>
                      </a:r>
                      <a:r>
                        <a:rPr sz="1100" spc="-15" dirty="0">
                          <a:latin typeface="Times New Roman"/>
                          <a:cs typeface="Times New Roman"/>
                        </a:rPr>
                        <a:t> </a:t>
                      </a:r>
                      <a:r>
                        <a:rPr sz="1100" dirty="0">
                          <a:latin typeface="Times New Roman"/>
                          <a:cs typeface="Times New Roman"/>
                        </a:rPr>
                        <a:t>company</a:t>
                      </a:r>
                      <a:r>
                        <a:rPr sz="1100" spc="-20" dirty="0">
                          <a:latin typeface="Times New Roman"/>
                          <a:cs typeface="Times New Roman"/>
                        </a:rPr>
                        <a:t> </a:t>
                      </a:r>
                      <a:r>
                        <a:rPr sz="1100" spc="-10" dirty="0">
                          <a:latin typeface="Times New Roman"/>
                          <a:cs typeface="Times New Roman"/>
                        </a:rPr>
                        <a:t>users.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045">
                <a:tc>
                  <a:txBody>
                    <a:bodyPr/>
                    <a:lstStyle/>
                    <a:p>
                      <a:pPr marL="67945">
                        <a:lnSpc>
                          <a:spcPts val="126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40"/>
                        </a:lnSpc>
                      </a:pPr>
                      <a:r>
                        <a:rPr sz="1100" dirty="0">
                          <a:latin typeface="Times New Roman"/>
                          <a:cs typeface="Times New Roman"/>
                        </a:rPr>
                        <a:t>Stores</a:t>
                      </a:r>
                      <a:r>
                        <a:rPr sz="1100" spc="-20" dirty="0">
                          <a:latin typeface="Times New Roman"/>
                          <a:cs typeface="Times New Roman"/>
                        </a:rPr>
                        <a:t> </a:t>
                      </a:r>
                      <a:r>
                        <a:rPr sz="1100" dirty="0">
                          <a:latin typeface="Times New Roman"/>
                          <a:cs typeface="Times New Roman"/>
                        </a:rPr>
                        <a:t>full</a:t>
                      </a:r>
                      <a:r>
                        <a:rPr sz="1100" spc="-20" dirty="0">
                          <a:latin typeface="Times New Roman"/>
                          <a:cs typeface="Times New Roman"/>
                        </a:rPr>
                        <a:t> </a:t>
                      </a:r>
                      <a:r>
                        <a:rPr sz="1100" dirty="0">
                          <a:latin typeface="Times New Roman"/>
                          <a:cs typeface="Times New Roman"/>
                        </a:rPr>
                        <a:t>ticket</a:t>
                      </a:r>
                      <a:r>
                        <a:rPr sz="1100" spc="-20" dirty="0">
                          <a:latin typeface="Times New Roman"/>
                          <a:cs typeface="Times New Roman"/>
                        </a:rPr>
                        <a:t> </a:t>
                      </a:r>
                      <a:r>
                        <a:rPr sz="1100" dirty="0">
                          <a:latin typeface="Times New Roman"/>
                          <a:cs typeface="Times New Roman"/>
                        </a:rPr>
                        <a:t>lifecycle</a:t>
                      </a:r>
                      <a:r>
                        <a:rPr sz="1100" spc="-20" dirty="0">
                          <a:latin typeface="Times New Roman"/>
                          <a:cs typeface="Times New Roman"/>
                        </a:rPr>
                        <a:t> </a:t>
                      </a:r>
                      <a:r>
                        <a:rPr sz="1100" dirty="0">
                          <a:latin typeface="Times New Roman"/>
                          <a:cs typeface="Times New Roman"/>
                        </a:rPr>
                        <a:t>information</a:t>
                      </a:r>
                      <a:r>
                        <a:rPr sz="1100" spc="-5" dirty="0">
                          <a:latin typeface="Times New Roman"/>
                          <a:cs typeface="Times New Roman"/>
                        </a:rPr>
                        <a:t> </a:t>
                      </a:r>
                      <a:r>
                        <a:rPr sz="1100" spc="-20" dirty="0">
                          <a:latin typeface="Times New Roman"/>
                          <a:cs typeface="Times New Roman"/>
                        </a:rPr>
                        <a:t>like</a:t>
                      </a:r>
                      <a:endParaRPr sz="1100">
                        <a:latin typeface="Times New Roman"/>
                        <a:cs typeface="Times New Roman"/>
                      </a:endParaRPr>
                    </a:p>
                    <a:p>
                      <a:pPr marL="68580" marR="323850">
                        <a:lnSpc>
                          <a:spcPts val="1260"/>
                        </a:lnSpc>
                      </a:pPr>
                      <a:r>
                        <a:rPr sz="1100" dirty="0">
                          <a:latin typeface="Times New Roman"/>
                          <a:cs typeface="Times New Roman"/>
                        </a:rPr>
                        <a:t>status,</a:t>
                      </a:r>
                      <a:r>
                        <a:rPr sz="1100" spc="-25" dirty="0">
                          <a:latin typeface="Times New Roman"/>
                          <a:cs typeface="Times New Roman"/>
                        </a:rPr>
                        <a:t> </a:t>
                      </a:r>
                      <a:r>
                        <a:rPr sz="1100" spc="-10" dirty="0">
                          <a:latin typeface="Times New Roman"/>
                          <a:cs typeface="Times New Roman"/>
                        </a:rPr>
                        <a:t>priority,</a:t>
                      </a:r>
                      <a:r>
                        <a:rPr sz="1100" spc="-25" dirty="0">
                          <a:latin typeface="Times New Roman"/>
                          <a:cs typeface="Times New Roman"/>
                        </a:rPr>
                        <a:t> </a:t>
                      </a:r>
                      <a:r>
                        <a:rPr sz="1100" spc="-10" dirty="0">
                          <a:latin typeface="Times New Roman"/>
                          <a:cs typeface="Times New Roman"/>
                        </a:rPr>
                        <a:t>category,</a:t>
                      </a:r>
                      <a:r>
                        <a:rPr sz="1100" spc="-20" dirty="0">
                          <a:latin typeface="Times New Roman"/>
                          <a:cs typeface="Times New Roman"/>
                        </a:rPr>
                        <a:t> </a:t>
                      </a:r>
                      <a:r>
                        <a:rPr sz="1100" dirty="0">
                          <a:latin typeface="Times New Roman"/>
                          <a:cs typeface="Times New Roman"/>
                        </a:rPr>
                        <a:t>created</a:t>
                      </a:r>
                      <a:r>
                        <a:rPr sz="1100" spc="-20" dirty="0">
                          <a:latin typeface="Times New Roman"/>
                          <a:cs typeface="Times New Roman"/>
                        </a:rPr>
                        <a:t> </a:t>
                      </a:r>
                      <a:r>
                        <a:rPr sz="1100" dirty="0">
                          <a:latin typeface="Times New Roman"/>
                          <a:cs typeface="Times New Roman"/>
                        </a:rPr>
                        <a:t>user,</a:t>
                      </a:r>
                      <a:r>
                        <a:rPr sz="1100" spc="-25" dirty="0">
                          <a:latin typeface="Times New Roman"/>
                          <a:cs typeface="Times New Roman"/>
                        </a:rPr>
                        <a:t> and </a:t>
                      </a:r>
                      <a:r>
                        <a:rPr sz="1100" spc="-10" dirty="0">
                          <a:latin typeface="Times New Roman"/>
                          <a:cs typeface="Times New Roman"/>
                        </a:rPr>
                        <a:t>timestamps.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10" name="object 10"/>
          <p:cNvSpPr txBox="1"/>
          <p:nvPr/>
        </p:nvSpPr>
        <p:spPr>
          <a:xfrm>
            <a:off x="1130617" y="5480050"/>
            <a:ext cx="1300480"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11.</a:t>
            </a:r>
            <a:r>
              <a:rPr sz="1300" b="1" spc="-155" dirty="0">
                <a:latin typeface="Times New Roman"/>
                <a:cs typeface="Times New Roman"/>
              </a:rPr>
              <a:t> </a:t>
            </a:r>
            <a:r>
              <a:rPr sz="1300" b="1" spc="-10" dirty="0">
                <a:latin typeface="Times New Roman"/>
                <a:cs typeface="Times New Roman"/>
              </a:rPr>
              <a:t>QIT_Activities</a:t>
            </a:r>
            <a:endParaRPr sz="1300">
              <a:latin typeface="Times New Roman"/>
              <a:cs typeface="Times New Roman"/>
            </a:endParaRPr>
          </a:p>
        </p:txBody>
      </p:sp>
      <p:graphicFrame>
        <p:nvGraphicFramePr>
          <p:cNvPr id="11" name="object 11"/>
          <p:cNvGraphicFramePr>
            <a:graphicFrameLocks noGrp="1"/>
          </p:cNvGraphicFramePr>
          <p:nvPr/>
        </p:nvGraphicFramePr>
        <p:xfrm>
          <a:off x="914717" y="5708650"/>
          <a:ext cx="5487670" cy="11582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QIT_Activities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20" dirty="0">
                          <a:latin typeface="Times New Roman"/>
                          <a:cs typeface="Times New Roman"/>
                        </a:rPr>
                        <a:t>Ticket</a:t>
                      </a:r>
                      <a:r>
                        <a:rPr sz="1100" spc="-10" dirty="0">
                          <a:latin typeface="Times New Roman"/>
                          <a:cs typeface="Times New Roman"/>
                        </a:rPr>
                        <a:t> Actions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99085">
                        <a:lnSpc>
                          <a:spcPts val="1260"/>
                        </a:lnSpc>
                      </a:pPr>
                      <a:r>
                        <a:rPr sz="1100" dirty="0">
                          <a:latin typeface="Times New Roman"/>
                          <a:cs typeface="Times New Roman"/>
                        </a:rPr>
                        <a:t>Captures</a:t>
                      </a:r>
                      <a:r>
                        <a:rPr sz="1100" spc="-25" dirty="0">
                          <a:latin typeface="Times New Roman"/>
                          <a:cs typeface="Times New Roman"/>
                        </a:rPr>
                        <a:t> </a:t>
                      </a:r>
                      <a:r>
                        <a:rPr sz="1100" dirty="0">
                          <a:latin typeface="Times New Roman"/>
                          <a:cs typeface="Times New Roman"/>
                        </a:rPr>
                        <a:t>every</a:t>
                      </a:r>
                      <a:r>
                        <a:rPr sz="1100" spc="-5" dirty="0">
                          <a:latin typeface="Times New Roman"/>
                          <a:cs typeface="Times New Roman"/>
                        </a:rPr>
                        <a:t> </a:t>
                      </a:r>
                      <a:r>
                        <a:rPr sz="1100" dirty="0">
                          <a:latin typeface="Times New Roman"/>
                          <a:cs typeface="Times New Roman"/>
                        </a:rPr>
                        <a:t>action</a:t>
                      </a:r>
                      <a:r>
                        <a:rPr sz="1100" spc="-5" dirty="0">
                          <a:latin typeface="Times New Roman"/>
                          <a:cs typeface="Times New Roman"/>
                        </a:rPr>
                        <a:t> </a:t>
                      </a:r>
                      <a:r>
                        <a:rPr sz="1100" dirty="0">
                          <a:latin typeface="Times New Roman"/>
                          <a:cs typeface="Times New Roman"/>
                        </a:rPr>
                        <a:t>taken</a:t>
                      </a:r>
                      <a:r>
                        <a:rPr sz="1100" spc="-5" dirty="0">
                          <a:latin typeface="Times New Roman"/>
                          <a:cs typeface="Times New Roman"/>
                        </a:rPr>
                        <a:t> </a:t>
                      </a:r>
                      <a:r>
                        <a:rPr sz="1100" dirty="0">
                          <a:latin typeface="Times New Roman"/>
                          <a:cs typeface="Times New Roman"/>
                        </a:rPr>
                        <a:t>on</a:t>
                      </a:r>
                      <a:r>
                        <a:rPr sz="1100" spc="-5" dirty="0">
                          <a:latin typeface="Times New Roman"/>
                          <a:cs typeface="Times New Roman"/>
                        </a:rPr>
                        <a:t> </a:t>
                      </a:r>
                      <a:r>
                        <a:rPr sz="1100" dirty="0">
                          <a:latin typeface="Times New Roman"/>
                          <a:cs typeface="Times New Roman"/>
                        </a:rPr>
                        <a:t>a</a:t>
                      </a:r>
                      <a:r>
                        <a:rPr sz="1100" spc="-20" dirty="0">
                          <a:latin typeface="Times New Roman"/>
                          <a:cs typeface="Times New Roman"/>
                        </a:rPr>
                        <a:t> </a:t>
                      </a:r>
                      <a:r>
                        <a:rPr sz="1100" dirty="0">
                          <a:latin typeface="Times New Roman"/>
                          <a:cs typeface="Times New Roman"/>
                        </a:rPr>
                        <a:t>ticket</a:t>
                      </a:r>
                      <a:r>
                        <a:rPr sz="1100" spc="-20" dirty="0">
                          <a:latin typeface="Times New Roman"/>
                          <a:cs typeface="Times New Roman"/>
                        </a:rPr>
                        <a:t> </a:t>
                      </a:r>
                      <a:r>
                        <a:rPr sz="1100" spc="-25" dirty="0">
                          <a:latin typeface="Times New Roman"/>
                          <a:cs typeface="Times New Roman"/>
                        </a:rPr>
                        <a:t>for </a:t>
                      </a:r>
                      <a:r>
                        <a:rPr sz="1100" spc="-10" dirty="0">
                          <a:latin typeface="Times New Roman"/>
                          <a:cs typeface="Times New Roman"/>
                        </a:rPr>
                        <a:t>tracking.</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045">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74930">
                        <a:lnSpc>
                          <a:spcPts val="1260"/>
                        </a:lnSpc>
                      </a:pPr>
                      <a:r>
                        <a:rPr sz="1100" dirty="0">
                          <a:latin typeface="Times New Roman"/>
                          <a:cs typeface="Times New Roman"/>
                        </a:rPr>
                        <a:t>Records</a:t>
                      </a:r>
                      <a:r>
                        <a:rPr sz="1100" spc="-10" dirty="0">
                          <a:latin typeface="Times New Roman"/>
                          <a:cs typeface="Times New Roman"/>
                        </a:rPr>
                        <a:t> time-</a:t>
                      </a:r>
                      <a:r>
                        <a:rPr sz="1100" dirty="0">
                          <a:latin typeface="Times New Roman"/>
                          <a:cs typeface="Times New Roman"/>
                        </a:rPr>
                        <a:t>stamped</a:t>
                      </a:r>
                      <a:r>
                        <a:rPr sz="1100" spc="5" dirty="0">
                          <a:latin typeface="Times New Roman"/>
                          <a:cs typeface="Times New Roman"/>
                        </a:rPr>
                        <a:t> </a:t>
                      </a:r>
                      <a:r>
                        <a:rPr sz="1100" dirty="0">
                          <a:latin typeface="Times New Roman"/>
                          <a:cs typeface="Times New Roman"/>
                        </a:rPr>
                        <a:t>activities</a:t>
                      </a:r>
                      <a:r>
                        <a:rPr sz="1100" spc="-10" dirty="0">
                          <a:latin typeface="Times New Roman"/>
                          <a:cs typeface="Times New Roman"/>
                        </a:rPr>
                        <a:t> </a:t>
                      </a:r>
                      <a:r>
                        <a:rPr sz="1100" dirty="0">
                          <a:latin typeface="Times New Roman"/>
                          <a:cs typeface="Times New Roman"/>
                        </a:rPr>
                        <a:t>done</a:t>
                      </a:r>
                      <a:r>
                        <a:rPr sz="1100" spc="-10" dirty="0">
                          <a:latin typeface="Times New Roman"/>
                          <a:cs typeface="Times New Roman"/>
                        </a:rPr>
                        <a:t> </a:t>
                      </a:r>
                      <a:r>
                        <a:rPr sz="1100" dirty="0">
                          <a:latin typeface="Times New Roman"/>
                          <a:cs typeface="Times New Roman"/>
                        </a:rPr>
                        <a:t>by</a:t>
                      </a:r>
                      <a:r>
                        <a:rPr sz="1100" spc="-15" dirty="0">
                          <a:latin typeface="Times New Roman"/>
                          <a:cs typeface="Times New Roman"/>
                        </a:rPr>
                        <a:t> </a:t>
                      </a:r>
                      <a:r>
                        <a:rPr sz="1100" spc="-20" dirty="0">
                          <a:latin typeface="Times New Roman"/>
                          <a:cs typeface="Times New Roman"/>
                        </a:rPr>
                        <a:t>users </a:t>
                      </a:r>
                      <a:r>
                        <a:rPr sz="1100" dirty="0">
                          <a:latin typeface="Times New Roman"/>
                          <a:cs typeface="Times New Roman"/>
                        </a:rPr>
                        <a:t>on</a:t>
                      </a:r>
                      <a:r>
                        <a:rPr sz="1100" spc="-10" dirty="0">
                          <a:latin typeface="Times New Roman"/>
                          <a:cs typeface="Times New Roman"/>
                        </a:rPr>
                        <a:t> </a:t>
                      </a:r>
                      <a:r>
                        <a:rPr sz="1100" dirty="0">
                          <a:latin typeface="Times New Roman"/>
                          <a:cs typeface="Times New Roman"/>
                        </a:rPr>
                        <a:t>tickets</a:t>
                      </a:r>
                      <a:r>
                        <a:rPr sz="1100" spc="-25" dirty="0">
                          <a:latin typeface="Times New Roman"/>
                          <a:cs typeface="Times New Roman"/>
                        </a:rPr>
                        <a:t> </a:t>
                      </a:r>
                      <a:r>
                        <a:rPr sz="1100" dirty="0">
                          <a:latin typeface="Times New Roman"/>
                          <a:cs typeface="Times New Roman"/>
                        </a:rPr>
                        <a:t>including</a:t>
                      </a:r>
                      <a:r>
                        <a:rPr sz="1100" spc="-5" dirty="0">
                          <a:latin typeface="Times New Roman"/>
                          <a:cs typeface="Times New Roman"/>
                        </a:rPr>
                        <a:t> </a:t>
                      </a:r>
                      <a:r>
                        <a:rPr sz="1100" dirty="0">
                          <a:latin typeface="Times New Roman"/>
                          <a:cs typeface="Times New Roman"/>
                        </a:rPr>
                        <a:t>status</a:t>
                      </a:r>
                      <a:r>
                        <a:rPr sz="1100" spc="-25" dirty="0">
                          <a:latin typeface="Times New Roman"/>
                          <a:cs typeface="Times New Roman"/>
                        </a:rPr>
                        <a:t> </a:t>
                      </a:r>
                      <a:r>
                        <a:rPr sz="1100" spc="-10" dirty="0">
                          <a:latin typeface="Times New Roman"/>
                          <a:cs typeface="Times New Roman"/>
                        </a:rPr>
                        <a:t>updates, </a:t>
                      </a:r>
                      <a:r>
                        <a:rPr sz="1100" dirty="0">
                          <a:latin typeface="Times New Roman"/>
                          <a:cs typeface="Times New Roman"/>
                        </a:rPr>
                        <a:t>communication,</a:t>
                      </a:r>
                      <a:r>
                        <a:rPr sz="1100" spc="-40" dirty="0">
                          <a:latin typeface="Times New Roman"/>
                          <a:cs typeface="Times New Roman"/>
                        </a:rPr>
                        <a:t> </a:t>
                      </a:r>
                      <a:r>
                        <a:rPr sz="1100" spc="-20" dirty="0">
                          <a:latin typeface="Times New Roman"/>
                          <a:cs typeface="Times New Roman"/>
                        </a:rPr>
                        <a:t>etc.</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12" name="object 12"/>
          <p:cNvSpPr txBox="1"/>
          <p:nvPr/>
        </p:nvSpPr>
        <p:spPr>
          <a:xfrm>
            <a:off x="1130617" y="7116444"/>
            <a:ext cx="1480820"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12.</a:t>
            </a:r>
            <a:r>
              <a:rPr sz="1300" b="1" spc="-155" dirty="0">
                <a:latin typeface="Times New Roman"/>
                <a:cs typeface="Times New Roman"/>
              </a:rPr>
              <a:t> </a:t>
            </a:r>
            <a:r>
              <a:rPr sz="1300" b="1" spc="-10" dirty="0">
                <a:latin typeface="Times New Roman"/>
                <a:cs typeface="Times New Roman"/>
              </a:rPr>
              <a:t>QIT_TicketNotes</a:t>
            </a:r>
            <a:endParaRPr sz="1300">
              <a:latin typeface="Times New Roman"/>
              <a:cs typeface="Times New Roman"/>
            </a:endParaRPr>
          </a:p>
        </p:txBody>
      </p:sp>
      <p:graphicFrame>
        <p:nvGraphicFramePr>
          <p:cNvPr id="13" name="object 13"/>
          <p:cNvGraphicFramePr>
            <a:graphicFrameLocks noGrp="1"/>
          </p:cNvGraphicFramePr>
          <p:nvPr/>
        </p:nvGraphicFramePr>
        <p:xfrm>
          <a:off x="914717" y="7345045"/>
          <a:ext cx="5487670" cy="987425"/>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QIT_TicketNotes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005">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Ticket</a:t>
                      </a:r>
                      <a:r>
                        <a:rPr sz="1100" spc="-70" dirty="0">
                          <a:latin typeface="Times New Roman"/>
                          <a:cs typeface="Times New Roman"/>
                        </a:rPr>
                        <a:t> </a:t>
                      </a:r>
                      <a:r>
                        <a:rPr sz="1100" spc="-10" dirty="0">
                          <a:latin typeface="Times New Roman"/>
                          <a:cs typeface="Times New Roman"/>
                        </a:rPr>
                        <a:t>Comments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67640">
                <a:tc>
                  <a:txBody>
                    <a:bodyPr/>
                    <a:lstStyle/>
                    <a:p>
                      <a:pPr marL="67945">
                        <a:lnSpc>
                          <a:spcPts val="122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dirty="0">
                          <a:latin typeface="Times New Roman"/>
                          <a:cs typeface="Times New Roman"/>
                        </a:rPr>
                        <a:t>Notes/comments</a:t>
                      </a:r>
                      <a:r>
                        <a:rPr sz="1100" spc="-30" dirty="0">
                          <a:latin typeface="Times New Roman"/>
                          <a:cs typeface="Times New Roman"/>
                        </a:rPr>
                        <a:t> </a:t>
                      </a:r>
                      <a:r>
                        <a:rPr sz="1100" dirty="0">
                          <a:latin typeface="Times New Roman"/>
                          <a:cs typeface="Times New Roman"/>
                        </a:rPr>
                        <a:t>added</a:t>
                      </a:r>
                      <a:r>
                        <a:rPr sz="1100" spc="-10" dirty="0">
                          <a:latin typeface="Times New Roman"/>
                          <a:cs typeface="Times New Roman"/>
                        </a:rPr>
                        <a:t> </a:t>
                      </a:r>
                      <a:r>
                        <a:rPr sz="1100" dirty="0">
                          <a:latin typeface="Times New Roman"/>
                          <a:cs typeface="Times New Roman"/>
                        </a:rPr>
                        <a:t>against</a:t>
                      </a:r>
                      <a:r>
                        <a:rPr sz="1100" spc="-30" dirty="0">
                          <a:latin typeface="Times New Roman"/>
                          <a:cs typeface="Times New Roman"/>
                        </a:rPr>
                        <a:t> </a:t>
                      </a:r>
                      <a:r>
                        <a:rPr sz="1100" dirty="0">
                          <a:latin typeface="Times New Roman"/>
                          <a:cs typeface="Times New Roman"/>
                        </a:rPr>
                        <a:t>a</a:t>
                      </a:r>
                      <a:r>
                        <a:rPr sz="1100" spc="-25" dirty="0">
                          <a:latin typeface="Times New Roman"/>
                          <a:cs typeface="Times New Roman"/>
                        </a:rPr>
                        <a:t> </a:t>
                      </a:r>
                      <a:r>
                        <a:rPr sz="1100" spc="-10" dirty="0">
                          <a:latin typeface="Times New Roman"/>
                          <a:cs typeface="Times New Roman"/>
                        </a:rPr>
                        <a:t>ticket.</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680">
                <a:tc>
                  <a:txBody>
                    <a:bodyPr/>
                    <a:lstStyle/>
                    <a:p>
                      <a:pPr marL="67945">
                        <a:lnSpc>
                          <a:spcPts val="126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40"/>
                        </a:lnSpc>
                      </a:pPr>
                      <a:r>
                        <a:rPr sz="1100" dirty="0">
                          <a:latin typeface="Times New Roman"/>
                          <a:cs typeface="Times New Roman"/>
                        </a:rPr>
                        <a:t>Notes</a:t>
                      </a:r>
                      <a:r>
                        <a:rPr sz="1100" spc="-25" dirty="0">
                          <a:latin typeface="Times New Roman"/>
                          <a:cs typeface="Times New Roman"/>
                        </a:rPr>
                        <a:t> </a:t>
                      </a:r>
                      <a:r>
                        <a:rPr sz="1100" dirty="0">
                          <a:latin typeface="Times New Roman"/>
                          <a:cs typeface="Times New Roman"/>
                        </a:rPr>
                        <a:t>with</a:t>
                      </a:r>
                      <a:r>
                        <a:rPr sz="1100" spc="-10" dirty="0">
                          <a:latin typeface="Times New Roman"/>
                          <a:cs typeface="Times New Roman"/>
                        </a:rPr>
                        <a:t> </a:t>
                      </a:r>
                      <a:r>
                        <a:rPr sz="1100" dirty="0">
                          <a:latin typeface="Times New Roman"/>
                          <a:cs typeface="Times New Roman"/>
                        </a:rPr>
                        <a:t>optional</a:t>
                      </a:r>
                      <a:r>
                        <a:rPr sz="1100" spc="-20" dirty="0">
                          <a:latin typeface="Times New Roman"/>
                          <a:cs typeface="Times New Roman"/>
                        </a:rPr>
                        <a:t> </a:t>
                      </a:r>
                      <a:r>
                        <a:rPr sz="1100" dirty="0">
                          <a:latin typeface="Times New Roman"/>
                          <a:cs typeface="Times New Roman"/>
                        </a:rPr>
                        <a:t>file</a:t>
                      </a:r>
                      <a:r>
                        <a:rPr sz="1100" spc="-25" dirty="0">
                          <a:latin typeface="Times New Roman"/>
                          <a:cs typeface="Times New Roman"/>
                        </a:rPr>
                        <a:t> </a:t>
                      </a:r>
                      <a:r>
                        <a:rPr sz="1100" dirty="0">
                          <a:latin typeface="Times New Roman"/>
                          <a:cs typeface="Times New Roman"/>
                        </a:rPr>
                        <a:t>uploads</a:t>
                      </a:r>
                      <a:r>
                        <a:rPr sz="1100" spc="-20" dirty="0">
                          <a:latin typeface="Times New Roman"/>
                          <a:cs typeface="Times New Roman"/>
                        </a:rPr>
                        <a:t> </a:t>
                      </a:r>
                      <a:r>
                        <a:rPr sz="1100" dirty="0">
                          <a:latin typeface="Times New Roman"/>
                          <a:cs typeface="Times New Roman"/>
                        </a:rPr>
                        <a:t>created</a:t>
                      </a:r>
                      <a:r>
                        <a:rPr sz="1100" spc="-10" dirty="0">
                          <a:latin typeface="Times New Roman"/>
                          <a:cs typeface="Times New Roman"/>
                        </a:rPr>
                        <a:t> </a:t>
                      </a:r>
                      <a:r>
                        <a:rPr sz="1100" spc="-25" dirty="0">
                          <a:latin typeface="Times New Roman"/>
                          <a:cs typeface="Times New Roman"/>
                        </a:rPr>
                        <a:t>by</a:t>
                      </a:r>
                      <a:endParaRPr sz="1100">
                        <a:latin typeface="Times New Roman"/>
                        <a:cs typeface="Times New Roman"/>
                      </a:endParaRPr>
                    </a:p>
                    <a:p>
                      <a:pPr marL="68580" marR="382270">
                        <a:lnSpc>
                          <a:spcPts val="1260"/>
                        </a:lnSpc>
                      </a:pPr>
                      <a:r>
                        <a:rPr sz="1100" dirty="0">
                          <a:latin typeface="Times New Roman"/>
                          <a:cs typeface="Times New Roman"/>
                        </a:rPr>
                        <a:t>users</a:t>
                      </a:r>
                      <a:r>
                        <a:rPr sz="1100" spc="-25" dirty="0">
                          <a:latin typeface="Times New Roman"/>
                          <a:cs typeface="Times New Roman"/>
                        </a:rPr>
                        <a:t> </a:t>
                      </a:r>
                      <a:r>
                        <a:rPr sz="1100" dirty="0">
                          <a:latin typeface="Times New Roman"/>
                          <a:cs typeface="Times New Roman"/>
                        </a:rPr>
                        <a:t>or</a:t>
                      </a:r>
                      <a:r>
                        <a:rPr sz="1100" spc="-20" dirty="0">
                          <a:latin typeface="Times New Roman"/>
                          <a:cs typeface="Times New Roman"/>
                        </a:rPr>
                        <a:t> </a:t>
                      </a:r>
                      <a:r>
                        <a:rPr sz="1100" dirty="0">
                          <a:latin typeface="Times New Roman"/>
                          <a:cs typeface="Times New Roman"/>
                        </a:rPr>
                        <a:t>customers</a:t>
                      </a:r>
                      <a:r>
                        <a:rPr sz="1100" spc="-5" dirty="0">
                          <a:latin typeface="Times New Roman"/>
                          <a:cs typeface="Times New Roman"/>
                        </a:rPr>
                        <a:t> </a:t>
                      </a:r>
                      <a:r>
                        <a:rPr sz="1100" dirty="0">
                          <a:latin typeface="Times New Roman"/>
                          <a:cs typeface="Times New Roman"/>
                        </a:rPr>
                        <a:t>against</a:t>
                      </a:r>
                      <a:r>
                        <a:rPr sz="1100" spc="-20" dirty="0">
                          <a:latin typeface="Times New Roman"/>
                          <a:cs typeface="Times New Roman"/>
                        </a:rPr>
                        <a:t> </a:t>
                      </a:r>
                      <a:r>
                        <a:rPr sz="1100" dirty="0">
                          <a:latin typeface="Times New Roman"/>
                          <a:cs typeface="Times New Roman"/>
                        </a:rPr>
                        <a:t>any</a:t>
                      </a:r>
                      <a:r>
                        <a:rPr sz="1100" spc="-5" dirty="0">
                          <a:latin typeface="Times New Roman"/>
                          <a:cs typeface="Times New Roman"/>
                        </a:rPr>
                        <a:t> </a:t>
                      </a:r>
                      <a:r>
                        <a:rPr sz="1100" dirty="0">
                          <a:latin typeface="Times New Roman"/>
                          <a:cs typeface="Times New Roman"/>
                        </a:rPr>
                        <a:t>ticket</a:t>
                      </a:r>
                      <a:r>
                        <a:rPr sz="1100" spc="-25" dirty="0">
                          <a:latin typeface="Times New Roman"/>
                          <a:cs typeface="Times New Roman"/>
                        </a:rPr>
                        <a:t> and </a:t>
                      </a:r>
                      <a:r>
                        <a:rPr sz="1100" spc="-10" dirty="0">
                          <a:latin typeface="Times New Roman"/>
                          <a:cs typeface="Times New Roman"/>
                        </a:rPr>
                        <a:t>activity.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pic>
        <p:nvPicPr>
          <p:cNvPr id="14" name="object 14"/>
          <p:cNvPicPr/>
          <p:nvPr/>
        </p:nvPicPr>
        <p:blipFill>
          <a:blip r:embed="rId2" cstate="print"/>
          <a:stretch>
            <a:fillRect/>
          </a:stretch>
        </p:blipFill>
        <p:spPr>
          <a:xfrm>
            <a:off x="304800" y="304800"/>
            <a:ext cx="7165084" cy="9451022"/>
          </a:xfrm>
          <a:prstGeom prst="rect">
            <a:avLst/>
          </a:prstGeom>
        </p:spPr>
      </p:pic>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1130617" y="1166241"/>
            <a:ext cx="1853564"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13.</a:t>
            </a:r>
            <a:r>
              <a:rPr sz="1300" b="1" spc="-155" dirty="0">
                <a:latin typeface="Times New Roman"/>
                <a:cs typeface="Times New Roman"/>
              </a:rPr>
              <a:t> </a:t>
            </a:r>
            <a:r>
              <a:rPr sz="1300" b="1" spc="-10" dirty="0">
                <a:latin typeface="Times New Roman"/>
                <a:cs typeface="Times New Roman"/>
              </a:rPr>
              <a:t>QIT_TicketTimeSpent</a:t>
            </a:r>
            <a:endParaRPr sz="1300">
              <a:latin typeface="Times New Roman"/>
              <a:cs typeface="Times New Roman"/>
            </a:endParaRPr>
          </a:p>
        </p:txBody>
      </p:sp>
      <p:graphicFrame>
        <p:nvGraphicFramePr>
          <p:cNvPr id="5" name="object 5"/>
          <p:cNvGraphicFramePr>
            <a:graphicFrameLocks noGrp="1"/>
          </p:cNvGraphicFramePr>
          <p:nvPr/>
        </p:nvGraphicFramePr>
        <p:xfrm>
          <a:off x="914717" y="1394714"/>
          <a:ext cx="5487670" cy="9931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QIT_TicketTimeSpent</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5100">
                <a:tc>
                  <a:txBody>
                    <a:bodyPr/>
                    <a:lstStyle/>
                    <a:p>
                      <a:pPr marL="67945">
                        <a:lnSpc>
                          <a:spcPts val="120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Ticket</a:t>
                      </a:r>
                      <a:r>
                        <a:rPr sz="1100" spc="-50" dirty="0">
                          <a:latin typeface="Times New Roman"/>
                          <a:cs typeface="Times New Roman"/>
                        </a:rPr>
                        <a:t> </a:t>
                      </a:r>
                      <a:r>
                        <a:rPr sz="1100" spc="-10" dirty="0">
                          <a:latin typeface="Times New Roman"/>
                          <a:cs typeface="Times New Roman"/>
                        </a:rPr>
                        <a:t>Work</a:t>
                      </a:r>
                      <a:r>
                        <a:rPr sz="1100" spc="-30" dirty="0">
                          <a:latin typeface="Times New Roman"/>
                          <a:cs typeface="Times New Roman"/>
                        </a:rPr>
                        <a:t> </a:t>
                      </a:r>
                      <a:r>
                        <a:rPr sz="1100" spc="-25" dirty="0">
                          <a:latin typeface="Times New Roman"/>
                          <a:cs typeface="Times New Roman"/>
                        </a:rPr>
                        <a:t>Log</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03505">
                        <a:lnSpc>
                          <a:spcPts val="1260"/>
                        </a:lnSpc>
                      </a:pPr>
                      <a:r>
                        <a:rPr sz="1100" dirty="0">
                          <a:latin typeface="Times New Roman"/>
                          <a:cs typeface="Times New Roman"/>
                        </a:rPr>
                        <a:t>Tracks</a:t>
                      </a:r>
                      <a:r>
                        <a:rPr sz="1100" spc="-25" dirty="0">
                          <a:latin typeface="Times New Roman"/>
                          <a:cs typeface="Times New Roman"/>
                        </a:rPr>
                        <a:t> </a:t>
                      </a:r>
                      <a:r>
                        <a:rPr sz="1100" dirty="0">
                          <a:latin typeface="Times New Roman"/>
                          <a:cs typeface="Times New Roman"/>
                        </a:rPr>
                        <a:t>time</a:t>
                      </a:r>
                      <a:r>
                        <a:rPr sz="1100" spc="-25" dirty="0">
                          <a:latin typeface="Times New Roman"/>
                          <a:cs typeface="Times New Roman"/>
                        </a:rPr>
                        <a:t> </a:t>
                      </a:r>
                      <a:r>
                        <a:rPr sz="1100" dirty="0">
                          <a:latin typeface="Times New Roman"/>
                          <a:cs typeface="Times New Roman"/>
                        </a:rPr>
                        <a:t>spent</a:t>
                      </a:r>
                      <a:r>
                        <a:rPr sz="1100" spc="-25" dirty="0">
                          <a:latin typeface="Times New Roman"/>
                          <a:cs typeface="Times New Roman"/>
                        </a:rPr>
                        <a:t> </a:t>
                      </a:r>
                      <a:r>
                        <a:rPr sz="1100" dirty="0">
                          <a:latin typeface="Times New Roman"/>
                          <a:cs typeface="Times New Roman"/>
                        </a:rPr>
                        <a:t>by</a:t>
                      </a:r>
                      <a:r>
                        <a:rPr sz="1100" spc="-10" dirty="0">
                          <a:latin typeface="Times New Roman"/>
                          <a:cs typeface="Times New Roman"/>
                        </a:rPr>
                        <a:t> </a:t>
                      </a:r>
                      <a:r>
                        <a:rPr sz="1100" dirty="0">
                          <a:latin typeface="Times New Roman"/>
                          <a:cs typeface="Times New Roman"/>
                        </a:rPr>
                        <a:t>support</a:t>
                      </a:r>
                      <a:r>
                        <a:rPr sz="1100" spc="-25" dirty="0">
                          <a:latin typeface="Times New Roman"/>
                          <a:cs typeface="Times New Roman"/>
                        </a:rPr>
                        <a:t> </a:t>
                      </a:r>
                      <a:r>
                        <a:rPr sz="1100" dirty="0">
                          <a:latin typeface="Times New Roman"/>
                          <a:cs typeface="Times New Roman"/>
                        </a:rPr>
                        <a:t>team</a:t>
                      </a:r>
                      <a:r>
                        <a:rPr sz="1100" spc="-15" dirty="0">
                          <a:latin typeface="Times New Roman"/>
                          <a:cs typeface="Times New Roman"/>
                        </a:rPr>
                        <a:t> </a:t>
                      </a:r>
                      <a:r>
                        <a:rPr sz="1100" dirty="0">
                          <a:latin typeface="Times New Roman"/>
                          <a:cs typeface="Times New Roman"/>
                        </a:rPr>
                        <a:t>or</a:t>
                      </a:r>
                      <a:r>
                        <a:rPr sz="1100" spc="-25" dirty="0">
                          <a:latin typeface="Times New Roman"/>
                          <a:cs typeface="Times New Roman"/>
                        </a:rPr>
                        <a:t> </a:t>
                      </a:r>
                      <a:r>
                        <a:rPr sz="1100" dirty="0">
                          <a:latin typeface="Times New Roman"/>
                          <a:cs typeface="Times New Roman"/>
                        </a:rPr>
                        <a:t>staff</a:t>
                      </a:r>
                      <a:r>
                        <a:rPr sz="1100" spc="-25" dirty="0">
                          <a:latin typeface="Times New Roman"/>
                          <a:cs typeface="Times New Roman"/>
                        </a:rPr>
                        <a:t> per </a:t>
                      </a:r>
                      <a:r>
                        <a:rPr sz="1100" spc="-10" dirty="0">
                          <a:latin typeface="Times New Roman"/>
                          <a:cs typeface="Times New Roman"/>
                        </a:rPr>
                        <a:t>ticket.</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7025">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5405">
                        <a:lnSpc>
                          <a:spcPts val="1260"/>
                        </a:lnSpc>
                      </a:pPr>
                      <a:r>
                        <a:rPr sz="1100" dirty="0">
                          <a:latin typeface="Times New Roman"/>
                          <a:cs typeface="Times New Roman"/>
                        </a:rPr>
                        <a:t>Start</a:t>
                      </a:r>
                      <a:r>
                        <a:rPr sz="1100" spc="-25" dirty="0">
                          <a:latin typeface="Times New Roman"/>
                          <a:cs typeface="Times New Roman"/>
                        </a:rPr>
                        <a:t> </a:t>
                      </a:r>
                      <a:r>
                        <a:rPr sz="1100" dirty="0">
                          <a:latin typeface="Times New Roman"/>
                          <a:cs typeface="Times New Roman"/>
                        </a:rPr>
                        <a:t>time,</a:t>
                      </a:r>
                      <a:r>
                        <a:rPr sz="1100" spc="-10" dirty="0">
                          <a:latin typeface="Times New Roman"/>
                          <a:cs typeface="Times New Roman"/>
                        </a:rPr>
                        <a:t> </a:t>
                      </a:r>
                      <a:r>
                        <a:rPr sz="1100" dirty="0">
                          <a:latin typeface="Times New Roman"/>
                          <a:cs typeface="Times New Roman"/>
                        </a:rPr>
                        <a:t>end</a:t>
                      </a:r>
                      <a:r>
                        <a:rPr sz="1100" spc="-5" dirty="0">
                          <a:latin typeface="Times New Roman"/>
                          <a:cs typeface="Times New Roman"/>
                        </a:rPr>
                        <a:t> </a:t>
                      </a:r>
                      <a:r>
                        <a:rPr sz="1100" dirty="0">
                          <a:latin typeface="Times New Roman"/>
                          <a:cs typeface="Times New Roman"/>
                        </a:rPr>
                        <a:t>time,</a:t>
                      </a:r>
                      <a:r>
                        <a:rPr sz="1100" spc="-15"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notes</a:t>
                      </a:r>
                      <a:r>
                        <a:rPr sz="1100" spc="-20" dirty="0">
                          <a:latin typeface="Times New Roman"/>
                          <a:cs typeface="Times New Roman"/>
                        </a:rPr>
                        <a:t> </a:t>
                      </a:r>
                      <a:r>
                        <a:rPr sz="1100" dirty="0">
                          <a:latin typeface="Times New Roman"/>
                          <a:cs typeface="Times New Roman"/>
                        </a:rPr>
                        <a:t>describing</a:t>
                      </a:r>
                      <a:r>
                        <a:rPr sz="1100" spc="-10" dirty="0">
                          <a:latin typeface="Times New Roman"/>
                          <a:cs typeface="Times New Roman"/>
                        </a:rPr>
                        <a:t> </a:t>
                      </a:r>
                      <a:r>
                        <a:rPr sz="1100" spc="-20" dirty="0">
                          <a:latin typeface="Times New Roman"/>
                          <a:cs typeface="Times New Roman"/>
                        </a:rPr>
                        <a:t>time </a:t>
                      </a:r>
                      <a:r>
                        <a:rPr sz="1100" dirty="0">
                          <a:latin typeface="Times New Roman"/>
                          <a:cs typeface="Times New Roman"/>
                        </a:rPr>
                        <a:t>spent</a:t>
                      </a:r>
                      <a:r>
                        <a:rPr sz="1100" spc="-15" dirty="0">
                          <a:latin typeface="Times New Roman"/>
                          <a:cs typeface="Times New Roman"/>
                        </a:rPr>
                        <a:t> </a:t>
                      </a:r>
                      <a:r>
                        <a:rPr sz="1100" dirty="0">
                          <a:latin typeface="Times New Roman"/>
                          <a:cs typeface="Times New Roman"/>
                        </a:rPr>
                        <a:t>resolving or</a:t>
                      </a:r>
                      <a:r>
                        <a:rPr sz="1100" spc="-15" dirty="0">
                          <a:latin typeface="Times New Roman"/>
                          <a:cs typeface="Times New Roman"/>
                        </a:rPr>
                        <a:t> </a:t>
                      </a:r>
                      <a:r>
                        <a:rPr sz="1100" dirty="0">
                          <a:latin typeface="Times New Roman"/>
                          <a:cs typeface="Times New Roman"/>
                        </a:rPr>
                        <a:t>working</a:t>
                      </a:r>
                      <a:r>
                        <a:rPr sz="1100" spc="-20" dirty="0">
                          <a:latin typeface="Times New Roman"/>
                          <a:cs typeface="Times New Roman"/>
                        </a:rPr>
                        <a:t> </a:t>
                      </a:r>
                      <a:r>
                        <a:rPr sz="1100" dirty="0">
                          <a:latin typeface="Times New Roman"/>
                          <a:cs typeface="Times New Roman"/>
                        </a:rPr>
                        <a:t>on a</a:t>
                      </a:r>
                      <a:r>
                        <a:rPr sz="1100" spc="-15" dirty="0">
                          <a:latin typeface="Times New Roman"/>
                          <a:cs typeface="Times New Roman"/>
                        </a:rPr>
                        <a:t> </a:t>
                      </a:r>
                      <a:r>
                        <a:rPr sz="1100" spc="-10" dirty="0">
                          <a:latin typeface="Times New Roman"/>
                          <a:cs typeface="Times New Roman"/>
                        </a:rPr>
                        <a:t>ticket.</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object 6"/>
          <p:cNvSpPr txBox="1"/>
          <p:nvPr/>
        </p:nvSpPr>
        <p:spPr>
          <a:xfrm>
            <a:off x="1130617" y="2642234"/>
            <a:ext cx="1384935"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14.</a:t>
            </a:r>
            <a:r>
              <a:rPr sz="1300" b="1" spc="-155" dirty="0">
                <a:latin typeface="Times New Roman"/>
                <a:cs typeface="Times New Roman"/>
              </a:rPr>
              <a:t> </a:t>
            </a:r>
            <a:r>
              <a:rPr sz="1300" b="1" u="sng" spc="-10" dirty="0">
                <a:uFill>
                  <a:solidFill>
                    <a:srgbClr val="000000"/>
                  </a:solidFill>
                </a:uFill>
                <a:latin typeface="Times New Roman"/>
                <a:cs typeface="Times New Roman"/>
              </a:rPr>
              <a:t>QIT_UserLogin</a:t>
            </a:r>
            <a:endParaRPr sz="1300">
              <a:latin typeface="Times New Roman"/>
              <a:cs typeface="Times New Roman"/>
            </a:endParaRPr>
          </a:p>
        </p:txBody>
      </p:sp>
      <p:graphicFrame>
        <p:nvGraphicFramePr>
          <p:cNvPr id="7" name="object 7"/>
          <p:cNvGraphicFramePr>
            <a:graphicFrameLocks noGrp="1"/>
          </p:cNvGraphicFramePr>
          <p:nvPr/>
        </p:nvGraphicFramePr>
        <p:xfrm>
          <a:off x="914717" y="2870835"/>
          <a:ext cx="5487670" cy="992505"/>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005">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QIT_UserLogin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5100">
                <a:tc>
                  <a:txBody>
                    <a:bodyPr/>
                    <a:lstStyle/>
                    <a:p>
                      <a:pPr marL="67945">
                        <a:lnSpc>
                          <a:spcPts val="120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dirty="0">
                          <a:latin typeface="Times New Roman"/>
                          <a:cs typeface="Times New Roman"/>
                        </a:rPr>
                        <a:t>Login</a:t>
                      </a:r>
                      <a:r>
                        <a:rPr sz="1100" spc="-10" dirty="0">
                          <a:latin typeface="Times New Roman"/>
                          <a:cs typeface="Times New Roman"/>
                        </a:rPr>
                        <a:t> Master</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85"/>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400685">
                        <a:lnSpc>
                          <a:spcPts val="1260"/>
                        </a:lnSpc>
                      </a:pPr>
                      <a:r>
                        <a:rPr sz="1100" dirty="0">
                          <a:latin typeface="Times New Roman"/>
                          <a:cs typeface="Times New Roman"/>
                        </a:rPr>
                        <a:t>Used</a:t>
                      </a:r>
                      <a:r>
                        <a:rPr sz="1100" spc="-5" dirty="0">
                          <a:latin typeface="Times New Roman"/>
                          <a:cs typeface="Times New Roman"/>
                        </a:rPr>
                        <a:t> </a:t>
                      </a:r>
                      <a:r>
                        <a:rPr sz="1100" dirty="0">
                          <a:latin typeface="Times New Roman"/>
                          <a:cs typeface="Times New Roman"/>
                        </a:rPr>
                        <a:t>for</a:t>
                      </a:r>
                      <a:r>
                        <a:rPr sz="1100" spc="-15" dirty="0">
                          <a:latin typeface="Times New Roman"/>
                          <a:cs typeface="Times New Roman"/>
                        </a:rPr>
                        <a:t> </a:t>
                      </a:r>
                      <a:r>
                        <a:rPr sz="1100" dirty="0">
                          <a:latin typeface="Times New Roman"/>
                          <a:cs typeface="Times New Roman"/>
                        </a:rPr>
                        <a:t>all</a:t>
                      </a:r>
                      <a:r>
                        <a:rPr sz="1100" spc="-15" dirty="0">
                          <a:latin typeface="Times New Roman"/>
                          <a:cs typeface="Times New Roman"/>
                        </a:rPr>
                        <a:t> </a:t>
                      </a:r>
                      <a:r>
                        <a:rPr sz="1100" dirty="0">
                          <a:latin typeface="Times New Roman"/>
                          <a:cs typeface="Times New Roman"/>
                        </a:rPr>
                        <a:t>types</a:t>
                      </a:r>
                      <a:r>
                        <a:rPr sz="1100" spc="-15" dirty="0">
                          <a:latin typeface="Times New Roman"/>
                          <a:cs typeface="Times New Roman"/>
                        </a:rPr>
                        <a:t> </a:t>
                      </a:r>
                      <a:r>
                        <a:rPr sz="1100" dirty="0">
                          <a:latin typeface="Times New Roman"/>
                          <a:cs typeface="Times New Roman"/>
                        </a:rPr>
                        <a:t>of</a:t>
                      </a:r>
                      <a:r>
                        <a:rPr sz="1100" spc="-15" dirty="0">
                          <a:latin typeface="Times New Roman"/>
                          <a:cs typeface="Times New Roman"/>
                        </a:rPr>
                        <a:t> </a:t>
                      </a:r>
                      <a:r>
                        <a:rPr sz="1100" dirty="0">
                          <a:latin typeface="Times New Roman"/>
                          <a:cs typeface="Times New Roman"/>
                        </a:rPr>
                        <a:t>login</a:t>
                      </a:r>
                      <a:r>
                        <a:rPr sz="1100" spc="20" dirty="0">
                          <a:latin typeface="Times New Roman"/>
                          <a:cs typeface="Times New Roman"/>
                        </a:rPr>
                        <a:t> </a:t>
                      </a:r>
                      <a:r>
                        <a:rPr sz="1100" dirty="0">
                          <a:latin typeface="Times New Roman"/>
                          <a:cs typeface="Times New Roman"/>
                        </a:rPr>
                        <a:t>(admin,</a:t>
                      </a:r>
                      <a:r>
                        <a:rPr sz="1100" spc="-10" dirty="0">
                          <a:latin typeface="Times New Roman"/>
                          <a:cs typeface="Times New Roman"/>
                        </a:rPr>
                        <a:t> staff, </a:t>
                      </a:r>
                      <a:r>
                        <a:rPr sz="1100" dirty="0">
                          <a:latin typeface="Times New Roman"/>
                          <a:cs typeface="Times New Roman"/>
                        </a:rPr>
                        <a:t>customer)</a:t>
                      </a:r>
                      <a:r>
                        <a:rPr sz="1100" spc="-15" dirty="0">
                          <a:latin typeface="Times New Roman"/>
                          <a:cs typeface="Times New Roman"/>
                        </a:rPr>
                        <a:t> </a:t>
                      </a:r>
                      <a:r>
                        <a:rPr sz="1100" dirty="0">
                          <a:latin typeface="Times New Roman"/>
                          <a:cs typeface="Times New Roman"/>
                        </a:rPr>
                        <a:t>and </a:t>
                      </a:r>
                      <a:r>
                        <a:rPr sz="1100" spc="-10" dirty="0">
                          <a:latin typeface="Times New Roman"/>
                          <a:cs typeface="Times New Roman"/>
                        </a:rPr>
                        <a:t>role-</a:t>
                      </a:r>
                      <a:r>
                        <a:rPr sz="1100" dirty="0">
                          <a:latin typeface="Times New Roman"/>
                          <a:cs typeface="Times New Roman"/>
                        </a:rPr>
                        <a:t>based access</a:t>
                      </a:r>
                      <a:r>
                        <a:rPr sz="1100" spc="-10" dirty="0">
                          <a:latin typeface="Times New Roman"/>
                          <a:cs typeface="Times New Roman"/>
                        </a:rPr>
                        <a:t> control.</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27025">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30504">
                        <a:lnSpc>
                          <a:spcPts val="1260"/>
                        </a:lnSpc>
                      </a:pPr>
                      <a:r>
                        <a:rPr sz="1100" dirty="0">
                          <a:latin typeface="Times New Roman"/>
                          <a:cs typeface="Times New Roman"/>
                        </a:rPr>
                        <a:t>Maintains</a:t>
                      </a:r>
                      <a:r>
                        <a:rPr sz="1100" spc="-30" dirty="0">
                          <a:latin typeface="Times New Roman"/>
                          <a:cs typeface="Times New Roman"/>
                        </a:rPr>
                        <a:t> </a:t>
                      </a:r>
                      <a:r>
                        <a:rPr sz="1100" dirty="0">
                          <a:latin typeface="Times New Roman"/>
                          <a:cs typeface="Times New Roman"/>
                        </a:rPr>
                        <a:t>login</a:t>
                      </a:r>
                      <a:r>
                        <a:rPr sz="1100" spc="-15" dirty="0">
                          <a:latin typeface="Times New Roman"/>
                          <a:cs typeface="Times New Roman"/>
                        </a:rPr>
                        <a:t> </a:t>
                      </a:r>
                      <a:r>
                        <a:rPr sz="1100" dirty="0">
                          <a:latin typeface="Times New Roman"/>
                          <a:cs typeface="Times New Roman"/>
                        </a:rPr>
                        <a:t>credentials,</a:t>
                      </a:r>
                      <a:r>
                        <a:rPr sz="1100" spc="-15" dirty="0">
                          <a:latin typeface="Times New Roman"/>
                          <a:cs typeface="Times New Roman"/>
                        </a:rPr>
                        <a:t> </a:t>
                      </a:r>
                      <a:r>
                        <a:rPr sz="1100" dirty="0">
                          <a:latin typeface="Times New Roman"/>
                          <a:cs typeface="Times New Roman"/>
                        </a:rPr>
                        <a:t>roles,</a:t>
                      </a:r>
                      <a:r>
                        <a:rPr sz="1100" spc="-20" dirty="0">
                          <a:latin typeface="Times New Roman"/>
                          <a:cs typeface="Times New Roman"/>
                        </a:rPr>
                        <a:t> </a:t>
                      </a:r>
                      <a:r>
                        <a:rPr sz="1100" dirty="0">
                          <a:latin typeface="Times New Roman"/>
                          <a:cs typeface="Times New Roman"/>
                        </a:rPr>
                        <a:t>and</a:t>
                      </a:r>
                      <a:r>
                        <a:rPr sz="1100" spc="-15" dirty="0">
                          <a:latin typeface="Times New Roman"/>
                          <a:cs typeface="Times New Roman"/>
                        </a:rPr>
                        <a:t> </a:t>
                      </a:r>
                      <a:r>
                        <a:rPr sz="1100" spc="-20" dirty="0">
                          <a:latin typeface="Times New Roman"/>
                          <a:cs typeface="Times New Roman"/>
                        </a:rPr>
                        <a:t>flags </a:t>
                      </a:r>
                      <a:r>
                        <a:rPr sz="1100" dirty="0">
                          <a:latin typeface="Times New Roman"/>
                          <a:cs typeface="Times New Roman"/>
                        </a:rPr>
                        <a:t>like</a:t>
                      </a:r>
                      <a:r>
                        <a:rPr sz="1100" spc="-20" dirty="0">
                          <a:latin typeface="Times New Roman"/>
                          <a:cs typeface="Times New Roman"/>
                        </a:rPr>
                        <a:t> </a:t>
                      </a:r>
                      <a:r>
                        <a:rPr sz="1100" dirty="0">
                          <a:latin typeface="Times New Roman"/>
                          <a:cs typeface="Times New Roman"/>
                        </a:rPr>
                        <a:t>is_active,</a:t>
                      </a:r>
                      <a:r>
                        <a:rPr sz="1100" spc="-10" dirty="0">
                          <a:latin typeface="Times New Roman"/>
                          <a:cs typeface="Times New Roman"/>
                        </a:rPr>
                        <a:t> </a:t>
                      </a:r>
                      <a:r>
                        <a:rPr sz="1100" dirty="0">
                          <a:latin typeface="Times New Roman"/>
                          <a:cs typeface="Times New Roman"/>
                        </a:rPr>
                        <a:t>is_staff,</a:t>
                      </a:r>
                      <a:r>
                        <a:rPr sz="1100" spc="-5" dirty="0">
                          <a:latin typeface="Times New Roman"/>
                          <a:cs typeface="Times New Roman"/>
                        </a:rPr>
                        <a:t> </a:t>
                      </a:r>
                      <a:r>
                        <a:rPr sz="1100" spc="-10" dirty="0">
                          <a:latin typeface="Times New Roman"/>
                          <a:cs typeface="Times New Roman"/>
                        </a:rPr>
                        <a:t>is_superuser, </a:t>
                      </a:r>
                      <a:r>
                        <a:rPr sz="1100" spc="-20" dirty="0">
                          <a:latin typeface="Times New Roman"/>
                          <a:cs typeface="Times New Roman"/>
                        </a:rPr>
                        <a:t>etc.</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8" name="object 8"/>
          <p:cNvSpPr txBox="1"/>
          <p:nvPr/>
        </p:nvSpPr>
        <p:spPr>
          <a:xfrm>
            <a:off x="1130617" y="4118355"/>
            <a:ext cx="1539240"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15.</a:t>
            </a:r>
            <a:r>
              <a:rPr sz="1300" b="1" spc="-155" dirty="0">
                <a:latin typeface="Times New Roman"/>
                <a:cs typeface="Times New Roman"/>
              </a:rPr>
              <a:t> </a:t>
            </a:r>
            <a:r>
              <a:rPr sz="1300" b="1" u="sng" spc="-10" dirty="0">
                <a:uFill>
                  <a:solidFill>
                    <a:srgbClr val="000000"/>
                  </a:solidFill>
                </a:uFill>
                <a:latin typeface="Times New Roman"/>
                <a:cs typeface="Times New Roman"/>
              </a:rPr>
              <a:t>QIT_Notifications</a:t>
            </a:r>
            <a:endParaRPr sz="1300">
              <a:latin typeface="Times New Roman"/>
              <a:cs typeface="Times New Roman"/>
            </a:endParaRPr>
          </a:p>
        </p:txBody>
      </p:sp>
      <p:graphicFrame>
        <p:nvGraphicFramePr>
          <p:cNvPr id="9" name="object 9"/>
          <p:cNvGraphicFramePr>
            <a:graphicFrameLocks noGrp="1"/>
          </p:cNvGraphicFramePr>
          <p:nvPr/>
        </p:nvGraphicFramePr>
        <p:xfrm>
          <a:off x="914717" y="4346955"/>
          <a:ext cx="5487670" cy="11582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5100">
                <a:tc>
                  <a:txBody>
                    <a:bodyPr/>
                    <a:lstStyle/>
                    <a:p>
                      <a:pPr marL="67945">
                        <a:lnSpc>
                          <a:spcPts val="120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spc="-10" dirty="0">
                          <a:latin typeface="Times New Roman"/>
                          <a:cs typeface="Times New Roman"/>
                        </a:rPr>
                        <a:t>QIT_Notifications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7640">
                <a:tc>
                  <a:txBody>
                    <a:bodyPr/>
                    <a:lstStyle/>
                    <a:p>
                      <a:pPr marL="67945">
                        <a:lnSpc>
                          <a:spcPts val="122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System</a:t>
                      </a:r>
                      <a:r>
                        <a:rPr sz="1100" spc="-20" dirty="0">
                          <a:latin typeface="Times New Roman"/>
                          <a:cs typeface="Times New Roman"/>
                        </a:rPr>
                        <a:t> </a:t>
                      </a:r>
                      <a:r>
                        <a:rPr sz="1100" spc="-10" dirty="0">
                          <a:latin typeface="Times New Roman"/>
                          <a:cs typeface="Times New Roman"/>
                        </a:rPr>
                        <a:t>Alerts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660">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384175">
                        <a:lnSpc>
                          <a:spcPts val="1260"/>
                        </a:lnSpc>
                      </a:pPr>
                      <a:r>
                        <a:rPr sz="1100" dirty="0">
                          <a:latin typeface="Times New Roman"/>
                          <a:cs typeface="Times New Roman"/>
                        </a:rPr>
                        <a:t>Used</a:t>
                      </a:r>
                      <a:r>
                        <a:rPr sz="1100" spc="5"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spc="-10" dirty="0">
                          <a:latin typeface="Times New Roman"/>
                          <a:cs typeface="Times New Roman"/>
                        </a:rPr>
                        <a:t>real-</a:t>
                      </a:r>
                      <a:r>
                        <a:rPr sz="1100" dirty="0">
                          <a:latin typeface="Times New Roman"/>
                          <a:cs typeface="Times New Roman"/>
                        </a:rPr>
                        <a:t>time</a:t>
                      </a:r>
                      <a:r>
                        <a:rPr sz="1100" spc="-10" dirty="0">
                          <a:latin typeface="Times New Roman"/>
                          <a:cs typeface="Times New Roman"/>
                        </a:rPr>
                        <a:t> </a:t>
                      </a:r>
                      <a:r>
                        <a:rPr sz="1100" dirty="0">
                          <a:latin typeface="Times New Roman"/>
                          <a:cs typeface="Times New Roman"/>
                        </a:rPr>
                        <a:t>or</a:t>
                      </a:r>
                      <a:r>
                        <a:rPr sz="1100" spc="-10" dirty="0">
                          <a:latin typeface="Times New Roman"/>
                          <a:cs typeface="Times New Roman"/>
                        </a:rPr>
                        <a:t> </a:t>
                      </a:r>
                      <a:r>
                        <a:rPr sz="1100" dirty="0">
                          <a:latin typeface="Times New Roman"/>
                          <a:cs typeface="Times New Roman"/>
                        </a:rPr>
                        <a:t>stored</a:t>
                      </a:r>
                      <a:r>
                        <a:rPr sz="1100" spc="5" dirty="0">
                          <a:latin typeface="Times New Roman"/>
                          <a:cs typeface="Times New Roman"/>
                        </a:rPr>
                        <a:t> </a:t>
                      </a:r>
                      <a:r>
                        <a:rPr sz="1100" spc="-10" dirty="0">
                          <a:latin typeface="Times New Roman"/>
                          <a:cs typeface="Times New Roman"/>
                        </a:rPr>
                        <a:t>notifications </a:t>
                      </a:r>
                      <a:r>
                        <a:rPr sz="1100" dirty="0">
                          <a:latin typeface="Times New Roman"/>
                          <a:cs typeface="Times New Roman"/>
                        </a:rPr>
                        <a:t>shown</a:t>
                      </a:r>
                      <a:r>
                        <a:rPr sz="1100" spc="-20"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10" dirty="0">
                          <a:latin typeface="Times New Roman"/>
                          <a:cs typeface="Times New Roman"/>
                        </a:rPr>
                        <a:t>users.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680">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39395">
                        <a:lnSpc>
                          <a:spcPts val="1260"/>
                        </a:lnSpc>
                      </a:pPr>
                      <a:r>
                        <a:rPr sz="1100" dirty="0">
                          <a:latin typeface="Times New Roman"/>
                          <a:cs typeface="Times New Roman"/>
                        </a:rPr>
                        <a:t>Stores</a:t>
                      </a:r>
                      <a:r>
                        <a:rPr sz="1100" spc="-25" dirty="0">
                          <a:latin typeface="Times New Roman"/>
                          <a:cs typeface="Times New Roman"/>
                        </a:rPr>
                        <a:t> </a:t>
                      </a:r>
                      <a:r>
                        <a:rPr sz="1100" dirty="0">
                          <a:latin typeface="Times New Roman"/>
                          <a:cs typeface="Times New Roman"/>
                        </a:rPr>
                        <a:t>notification</a:t>
                      </a:r>
                      <a:r>
                        <a:rPr sz="1100" spc="-10" dirty="0">
                          <a:latin typeface="Times New Roman"/>
                          <a:cs typeface="Times New Roman"/>
                        </a:rPr>
                        <a:t> </a:t>
                      </a:r>
                      <a:r>
                        <a:rPr sz="1100" dirty="0">
                          <a:latin typeface="Times New Roman"/>
                          <a:cs typeface="Times New Roman"/>
                        </a:rPr>
                        <a:t>data</a:t>
                      </a:r>
                      <a:r>
                        <a:rPr sz="1100" spc="-20" dirty="0">
                          <a:latin typeface="Times New Roman"/>
                          <a:cs typeface="Times New Roman"/>
                        </a:rPr>
                        <a:t> </a:t>
                      </a:r>
                      <a:r>
                        <a:rPr sz="1100" dirty="0">
                          <a:latin typeface="Times New Roman"/>
                          <a:cs typeface="Times New Roman"/>
                        </a:rPr>
                        <a:t>linked</a:t>
                      </a:r>
                      <a:r>
                        <a:rPr sz="1100" spc="-10" dirty="0">
                          <a:latin typeface="Times New Roman"/>
                          <a:cs typeface="Times New Roman"/>
                        </a:rPr>
                        <a:t> </a:t>
                      </a:r>
                      <a:r>
                        <a:rPr sz="1100" spc="-20" dirty="0">
                          <a:latin typeface="Times New Roman"/>
                          <a:cs typeface="Times New Roman"/>
                        </a:rPr>
                        <a:t>with </a:t>
                      </a:r>
                      <a:r>
                        <a:rPr sz="1100" dirty="0">
                          <a:latin typeface="Times New Roman"/>
                          <a:cs typeface="Times New Roman"/>
                        </a:rPr>
                        <a:t>user/ticket/activity</a:t>
                      </a:r>
                      <a:r>
                        <a:rPr sz="1100" spc="-25" dirty="0">
                          <a:latin typeface="Times New Roman"/>
                          <a:cs typeface="Times New Roman"/>
                        </a:rPr>
                        <a:t> </a:t>
                      </a:r>
                      <a:r>
                        <a:rPr sz="1100" dirty="0">
                          <a:latin typeface="Times New Roman"/>
                          <a:cs typeface="Times New Roman"/>
                        </a:rPr>
                        <a:t>including</a:t>
                      </a:r>
                      <a:r>
                        <a:rPr sz="1100" spc="-25" dirty="0">
                          <a:latin typeface="Times New Roman"/>
                          <a:cs typeface="Times New Roman"/>
                        </a:rPr>
                        <a:t> </a:t>
                      </a:r>
                      <a:r>
                        <a:rPr sz="1100" dirty="0">
                          <a:latin typeface="Times New Roman"/>
                          <a:cs typeface="Times New Roman"/>
                        </a:rPr>
                        <a:t>title,</a:t>
                      </a:r>
                      <a:r>
                        <a:rPr sz="1100" spc="-30" dirty="0">
                          <a:latin typeface="Times New Roman"/>
                          <a:cs typeface="Times New Roman"/>
                        </a:rPr>
                        <a:t> </a:t>
                      </a:r>
                      <a:r>
                        <a:rPr sz="1100" spc="-10" dirty="0">
                          <a:latin typeface="Times New Roman"/>
                          <a:cs typeface="Times New Roman"/>
                        </a:rPr>
                        <a:t>message, </a:t>
                      </a:r>
                      <a:r>
                        <a:rPr sz="1100" dirty="0">
                          <a:latin typeface="Times New Roman"/>
                          <a:cs typeface="Times New Roman"/>
                        </a:rPr>
                        <a:t>and</a:t>
                      </a:r>
                      <a:r>
                        <a:rPr sz="1100" spc="5" dirty="0">
                          <a:latin typeface="Times New Roman"/>
                          <a:cs typeface="Times New Roman"/>
                        </a:rPr>
                        <a:t> </a:t>
                      </a:r>
                      <a:r>
                        <a:rPr sz="1100" spc="-10" dirty="0">
                          <a:latin typeface="Times New Roman"/>
                          <a:cs typeface="Times New Roman"/>
                        </a:rPr>
                        <a:t>status.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
        <p:nvSpPr>
          <p:cNvPr id="10" name="object 10"/>
          <p:cNvSpPr txBox="1"/>
          <p:nvPr/>
        </p:nvSpPr>
        <p:spPr>
          <a:xfrm>
            <a:off x="1130617" y="5754370"/>
            <a:ext cx="1640839" cy="223520"/>
          </a:xfrm>
          <a:prstGeom prst="rect">
            <a:avLst/>
          </a:prstGeom>
        </p:spPr>
        <p:txBody>
          <a:bodyPr vert="horz" wrap="square" lIns="0" tIns="12700" rIns="0" bIns="0" rtlCol="0">
            <a:spAutoFit/>
          </a:bodyPr>
          <a:lstStyle/>
          <a:p>
            <a:pPr marL="12700">
              <a:lnSpc>
                <a:spcPct val="100000"/>
              </a:lnSpc>
              <a:spcBef>
                <a:spcPts val="100"/>
              </a:spcBef>
            </a:pPr>
            <a:r>
              <a:rPr sz="1300" b="1" dirty="0">
                <a:latin typeface="Times New Roman"/>
                <a:cs typeface="Times New Roman"/>
              </a:rPr>
              <a:t>16.</a:t>
            </a:r>
            <a:r>
              <a:rPr sz="1300" b="1" spc="-155" dirty="0">
                <a:latin typeface="Times New Roman"/>
                <a:cs typeface="Times New Roman"/>
              </a:rPr>
              <a:t> </a:t>
            </a:r>
            <a:r>
              <a:rPr sz="1300" b="1" u="sng" spc="-10" dirty="0">
                <a:uFill>
                  <a:solidFill>
                    <a:srgbClr val="000000"/>
                  </a:solidFill>
                </a:uFill>
                <a:latin typeface="Times New Roman"/>
                <a:cs typeface="Times New Roman"/>
              </a:rPr>
              <a:t>QIT_Configuration</a:t>
            </a:r>
            <a:endParaRPr sz="1300">
              <a:latin typeface="Times New Roman"/>
              <a:cs typeface="Times New Roman"/>
            </a:endParaRPr>
          </a:p>
        </p:txBody>
      </p:sp>
      <p:graphicFrame>
        <p:nvGraphicFramePr>
          <p:cNvPr id="11" name="object 11"/>
          <p:cNvGraphicFramePr>
            <a:graphicFrameLocks noGrp="1"/>
          </p:cNvGraphicFramePr>
          <p:nvPr/>
        </p:nvGraphicFramePr>
        <p:xfrm>
          <a:off x="914717" y="5983223"/>
          <a:ext cx="5487670" cy="1158240"/>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2743835">
                  <a:extLst>
                    <a:ext uri="{9D8B030D-6E8A-4147-A177-3AD203B41FA5}">
                      <a16:colId xmlns:a16="http://schemas.microsoft.com/office/drawing/2014/main" val="20001"/>
                    </a:ext>
                  </a:extLst>
                </a:gridCol>
              </a:tblGrid>
              <a:tr h="167640">
                <a:tc>
                  <a:txBody>
                    <a:bodyPr/>
                    <a:lstStyle/>
                    <a:p>
                      <a:pPr marL="67945">
                        <a:lnSpc>
                          <a:spcPts val="1220"/>
                        </a:lnSpc>
                      </a:pPr>
                      <a:r>
                        <a:rPr sz="1100" spc="-20" dirty="0">
                          <a:latin typeface="Times New Roman"/>
                          <a:cs typeface="Times New Roman"/>
                        </a:rPr>
                        <a:t>Name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20"/>
                        </a:lnSpc>
                      </a:pPr>
                      <a:r>
                        <a:rPr sz="1100" spc="-10" dirty="0">
                          <a:latin typeface="Times New Roman"/>
                          <a:cs typeface="Times New Roman"/>
                        </a:rPr>
                        <a:t>QIT_Configuration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5100">
                <a:tc>
                  <a:txBody>
                    <a:bodyPr/>
                    <a:lstStyle/>
                    <a:p>
                      <a:pPr marL="67945">
                        <a:lnSpc>
                          <a:spcPts val="1200"/>
                        </a:lnSpc>
                      </a:pPr>
                      <a:r>
                        <a:rPr sz="1100" spc="-10" dirty="0">
                          <a:latin typeface="Times New Roman"/>
                          <a:cs typeface="Times New Roman"/>
                        </a:rPr>
                        <a:t>Alias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200"/>
                        </a:lnSpc>
                      </a:pPr>
                      <a:r>
                        <a:rPr sz="1100" dirty="0">
                          <a:latin typeface="Times New Roman"/>
                          <a:cs typeface="Times New Roman"/>
                        </a:rPr>
                        <a:t>Company</a:t>
                      </a:r>
                      <a:r>
                        <a:rPr sz="1100" spc="-30" dirty="0">
                          <a:latin typeface="Times New Roman"/>
                          <a:cs typeface="Times New Roman"/>
                        </a:rPr>
                        <a:t> </a:t>
                      </a:r>
                      <a:r>
                        <a:rPr sz="1100" spc="-10" dirty="0">
                          <a:latin typeface="Times New Roman"/>
                          <a:cs typeface="Times New Roman"/>
                        </a:rPr>
                        <a:t>Settings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27025">
                <a:tc>
                  <a:txBody>
                    <a:bodyPr/>
                    <a:lstStyle/>
                    <a:p>
                      <a:pPr marL="67945">
                        <a:lnSpc>
                          <a:spcPts val="1280"/>
                        </a:lnSpc>
                      </a:pPr>
                      <a:r>
                        <a:rPr sz="1100" dirty="0">
                          <a:latin typeface="Times New Roman"/>
                          <a:cs typeface="Times New Roman"/>
                        </a:rPr>
                        <a:t>Where</a:t>
                      </a:r>
                      <a:r>
                        <a:rPr sz="1100" spc="-10" dirty="0">
                          <a:latin typeface="Times New Roman"/>
                          <a:cs typeface="Times New Roman"/>
                        </a:rPr>
                        <a:t> </a:t>
                      </a:r>
                      <a:r>
                        <a:rPr sz="1100" dirty="0">
                          <a:latin typeface="Times New Roman"/>
                          <a:cs typeface="Times New Roman"/>
                        </a:rPr>
                        <a:t>&amp; how</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spc="-25" dirty="0">
                          <a:latin typeface="Times New Roman"/>
                          <a:cs typeface="Times New Roman"/>
                        </a:rPr>
                        <a:t>use</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43510">
                        <a:lnSpc>
                          <a:spcPts val="1260"/>
                        </a:lnSpc>
                      </a:pPr>
                      <a:r>
                        <a:rPr sz="1100" dirty="0">
                          <a:latin typeface="Times New Roman"/>
                          <a:cs typeface="Times New Roman"/>
                        </a:rPr>
                        <a:t>Used</a:t>
                      </a:r>
                      <a:r>
                        <a:rPr sz="1100" spc="-5" dirty="0">
                          <a:latin typeface="Times New Roman"/>
                          <a:cs typeface="Times New Roman"/>
                        </a:rPr>
                        <a:t> </a:t>
                      </a:r>
                      <a:r>
                        <a:rPr sz="1100" dirty="0">
                          <a:latin typeface="Times New Roman"/>
                          <a:cs typeface="Times New Roman"/>
                        </a:rPr>
                        <a:t>to manage</a:t>
                      </a:r>
                      <a:r>
                        <a:rPr sz="1100" spc="-15" dirty="0">
                          <a:latin typeface="Times New Roman"/>
                          <a:cs typeface="Times New Roman"/>
                        </a:rPr>
                        <a:t> </a:t>
                      </a:r>
                      <a:r>
                        <a:rPr sz="1100" dirty="0">
                          <a:latin typeface="Times New Roman"/>
                          <a:cs typeface="Times New Roman"/>
                        </a:rPr>
                        <a:t>email</a:t>
                      </a:r>
                      <a:r>
                        <a:rPr sz="1100" spc="-20" dirty="0">
                          <a:latin typeface="Times New Roman"/>
                          <a:cs typeface="Times New Roman"/>
                        </a:rPr>
                        <a:t> </a:t>
                      </a:r>
                      <a:r>
                        <a:rPr sz="1100" dirty="0">
                          <a:latin typeface="Times New Roman"/>
                          <a:cs typeface="Times New Roman"/>
                        </a:rPr>
                        <a:t>config</a:t>
                      </a:r>
                      <a:r>
                        <a:rPr sz="1100" spc="-5" dirty="0">
                          <a:latin typeface="Times New Roman"/>
                          <a:cs typeface="Times New Roman"/>
                        </a:rPr>
                        <a:t> </a:t>
                      </a:r>
                      <a:r>
                        <a:rPr sz="1100" dirty="0">
                          <a:latin typeface="Times New Roman"/>
                          <a:cs typeface="Times New Roman"/>
                        </a:rPr>
                        <a:t>and</a:t>
                      </a:r>
                      <a:r>
                        <a:rPr sz="1100" spc="-20" dirty="0">
                          <a:latin typeface="Times New Roman"/>
                          <a:cs typeface="Times New Roman"/>
                        </a:rPr>
                        <a:t> </a:t>
                      </a:r>
                      <a:r>
                        <a:rPr sz="1100" dirty="0">
                          <a:latin typeface="Times New Roman"/>
                          <a:cs typeface="Times New Roman"/>
                        </a:rPr>
                        <a:t>other</a:t>
                      </a:r>
                      <a:r>
                        <a:rPr sz="1100" spc="-20" dirty="0">
                          <a:latin typeface="Times New Roman"/>
                          <a:cs typeface="Times New Roman"/>
                        </a:rPr>
                        <a:t> setup </a:t>
                      </a:r>
                      <a:r>
                        <a:rPr sz="1100" dirty="0">
                          <a:latin typeface="Times New Roman"/>
                          <a:cs typeface="Times New Roman"/>
                        </a:rPr>
                        <a:t>data</a:t>
                      </a:r>
                      <a:r>
                        <a:rPr sz="1100" spc="-15" dirty="0">
                          <a:latin typeface="Times New Roman"/>
                          <a:cs typeface="Times New Roman"/>
                        </a:rPr>
                        <a:t> </a:t>
                      </a:r>
                      <a:r>
                        <a:rPr sz="1100" dirty="0">
                          <a:latin typeface="Times New Roman"/>
                          <a:cs typeface="Times New Roman"/>
                        </a:rPr>
                        <a:t>per</a:t>
                      </a:r>
                      <a:r>
                        <a:rPr sz="1100" spc="-10" dirty="0">
                          <a:latin typeface="Times New Roman"/>
                          <a:cs typeface="Times New Roman"/>
                        </a:rPr>
                        <a:t> company.</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87045">
                <a:tc>
                  <a:txBody>
                    <a:bodyPr/>
                    <a:lstStyle/>
                    <a:p>
                      <a:pPr marL="67945">
                        <a:lnSpc>
                          <a:spcPts val="1280"/>
                        </a:lnSpc>
                      </a:pPr>
                      <a:r>
                        <a:rPr sz="1100" spc="-10" dirty="0">
                          <a:latin typeface="Times New Roman"/>
                          <a:cs typeface="Times New Roman"/>
                        </a:rPr>
                        <a:t>Description</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27000">
                        <a:lnSpc>
                          <a:spcPts val="1260"/>
                        </a:lnSpc>
                      </a:pPr>
                      <a:r>
                        <a:rPr sz="1100" dirty="0">
                          <a:latin typeface="Times New Roman"/>
                          <a:cs typeface="Times New Roman"/>
                        </a:rPr>
                        <a:t>Configuration</a:t>
                      </a:r>
                      <a:r>
                        <a:rPr sz="1100" spc="-10" dirty="0">
                          <a:latin typeface="Times New Roman"/>
                          <a:cs typeface="Times New Roman"/>
                        </a:rPr>
                        <a:t> </a:t>
                      </a:r>
                      <a:r>
                        <a:rPr sz="1100" dirty="0">
                          <a:latin typeface="Times New Roman"/>
                          <a:cs typeface="Times New Roman"/>
                        </a:rPr>
                        <a:t>data</a:t>
                      </a:r>
                      <a:r>
                        <a:rPr sz="1100" spc="-25" dirty="0">
                          <a:latin typeface="Times New Roman"/>
                          <a:cs typeface="Times New Roman"/>
                        </a:rPr>
                        <a:t> </a:t>
                      </a:r>
                      <a:r>
                        <a:rPr sz="1100" dirty="0">
                          <a:latin typeface="Times New Roman"/>
                          <a:cs typeface="Times New Roman"/>
                        </a:rPr>
                        <a:t>such</a:t>
                      </a:r>
                      <a:r>
                        <a:rPr sz="1100" spc="-10" dirty="0">
                          <a:latin typeface="Times New Roman"/>
                          <a:cs typeface="Times New Roman"/>
                        </a:rPr>
                        <a:t> </a:t>
                      </a:r>
                      <a:r>
                        <a:rPr sz="1100" dirty="0">
                          <a:latin typeface="Times New Roman"/>
                          <a:cs typeface="Times New Roman"/>
                        </a:rPr>
                        <a:t>as</a:t>
                      </a:r>
                      <a:r>
                        <a:rPr sz="1100" spc="-25" dirty="0">
                          <a:latin typeface="Times New Roman"/>
                          <a:cs typeface="Times New Roman"/>
                        </a:rPr>
                        <a:t> </a:t>
                      </a:r>
                      <a:r>
                        <a:rPr sz="1100" dirty="0">
                          <a:latin typeface="Times New Roman"/>
                          <a:cs typeface="Times New Roman"/>
                        </a:rPr>
                        <a:t>primary</a:t>
                      </a:r>
                      <a:r>
                        <a:rPr sz="1100" spc="-10" dirty="0">
                          <a:latin typeface="Times New Roman"/>
                          <a:cs typeface="Times New Roman"/>
                        </a:rPr>
                        <a:t> email, </a:t>
                      </a:r>
                      <a:r>
                        <a:rPr sz="1100" dirty="0">
                          <a:latin typeface="Times New Roman"/>
                          <a:cs typeface="Times New Roman"/>
                        </a:rPr>
                        <a:t>alternate</a:t>
                      </a:r>
                      <a:r>
                        <a:rPr sz="1100" spc="-25" dirty="0">
                          <a:latin typeface="Times New Roman"/>
                          <a:cs typeface="Times New Roman"/>
                        </a:rPr>
                        <a:t> </a:t>
                      </a:r>
                      <a:r>
                        <a:rPr sz="1100" dirty="0">
                          <a:latin typeface="Times New Roman"/>
                          <a:cs typeface="Times New Roman"/>
                        </a:rPr>
                        <a:t>email,</a:t>
                      </a:r>
                      <a:r>
                        <a:rPr sz="1100" spc="-10"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reference</a:t>
                      </a:r>
                      <a:r>
                        <a:rPr sz="1100" spc="-20"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company</a:t>
                      </a:r>
                      <a:r>
                        <a:rPr sz="1100" spc="-5" dirty="0">
                          <a:latin typeface="Times New Roman"/>
                          <a:cs typeface="Times New Roman"/>
                        </a:rPr>
                        <a:t> </a:t>
                      </a:r>
                      <a:r>
                        <a:rPr sz="1100" spc="-25" dirty="0">
                          <a:latin typeface="Times New Roman"/>
                          <a:cs typeface="Times New Roman"/>
                        </a:rPr>
                        <a:t>for </a:t>
                      </a:r>
                      <a:r>
                        <a:rPr sz="1100" dirty="0">
                          <a:latin typeface="Times New Roman"/>
                          <a:cs typeface="Times New Roman"/>
                        </a:rPr>
                        <a:t>internal</a:t>
                      </a:r>
                      <a:r>
                        <a:rPr sz="1100" spc="-35" dirty="0">
                          <a:latin typeface="Times New Roman"/>
                          <a:cs typeface="Times New Roman"/>
                        </a:rPr>
                        <a:t> </a:t>
                      </a:r>
                      <a:r>
                        <a:rPr sz="1100" spc="-10" dirty="0">
                          <a:latin typeface="Times New Roman"/>
                          <a:cs typeface="Times New Roman"/>
                        </a:rPr>
                        <a:t>settings.</a:t>
                      </a:r>
                      <a:endParaRPr sz="11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pic>
        <p:nvPicPr>
          <p:cNvPr id="12" name="object 12"/>
          <p:cNvPicPr/>
          <p:nvPr/>
        </p:nvPicPr>
        <p:blipFill>
          <a:blip r:embed="rId2" cstate="print"/>
          <a:stretch>
            <a:fillRect/>
          </a:stretch>
        </p:blipFill>
        <p:spPr>
          <a:xfrm>
            <a:off x="304800" y="304800"/>
            <a:ext cx="7165084" cy="9451022"/>
          </a:xfrm>
          <a:prstGeom prst="rect">
            <a:avLst/>
          </a:prstGeom>
        </p:spPr>
      </p:pic>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742588"/>
            <a:ext cx="2123440" cy="1097280"/>
          </a:xfrm>
          <a:prstGeom prst="rect">
            <a:avLst/>
          </a:prstGeom>
        </p:spPr>
        <p:txBody>
          <a:bodyPr vert="horz" wrap="square" lIns="0" tIns="159385" rIns="0" bIns="0" rtlCol="0">
            <a:spAutoFit/>
          </a:bodyPr>
          <a:lstStyle/>
          <a:p>
            <a:pPr marL="184150" indent="-184150">
              <a:lnSpc>
                <a:spcPct val="100000"/>
              </a:lnSpc>
              <a:spcBef>
                <a:spcPts val="1255"/>
              </a:spcBef>
              <a:buAutoNum type="arabicPeriod" startAt="9"/>
              <a:tabLst>
                <a:tab pos="184150" algn="l"/>
              </a:tabLst>
            </a:pPr>
            <a:r>
              <a:rPr sz="1800" b="1" u="sng" spc="-45" dirty="0">
                <a:uFill>
                  <a:solidFill>
                    <a:srgbClr val="000000"/>
                  </a:solidFill>
                </a:uFill>
                <a:latin typeface="Times New Roman"/>
                <a:cs typeface="Times New Roman"/>
              </a:rPr>
              <a:t> </a:t>
            </a:r>
            <a:r>
              <a:rPr sz="1800" b="1" u="sng" dirty="0">
                <a:uFill>
                  <a:solidFill>
                    <a:srgbClr val="000000"/>
                  </a:solidFill>
                </a:uFill>
                <a:latin typeface="Times New Roman"/>
                <a:cs typeface="Times New Roman"/>
              </a:rPr>
              <a:t>Software</a:t>
            </a:r>
            <a:r>
              <a:rPr sz="1800" b="1" u="sng" spc="-45" dirty="0">
                <a:uFill>
                  <a:solidFill>
                    <a:srgbClr val="000000"/>
                  </a:solidFill>
                </a:uFill>
                <a:latin typeface="Times New Roman"/>
                <a:cs typeface="Times New Roman"/>
              </a:rPr>
              <a:t> </a:t>
            </a:r>
            <a:r>
              <a:rPr sz="1800" b="1" u="sng" spc="-10" dirty="0">
                <a:uFill>
                  <a:solidFill>
                    <a:srgbClr val="000000"/>
                  </a:solidFill>
                </a:uFill>
                <a:latin typeface="Times New Roman"/>
                <a:cs typeface="Times New Roman"/>
              </a:rPr>
              <a:t>Design</a:t>
            </a:r>
            <a:endParaRPr sz="1800">
              <a:latin typeface="Times New Roman"/>
              <a:cs typeface="Times New Roman"/>
            </a:endParaRPr>
          </a:p>
          <a:p>
            <a:pPr marL="280670" lvl="1" indent="-267970">
              <a:lnSpc>
                <a:spcPct val="100000"/>
              </a:lnSpc>
              <a:spcBef>
                <a:spcPts val="900"/>
              </a:spcBef>
              <a:buAutoNum type="arabicPeriod"/>
              <a:tabLst>
                <a:tab pos="280670" algn="l"/>
              </a:tabLst>
            </a:pPr>
            <a:r>
              <a:rPr sz="1400" b="1" dirty="0">
                <a:latin typeface="Times New Roman"/>
                <a:cs typeface="Times New Roman"/>
              </a:rPr>
              <a:t>Database</a:t>
            </a:r>
            <a:r>
              <a:rPr sz="1400" b="1" spc="-65" dirty="0">
                <a:latin typeface="Times New Roman"/>
                <a:cs typeface="Times New Roman"/>
              </a:rPr>
              <a:t> </a:t>
            </a:r>
            <a:r>
              <a:rPr sz="1400" b="1" spc="-10" dirty="0">
                <a:latin typeface="Times New Roman"/>
                <a:cs typeface="Times New Roman"/>
              </a:rPr>
              <a:t>Design</a:t>
            </a:r>
            <a:endParaRPr sz="1400">
              <a:latin typeface="Times New Roman"/>
              <a:cs typeface="Times New Roman"/>
            </a:endParaRPr>
          </a:p>
          <a:p>
            <a:pPr marL="12700">
              <a:lnSpc>
                <a:spcPct val="100000"/>
              </a:lnSpc>
              <a:spcBef>
                <a:spcPts val="860"/>
              </a:spcBef>
            </a:pPr>
            <a:r>
              <a:rPr sz="1400" b="1" dirty="0">
                <a:latin typeface="Times New Roman"/>
                <a:cs typeface="Times New Roman"/>
              </a:rPr>
              <a:t>1) </a:t>
            </a:r>
            <a:r>
              <a:rPr sz="1400" b="1" spc="-10" dirty="0">
                <a:latin typeface="Times New Roman"/>
                <a:cs typeface="Times New Roman"/>
              </a:rPr>
              <a:t>QIT_CompanyCustomer</a:t>
            </a:r>
            <a:endParaRPr sz="1400">
              <a:latin typeface="Times New Roman"/>
              <a:cs typeface="Times New Roman"/>
            </a:endParaRPr>
          </a:p>
        </p:txBody>
      </p:sp>
      <p:graphicFrame>
        <p:nvGraphicFramePr>
          <p:cNvPr id="5" name="object 5"/>
          <p:cNvGraphicFramePr>
            <a:graphicFrameLocks noGrp="1"/>
          </p:cNvGraphicFramePr>
          <p:nvPr/>
        </p:nvGraphicFramePr>
        <p:xfrm>
          <a:off x="683577" y="1943481"/>
          <a:ext cx="6461124" cy="6347456"/>
        </p:xfrm>
        <a:graphic>
          <a:graphicData uri="http://schemas.openxmlformats.org/drawingml/2006/table">
            <a:tbl>
              <a:tblPr firstRow="1" bandRow="1">
                <a:tableStyleId>{2D5ABB26-0587-4C30-8999-92F81FD0307C}</a:tableStyleId>
              </a:tblPr>
              <a:tblGrid>
                <a:gridCol w="1544955">
                  <a:extLst>
                    <a:ext uri="{9D8B030D-6E8A-4147-A177-3AD203B41FA5}">
                      <a16:colId xmlns:a16="http://schemas.microsoft.com/office/drawing/2014/main" val="20000"/>
                    </a:ext>
                  </a:extLst>
                </a:gridCol>
                <a:gridCol w="1372234">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943735">
                  <a:extLst>
                    <a:ext uri="{9D8B030D-6E8A-4147-A177-3AD203B41FA5}">
                      <a16:colId xmlns:a16="http://schemas.microsoft.com/office/drawing/2014/main" val="20003"/>
                    </a:ext>
                  </a:extLst>
                </a:gridCol>
              </a:tblGrid>
              <a:tr h="292100">
                <a:tc>
                  <a:txBody>
                    <a:bodyPr/>
                    <a:lstStyle/>
                    <a:p>
                      <a:pPr marL="288925">
                        <a:lnSpc>
                          <a:spcPts val="140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47980">
                        <a:lnSpc>
                          <a:spcPts val="140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44500">
                        <a:lnSpc>
                          <a:spcPts val="140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91820">
                        <a:lnSpc>
                          <a:spcPts val="140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10185">
                <a:tc>
                  <a:txBody>
                    <a:bodyPr/>
                    <a:lstStyle/>
                    <a:p>
                      <a:pPr marL="67945">
                        <a:lnSpc>
                          <a:spcPts val="156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400"/>
                        </a:lnSpc>
                      </a:pPr>
                      <a:r>
                        <a:rPr sz="1200" spc="-10" dirty="0">
                          <a:latin typeface="Times New Roman"/>
                          <a:cs typeface="Times New Roman"/>
                        </a:rPr>
                        <a:t>bigint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400"/>
                        </a:lnSpc>
                      </a:pPr>
                      <a:r>
                        <a:rPr sz="1200" dirty="0">
                          <a:latin typeface="Times New Roman"/>
                          <a:cs typeface="Times New Roman"/>
                        </a:rPr>
                        <a:t>Primary</a:t>
                      </a:r>
                      <a:r>
                        <a:rPr sz="1200" spc="-30" dirty="0">
                          <a:latin typeface="Times New Roman"/>
                          <a:cs typeface="Times New Roman"/>
                        </a:rPr>
                        <a:t> </a:t>
                      </a:r>
                      <a:r>
                        <a:rPr sz="1200" spc="-25" dirty="0">
                          <a:latin typeface="Times New Roman"/>
                          <a:cs typeface="Times New Roman"/>
                        </a:rPr>
                        <a:t>Key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185">
                <a:tc>
                  <a:txBody>
                    <a:bodyPr/>
                    <a:lstStyle/>
                    <a:p>
                      <a:pPr marL="67945">
                        <a:lnSpc>
                          <a:spcPts val="1560"/>
                        </a:lnSpc>
                      </a:pPr>
                      <a:r>
                        <a:rPr sz="1400" spc="-10" dirty="0">
                          <a:latin typeface="Times New Roman"/>
                          <a:cs typeface="Times New Roman"/>
                        </a:rPr>
                        <a:t>Custcode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400"/>
                        </a:lnSpc>
                      </a:pPr>
                      <a:r>
                        <a:rPr sz="1200" dirty="0">
                          <a:latin typeface="Times New Roman"/>
                          <a:cs typeface="Times New Roman"/>
                        </a:rPr>
                        <a:t>Unique</a:t>
                      </a:r>
                      <a:r>
                        <a:rPr sz="1200" spc="-30" dirty="0">
                          <a:latin typeface="Times New Roman"/>
                          <a:cs typeface="Times New Roman"/>
                        </a:rPr>
                        <a:t> </a:t>
                      </a:r>
                      <a:r>
                        <a:rPr sz="1200" spc="-25" dirty="0">
                          <a:latin typeface="Times New Roman"/>
                          <a:cs typeface="Times New Roman"/>
                        </a:rPr>
                        <a:t>Key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code</a:t>
                      </a:r>
                      <a:r>
                        <a:rPr sz="1400" spc="-15"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820">
                <a:tc>
                  <a:txBody>
                    <a:bodyPr/>
                    <a:lstStyle/>
                    <a:p>
                      <a:pPr marL="67945">
                        <a:lnSpc>
                          <a:spcPts val="1560"/>
                        </a:lnSpc>
                      </a:pPr>
                      <a:r>
                        <a:rPr sz="1400" spc="-10" dirty="0">
                          <a:latin typeface="Times New Roman"/>
                          <a:cs typeface="Times New Roman"/>
                        </a:rPr>
                        <a:t>custname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Name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185">
                <a:tc>
                  <a:txBody>
                    <a:bodyPr/>
                    <a:lstStyle/>
                    <a:p>
                      <a:pPr marL="67945">
                        <a:lnSpc>
                          <a:spcPts val="1560"/>
                        </a:lnSpc>
                      </a:pPr>
                      <a:r>
                        <a:rPr sz="1400" spc="-10" dirty="0">
                          <a:latin typeface="Times New Roman"/>
                          <a:cs typeface="Times New Roman"/>
                        </a:rPr>
                        <a:t>Custemail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Email</a:t>
                      </a:r>
                      <a:r>
                        <a:rPr sz="1400" spc="-25" dirty="0">
                          <a:latin typeface="Times New Roman"/>
                          <a:cs typeface="Times New Roman"/>
                        </a:rPr>
                        <a:t> </a:t>
                      </a:r>
                      <a:r>
                        <a:rPr sz="1400" dirty="0">
                          <a:latin typeface="Times New Roman"/>
                          <a:cs typeface="Times New Roman"/>
                        </a:rPr>
                        <a:t>of</a:t>
                      </a:r>
                      <a:r>
                        <a:rPr sz="1400" spc="-10" dirty="0">
                          <a:latin typeface="Times New Roman"/>
                          <a:cs typeface="Times New Roman"/>
                        </a:rPr>
                        <a:t> 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820">
                <a:tc>
                  <a:txBody>
                    <a:bodyPr/>
                    <a:lstStyle/>
                    <a:p>
                      <a:pPr marL="67945">
                        <a:lnSpc>
                          <a:spcPts val="1560"/>
                        </a:lnSpc>
                      </a:pPr>
                      <a:r>
                        <a:rPr sz="1400" spc="-10" dirty="0">
                          <a:latin typeface="Times New Roman"/>
                          <a:cs typeface="Times New Roman"/>
                        </a:rPr>
                        <a:t>Custpassword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Password</a:t>
                      </a:r>
                      <a:r>
                        <a:rPr sz="1400" spc="-3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820">
                <a:tc>
                  <a:txBody>
                    <a:bodyPr/>
                    <a:lstStyle/>
                    <a:p>
                      <a:pPr marL="67945">
                        <a:lnSpc>
                          <a:spcPts val="1560"/>
                        </a:lnSpc>
                      </a:pPr>
                      <a:r>
                        <a:rPr sz="1400" spc="-10" dirty="0">
                          <a:latin typeface="Times New Roman"/>
                          <a:cs typeface="Times New Roman"/>
                        </a:rPr>
                        <a:t>Custphno</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Phone</a:t>
                      </a:r>
                      <a:r>
                        <a:rPr sz="1400" spc="5" dirty="0">
                          <a:latin typeface="Times New Roman"/>
                          <a:cs typeface="Times New Roman"/>
                        </a:rPr>
                        <a:t> </a:t>
                      </a:r>
                      <a:r>
                        <a:rPr sz="1400" dirty="0">
                          <a:latin typeface="Times New Roman"/>
                          <a:cs typeface="Times New Roman"/>
                        </a:rPr>
                        <a:t>no</a:t>
                      </a:r>
                      <a:r>
                        <a:rPr sz="1400" spc="5" dirty="0">
                          <a:latin typeface="Times New Roman"/>
                          <a:cs typeface="Times New Roman"/>
                        </a:rPr>
                        <a:t> </a:t>
                      </a:r>
                      <a:r>
                        <a:rPr sz="1400" dirty="0">
                          <a:latin typeface="Times New Roman"/>
                          <a:cs typeface="Times New Roman"/>
                        </a:rPr>
                        <a:t>of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10185">
                <a:tc>
                  <a:txBody>
                    <a:bodyPr/>
                    <a:lstStyle/>
                    <a:p>
                      <a:pPr marL="67945">
                        <a:lnSpc>
                          <a:spcPts val="1560"/>
                        </a:lnSpc>
                      </a:pPr>
                      <a:r>
                        <a:rPr sz="1400" spc="-10" dirty="0">
                          <a:latin typeface="Times New Roman"/>
                          <a:cs typeface="Times New Roman"/>
                        </a:rPr>
                        <a:t>Custstatus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Status</a:t>
                      </a:r>
                      <a:r>
                        <a:rPr sz="1400" spc="-3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210185">
                <a:tc>
                  <a:txBody>
                    <a:bodyPr/>
                    <a:lstStyle/>
                    <a:p>
                      <a:pPr marL="67945">
                        <a:lnSpc>
                          <a:spcPts val="1560"/>
                        </a:lnSpc>
                      </a:pPr>
                      <a:r>
                        <a:rPr sz="1400" spc="-10" dirty="0">
                          <a:latin typeface="Times New Roman"/>
                          <a:cs typeface="Times New Roman"/>
                        </a:rPr>
                        <a:t>Custtype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Status</a:t>
                      </a:r>
                      <a:r>
                        <a:rPr sz="1400" spc="-3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10820">
                <a:tc>
                  <a:txBody>
                    <a:bodyPr/>
                    <a:lstStyle/>
                    <a:p>
                      <a:pPr marL="67945">
                        <a:lnSpc>
                          <a:spcPts val="1560"/>
                        </a:lnSpc>
                      </a:pPr>
                      <a:r>
                        <a:rPr sz="1400" spc="-10" dirty="0">
                          <a:latin typeface="Times New Roman"/>
                          <a:cs typeface="Times New Roman"/>
                        </a:rPr>
                        <a:t>Custgstno</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Type</a:t>
                      </a:r>
                      <a:r>
                        <a:rPr sz="1400" spc="-35"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416559">
                <a:tc>
                  <a:txBody>
                    <a:bodyPr/>
                    <a:lstStyle/>
                    <a:p>
                      <a:pPr marL="67945">
                        <a:lnSpc>
                          <a:spcPts val="1620"/>
                        </a:lnSpc>
                      </a:pPr>
                      <a:r>
                        <a:rPr sz="1400" spc="-10" dirty="0">
                          <a:latin typeface="Times New Roman"/>
                          <a:cs typeface="Times New Roman"/>
                        </a:rPr>
                        <a:t>Custregaddr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340995">
                        <a:lnSpc>
                          <a:spcPts val="1600"/>
                        </a:lnSpc>
                      </a:pPr>
                      <a:r>
                        <a:rPr sz="1400" dirty="0">
                          <a:latin typeface="Times New Roman"/>
                          <a:cs typeface="Times New Roman"/>
                        </a:rPr>
                        <a:t>Registered</a:t>
                      </a:r>
                      <a:r>
                        <a:rPr sz="1400" spc="-50" dirty="0">
                          <a:latin typeface="Times New Roman"/>
                          <a:cs typeface="Times New Roman"/>
                        </a:rPr>
                        <a:t> </a:t>
                      </a:r>
                      <a:r>
                        <a:rPr sz="1400" dirty="0">
                          <a:latin typeface="Times New Roman"/>
                          <a:cs typeface="Times New Roman"/>
                        </a:rPr>
                        <a:t>address</a:t>
                      </a:r>
                      <a:r>
                        <a:rPr sz="1400" spc="-50" dirty="0">
                          <a:latin typeface="Times New Roman"/>
                          <a:cs typeface="Times New Roman"/>
                        </a:rPr>
                        <a:t> </a:t>
                      </a:r>
                      <a:r>
                        <a:rPr sz="1400" spc="-25" dirty="0">
                          <a:latin typeface="Times New Roman"/>
                          <a:cs typeface="Times New Roman"/>
                        </a:rPr>
                        <a:t>of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10820">
                <a:tc>
                  <a:txBody>
                    <a:bodyPr/>
                    <a:lstStyle/>
                    <a:p>
                      <a:pPr marL="67945">
                        <a:lnSpc>
                          <a:spcPts val="1560"/>
                        </a:lnSpc>
                      </a:pPr>
                      <a:r>
                        <a:rPr sz="1400" spc="-10" dirty="0">
                          <a:latin typeface="Times New Roman"/>
                          <a:cs typeface="Times New Roman"/>
                        </a:rPr>
                        <a:t>Custcity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City</a:t>
                      </a:r>
                      <a:r>
                        <a:rPr sz="1400" spc="-1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210820">
                <a:tc>
                  <a:txBody>
                    <a:bodyPr/>
                    <a:lstStyle/>
                    <a:p>
                      <a:pPr marL="67945">
                        <a:lnSpc>
                          <a:spcPts val="1560"/>
                        </a:lnSpc>
                      </a:pPr>
                      <a:r>
                        <a:rPr sz="1400" spc="-10" dirty="0">
                          <a:latin typeface="Times New Roman"/>
                          <a:cs typeface="Times New Roman"/>
                        </a:rPr>
                        <a:t>Custpincode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Pincode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210820">
                <a:tc>
                  <a:txBody>
                    <a:bodyPr/>
                    <a:lstStyle/>
                    <a:p>
                      <a:pPr marL="67945">
                        <a:lnSpc>
                          <a:spcPts val="1560"/>
                        </a:lnSpc>
                      </a:pPr>
                      <a:r>
                        <a:rPr sz="1400" spc="-10" dirty="0">
                          <a:latin typeface="Times New Roman"/>
                          <a:cs typeface="Times New Roman"/>
                        </a:rPr>
                        <a:t>Custstate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State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r h="210820">
                <a:tc>
                  <a:txBody>
                    <a:bodyPr/>
                    <a:lstStyle/>
                    <a:p>
                      <a:pPr marL="67945">
                        <a:lnSpc>
                          <a:spcPts val="1560"/>
                        </a:lnSpc>
                      </a:pPr>
                      <a:r>
                        <a:rPr sz="1400" spc="-10" dirty="0">
                          <a:latin typeface="Times New Roman"/>
                          <a:cs typeface="Times New Roman"/>
                        </a:rPr>
                        <a:t>Custcountry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Country</a:t>
                      </a:r>
                      <a:r>
                        <a:rPr sz="1400" spc="-1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4"/>
                  </a:ext>
                </a:extLst>
              </a:tr>
              <a:tr h="413384">
                <a:tc>
                  <a:txBody>
                    <a:bodyPr/>
                    <a:lstStyle/>
                    <a:p>
                      <a:pPr marL="67945">
                        <a:lnSpc>
                          <a:spcPts val="1600"/>
                        </a:lnSpc>
                      </a:pPr>
                      <a:r>
                        <a:rPr sz="1400" spc="-10" dirty="0">
                          <a:latin typeface="Times New Roman"/>
                          <a:cs typeface="Times New Roman"/>
                        </a:rPr>
                        <a:t>Custlogo</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00"/>
                        </a:lnSpc>
                      </a:pPr>
                      <a:r>
                        <a:rPr sz="1400" spc="-10" dirty="0">
                          <a:latin typeface="Times New Roman"/>
                          <a:cs typeface="Times New Roman"/>
                        </a:rPr>
                        <a:t>longblob</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483234">
                        <a:lnSpc>
                          <a:spcPts val="1620"/>
                        </a:lnSpc>
                      </a:pPr>
                      <a:r>
                        <a:rPr sz="1400" dirty="0">
                          <a:latin typeface="Times New Roman"/>
                          <a:cs typeface="Times New Roman"/>
                        </a:rPr>
                        <a:t>Logo</a:t>
                      </a:r>
                      <a:r>
                        <a:rPr sz="1400" spc="5" dirty="0">
                          <a:latin typeface="Times New Roman"/>
                          <a:cs typeface="Times New Roman"/>
                        </a:rPr>
                        <a:t> </a:t>
                      </a:r>
                      <a:r>
                        <a:rPr sz="1400" dirty="0">
                          <a:latin typeface="Times New Roman"/>
                          <a:cs typeface="Times New Roman"/>
                        </a:rPr>
                        <a:t>of </a:t>
                      </a:r>
                      <a:r>
                        <a:rPr sz="1400" spc="-10" dirty="0">
                          <a:latin typeface="Times New Roman"/>
                          <a:cs typeface="Times New Roman"/>
                        </a:rPr>
                        <a:t>customer’s 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5"/>
                  </a:ext>
                </a:extLst>
              </a:tr>
              <a:tr h="416559">
                <a:tc>
                  <a:txBody>
                    <a:bodyPr/>
                    <a:lstStyle/>
                    <a:p>
                      <a:pPr marL="67945">
                        <a:lnSpc>
                          <a:spcPts val="1625"/>
                        </a:lnSpc>
                      </a:pPr>
                      <a:r>
                        <a:rPr sz="1400" spc="-10" dirty="0">
                          <a:latin typeface="Times New Roman"/>
                          <a:cs typeface="Times New Roman"/>
                        </a:rPr>
                        <a:t>Custisdeleted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25"/>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5"/>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688340">
                        <a:lnSpc>
                          <a:spcPts val="1600"/>
                        </a:lnSpc>
                      </a:pPr>
                      <a:r>
                        <a:rPr sz="1400" dirty="0">
                          <a:latin typeface="Times New Roman"/>
                          <a:cs typeface="Times New Roman"/>
                        </a:rPr>
                        <a:t>Deletion</a:t>
                      </a:r>
                      <a:r>
                        <a:rPr sz="1400" spc="-45" dirty="0">
                          <a:latin typeface="Times New Roman"/>
                          <a:cs typeface="Times New Roman"/>
                        </a:rPr>
                        <a:t> </a:t>
                      </a:r>
                      <a:r>
                        <a:rPr sz="1400" dirty="0">
                          <a:latin typeface="Times New Roman"/>
                          <a:cs typeface="Times New Roman"/>
                        </a:rPr>
                        <a:t>flag</a:t>
                      </a:r>
                      <a:r>
                        <a:rPr sz="1400" spc="-45" dirty="0">
                          <a:latin typeface="Times New Roman"/>
                          <a:cs typeface="Times New Roman"/>
                        </a:rPr>
                        <a:t> </a:t>
                      </a:r>
                      <a:r>
                        <a:rPr sz="1400" spc="-25" dirty="0">
                          <a:latin typeface="Times New Roman"/>
                          <a:cs typeface="Times New Roman"/>
                        </a:rPr>
                        <a:t>for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6"/>
                  </a:ext>
                </a:extLst>
              </a:tr>
              <a:tr h="414020">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380"/>
                        </a:lnSpc>
                      </a:pPr>
                      <a:r>
                        <a:rPr sz="1200" dirty="0">
                          <a:latin typeface="Times New Roman"/>
                          <a:cs typeface="Times New Roman"/>
                        </a:rPr>
                        <a:t>Foreign</a:t>
                      </a:r>
                      <a:r>
                        <a:rPr sz="1200" spc="-25" dirty="0">
                          <a:latin typeface="Times New Roman"/>
                          <a:cs typeface="Times New Roman"/>
                        </a:rPr>
                        <a:t> Key</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75247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7"/>
                  </a:ext>
                </a:extLst>
              </a:tr>
              <a:tr h="415925">
                <a:tc>
                  <a:txBody>
                    <a:bodyPr/>
                    <a:lstStyle/>
                    <a:p>
                      <a:pPr marL="67945">
                        <a:lnSpc>
                          <a:spcPts val="162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2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351155">
                        <a:lnSpc>
                          <a:spcPts val="1600"/>
                        </a:lnSpc>
                      </a:pPr>
                      <a:r>
                        <a:rPr sz="1400" dirty="0">
                          <a:latin typeface="Times New Roman"/>
                          <a:cs typeface="Times New Roman"/>
                        </a:rPr>
                        <a:t>Addition</a:t>
                      </a:r>
                      <a:r>
                        <a:rPr sz="1400" spc="-15"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customer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8"/>
                  </a:ext>
                </a:extLst>
              </a:tr>
              <a:tr h="414020">
                <a:tc>
                  <a:txBody>
                    <a:bodyPr/>
                    <a:lstStyle/>
                    <a:p>
                      <a:pPr marL="67945">
                        <a:lnSpc>
                          <a:spcPts val="160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0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321945">
                        <a:lnSpc>
                          <a:spcPts val="1620"/>
                        </a:lnSpc>
                      </a:pPr>
                      <a:r>
                        <a:rPr sz="1400" dirty="0">
                          <a:latin typeface="Times New Roman"/>
                          <a:cs typeface="Times New Roman"/>
                        </a:rPr>
                        <a:t>Updation</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customer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9"/>
                  </a:ext>
                </a:extLst>
              </a:tr>
              <a:tr h="413384">
                <a:tc>
                  <a:txBody>
                    <a:bodyPr/>
                    <a:lstStyle/>
                    <a:p>
                      <a:pPr marL="67945">
                        <a:lnSpc>
                          <a:spcPts val="1600"/>
                        </a:lnSpc>
                      </a:pPr>
                      <a:r>
                        <a:rPr sz="1400" spc="-10" dirty="0">
                          <a:latin typeface="Times New Roman"/>
                          <a:cs typeface="Times New Roman"/>
                        </a:rPr>
                        <a:t>Passwordreq</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439420">
                        <a:lnSpc>
                          <a:spcPts val="1620"/>
                        </a:lnSpc>
                      </a:pPr>
                      <a:r>
                        <a:rPr sz="1400" dirty="0">
                          <a:latin typeface="Times New Roman"/>
                          <a:cs typeface="Times New Roman"/>
                        </a:rPr>
                        <a:t>Password</a:t>
                      </a:r>
                      <a:r>
                        <a:rPr sz="1400" spc="-65" dirty="0">
                          <a:latin typeface="Times New Roman"/>
                          <a:cs typeface="Times New Roman"/>
                        </a:rPr>
                        <a:t> </a:t>
                      </a:r>
                      <a:r>
                        <a:rPr sz="1400" dirty="0">
                          <a:latin typeface="Times New Roman"/>
                          <a:cs typeface="Times New Roman"/>
                        </a:rPr>
                        <a:t>request</a:t>
                      </a:r>
                      <a:r>
                        <a:rPr sz="1400" spc="-70" dirty="0">
                          <a:latin typeface="Times New Roman"/>
                          <a:cs typeface="Times New Roman"/>
                        </a:rPr>
                        <a:t> </a:t>
                      </a:r>
                      <a:r>
                        <a:rPr sz="1400" spc="-25" dirty="0">
                          <a:latin typeface="Times New Roman"/>
                          <a:cs typeface="Times New Roman"/>
                        </a:rPr>
                        <a:t>of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0"/>
                  </a:ext>
                </a:extLst>
              </a:tr>
              <a:tr h="414020">
                <a:tc>
                  <a:txBody>
                    <a:bodyPr/>
                    <a:lstStyle/>
                    <a:p>
                      <a:pPr marL="67945">
                        <a:lnSpc>
                          <a:spcPts val="1620"/>
                        </a:lnSpc>
                      </a:pPr>
                      <a:r>
                        <a:rPr sz="1400" spc="-10" dirty="0">
                          <a:latin typeface="Times New Roman"/>
                          <a:cs typeface="Times New Roman"/>
                        </a:rPr>
                        <a:t>Isotpverified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549275">
                        <a:lnSpc>
                          <a:spcPts val="1600"/>
                        </a:lnSpc>
                      </a:pPr>
                      <a:r>
                        <a:rPr sz="1400" dirty="0">
                          <a:latin typeface="Times New Roman"/>
                          <a:cs typeface="Times New Roman"/>
                        </a:rPr>
                        <a:t>Otp</a:t>
                      </a:r>
                      <a:r>
                        <a:rPr sz="1400" spc="-35" dirty="0">
                          <a:latin typeface="Times New Roman"/>
                          <a:cs typeface="Times New Roman"/>
                        </a:rPr>
                        <a:t> </a:t>
                      </a:r>
                      <a:r>
                        <a:rPr sz="1400" dirty="0">
                          <a:latin typeface="Times New Roman"/>
                          <a:cs typeface="Times New Roman"/>
                        </a:rPr>
                        <a:t>verification</a:t>
                      </a:r>
                      <a:r>
                        <a:rPr sz="1400" spc="-30" dirty="0">
                          <a:latin typeface="Times New Roman"/>
                          <a:cs typeface="Times New Roman"/>
                        </a:rPr>
                        <a:t> </a:t>
                      </a:r>
                      <a:r>
                        <a:rPr sz="1400" spc="-25" dirty="0">
                          <a:latin typeface="Times New Roman"/>
                          <a:cs typeface="Times New Roman"/>
                        </a:rPr>
                        <a:t>of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21"/>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37350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2) </a:t>
            </a:r>
            <a:r>
              <a:rPr sz="1400" b="1" spc="-10" dirty="0">
                <a:latin typeface="Times New Roman"/>
                <a:cs typeface="Times New Roman"/>
              </a:rPr>
              <a:t>QIT_Company</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60489" cy="3878578"/>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0000"/>
                    </a:ext>
                  </a:extLst>
                </a:gridCol>
                <a:gridCol w="1316355">
                  <a:extLst>
                    <a:ext uri="{9D8B030D-6E8A-4147-A177-3AD203B41FA5}">
                      <a16:colId xmlns:a16="http://schemas.microsoft.com/office/drawing/2014/main" val="20001"/>
                    </a:ext>
                  </a:extLst>
                </a:gridCol>
                <a:gridCol w="1600199">
                  <a:extLst>
                    <a:ext uri="{9D8B030D-6E8A-4147-A177-3AD203B41FA5}">
                      <a16:colId xmlns:a16="http://schemas.microsoft.com/office/drawing/2014/main" val="20002"/>
                    </a:ext>
                  </a:extLst>
                </a:gridCol>
                <a:gridCol w="1943735">
                  <a:extLst>
                    <a:ext uri="{9D8B030D-6E8A-4147-A177-3AD203B41FA5}">
                      <a16:colId xmlns:a16="http://schemas.microsoft.com/office/drawing/2014/main" val="20003"/>
                    </a:ext>
                  </a:extLst>
                </a:gridCol>
              </a:tblGrid>
              <a:tr h="302260">
                <a:tc>
                  <a:txBody>
                    <a:bodyPr/>
                    <a:lstStyle/>
                    <a:p>
                      <a:pPr marL="31940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22580">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44500">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9182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10820">
                <a:tc>
                  <a:txBody>
                    <a:bodyPr/>
                    <a:lstStyle/>
                    <a:p>
                      <a:pPr marL="67945">
                        <a:lnSpc>
                          <a:spcPts val="156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10" dirty="0">
                          <a:latin typeface="Times New Roman"/>
                          <a:cs typeface="Times New Roman"/>
                        </a:rPr>
                        <a:t>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820">
                <a:tc>
                  <a:txBody>
                    <a:bodyPr/>
                    <a:lstStyle/>
                    <a:p>
                      <a:pPr marL="67945">
                        <a:lnSpc>
                          <a:spcPts val="1560"/>
                        </a:lnSpc>
                      </a:pPr>
                      <a:r>
                        <a:rPr sz="1400" spc="-10" dirty="0">
                          <a:latin typeface="Times New Roman"/>
                          <a:cs typeface="Times New Roman"/>
                        </a:rPr>
                        <a:t>companyname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Name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185">
                <a:tc>
                  <a:txBody>
                    <a:bodyPr/>
                    <a:lstStyle/>
                    <a:p>
                      <a:pPr marL="67945">
                        <a:lnSpc>
                          <a:spcPts val="1560"/>
                        </a:lnSpc>
                      </a:pPr>
                      <a:r>
                        <a:rPr sz="1400" spc="-10" dirty="0">
                          <a:latin typeface="Times New Roman"/>
                          <a:cs typeface="Times New Roman"/>
                        </a:rPr>
                        <a:t>companyemail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Email</a:t>
                      </a:r>
                      <a:r>
                        <a:rPr sz="1400" spc="-25"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820">
                <a:tc>
                  <a:txBody>
                    <a:bodyPr/>
                    <a:lstStyle/>
                    <a:p>
                      <a:pPr marL="67945">
                        <a:lnSpc>
                          <a:spcPts val="1560"/>
                        </a:lnSpc>
                      </a:pPr>
                      <a:r>
                        <a:rPr sz="1400" spc="-10" dirty="0">
                          <a:latin typeface="Times New Roman"/>
                          <a:cs typeface="Times New Roman"/>
                        </a:rPr>
                        <a:t>companypassword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Password</a:t>
                      </a:r>
                      <a:r>
                        <a:rPr sz="1400" spc="-3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13384">
                <a:tc>
                  <a:txBody>
                    <a:bodyPr/>
                    <a:lstStyle/>
                    <a:p>
                      <a:pPr marL="67945">
                        <a:lnSpc>
                          <a:spcPts val="1600"/>
                        </a:lnSpc>
                      </a:pPr>
                      <a:r>
                        <a:rPr sz="1400" spc="-10" dirty="0">
                          <a:latin typeface="Times New Roman"/>
                          <a:cs typeface="Times New Roman"/>
                        </a:rPr>
                        <a:t>companyavatar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longblob</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180975">
                        <a:lnSpc>
                          <a:spcPts val="1620"/>
                        </a:lnSpc>
                      </a:pPr>
                      <a:r>
                        <a:rPr sz="1400" spc="-10" dirty="0">
                          <a:latin typeface="Times New Roman"/>
                          <a:cs typeface="Times New Roman"/>
                        </a:rPr>
                        <a:t>Avatar(Base64</a:t>
                      </a:r>
                      <a:r>
                        <a:rPr sz="1400" spc="-75" dirty="0">
                          <a:latin typeface="Times New Roman"/>
                          <a:cs typeface="Times New Roman"/>
                        </a:rPr>
                        <a:t> </a:t>
                      </a:r>
                      <a:r>
                        <a:rPr sz="1400" spc="-10" dirty="0">
                          <a:latin typeface="Times New Roman"/>
                          <a:cs typeface="Times New Roman"/>
                        </a:rPr>
                        <a:t>encoded image)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16559">
                <a:tc>
                  <a:txBody>
                    <a:bodyPr/>
                    <a:lstStyle/>
                    <a:p>
                      <a:pPr marL="67945">
                        <a:lnSpc>
                          <a:spcPts val="1625"/>
                        </a:lnSpc>
                      </a:pPr>
                      <a:r>
                        <a:rPr sz="1400" spc="-10" dirty="0">
                          <a:latin typeface="Times New Roman"/>
                          <a:cs typeface="Times New Roman"/>
                        </a:rPr>
                        <a:t>companyphno</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5"/>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645160">
                        <a:lnSpc>
                          <a:spcPts val="1600"/>
                        </a:lnSpc>
                      </a:pPr>
                      <a:r>
                        <a:rPr sz="1400" dirty="0">
                          <a:latin typeface="Times New Roman"/>
                          <a:cs typeface="Times New Roman"/>
                        </a:rPr>
                        <a:t>Phone</a:t>
                      </a:r>
                      <a:r>
                        <a:rPr sz="1400" spc="-10" dirty="0">
                          <a:latin typeface="Times New Roman"/>
                          <a:cs typeface="Times New Roman"/>
                        </a:rPr>
                        <a:t> </a:t>
                      </a:r>
                      <a:r>
                        <a:rPr sz="1400" dirty="0">
                          <a:latin typeface="Times New Roman"/>
                          <a:cs typeface="Times New Roman"/>
                        </a:rPr>
                        <a:t>number</a:t>
                      </a:r>
                      <a:r>
                        <a:rPr sz="1400" spc="-5" dirty="0">
                          <a:latin typeface="Times New Roman"/>
                          <a:cs typeface="Times New Roman"/>
                        </a:rPr>
                        <a:t> </a:t>
                      </a:r>
                      <a:r>
                        <a:rPr sz="1400" spc="-25" dirty="0">
                          <a:latin typeface="Times New Roman"/>
                          <a:cs typeface="Times New Roman"/>
                        </a:rPr>
                        <a:t>of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414020">
                <a:tc>
                  <a:txBody>
                    <a:bodyPr/>
                    <a:lstStyle/>
                    <a:p>
                      <a:pPr marL="67945">
                        <a:lnSpc>
                          <a:spcPts val="1600"/>
                        </a:lnSpc>
                      </a:pPr>
                      <a:r>
                        <a:rPr sz="1400" spc="-10" dirty="0">
                          <a:latin typeface="Times New Roman"/>
                          <a:cs typeface="Times New Roman"/>
                        </a:rPr>
                        <a:t>companyisdeleted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746760">
                        <a:lnSpc>
                          <a:spcPts val="1620"/>
                        </a:lnSpc>
                      </a:pPr>
                      <a:r>
                        <a:rPr sz="1400" dirty="0">
                          <a:latin typeface="Times New Roman"/>
                          <a:cs typeface="Times New Roman"/>
                        </a:rPr>
                        <a:t>Deletion</a:t>
                      </a:r>
                      <a:r>
                        <a:rPr sz="1400" spc="-45" dirty="0">
                          <a:latin typeface="Times New Roman"/>
                          <a:cs typeface="Times New Roman"/>
                        </a:rPr>
                        <a:t> </a:t>
                      </a:r>
                      <a:r>
                        <a:rPr sz="1400" dirty="0">
                          <a:latin typeface="Times New Roman"/>
                          <a:cs typeface="Times New Roman"/>
                        </a:rPr>
                        <a:t>flag</a:t>
                      </a:r>
                      <a:r>
                        <a:rPr sz="1400" spc="-45" dirty="0">
                          <a:latin typeface="Times New Roman"/>
                          <a:cs typeface="Times New Roman"/>
                        </a:rPr>
                        <a:t> </a:t>
                      </a:r>
                      <a:r>
                        <a:rPr sz="1400" spc="-25" dirty="0">
                          <a:latin typeface="Times New Roman"/>
                          <a:cs typeface="Times New Roman"/>
                        </a:rPr>
                        <a:t>of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210185">
                <a:tc>
                  <a:txBody>
                    <a:bodyPr/>
                    <a:lstStyle/>
                    <a:p>
                      <a:pPr marL="67945">
                        <a:lnSpc>
                          <a:spcPts val="1560"/>
                        </a:lnSpc>
                      </a:pPr>
                      <a:r>
                        <a:rPr sz="1400" spc="-10" dirty="0">
                          <a:latin typeface="Times New Roman"/>
                          <a:cs typeface="Times New Roman"/>
                        </a:rPr>
                        <a:t>companyaddress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Address</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10185">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241300">
                <a:tc>
                  <a:txBody>
                    <a:bodyPr/>
                    <a:lstStyle/>
                    <a:p>
                      <a:pPr marL="67945">
                        <a:lnSpc>
                          <a:spcPts val="162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10820">
                <a:tc>
                  <a:txBody>
                    <a:bodyPr/>
                    <a:lstStyle/>
                    <a:p>
                      <a:pPr marL="67945">
                        <a:lnSpc>
                          <a:spcPts val="1560"/>
                        </a:lnSpc>
                      </a:pPr>
                      <a:r>
                        <a:rPr sz="1400" spc="-10" dirty="0">
                          <a:latin typeface="Times New Roman"/>
                          <a:cs typeface="Times New Roman"/>
                        </a:rPr>
                        <a:t>companystatus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Status</a:t>
                      </a:r>
                      <a:r>
                        <a:rPr sz="1400" spc="-3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617220">
                <a:tc>
                  <a:txBody>
                    <a:bodyPr/>
                    <a:lstStyle/>
                    <a:p>
                      <a:pPr marL="67945">
                        <a:lnSpc>
                          <a:spcPts val="1600"/>
                        </a:lnSpc>
                      </a:pPr>
                      <a:r>
                        <a:rPr sz="1400" spc="-10" dirty="0">
                          <a:latin typeface="Times New Roman"/>
                          <a:cs typeface="Times New Roman"/>
                        </a:rPr>
                        <a:t>isotpverified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marR="166370">
                        <a:lnSpc>
                          <a:spcPts val="1620"/>
                        </a:lnSpc>
                        <a:spcBef>
                          <a:spcPts val="20"/>
                        </a:spcBef>
                      </a:pPr>
                      <a:r>
                        <a:rPr sz="1400" dirty="0">
                          <a:latin typeface="Times New Roman"/>
                          <a:cs typeface="Times New Roman"/>
                        </a:rPr>
                        <a:t>OTP</a:t>
                      </a:r>
                      <a:r>
                        <a:rPr sz="1400" spc="-85" dirty="0">
                          <a:latin typeface="Times New Roman"/>
                          <a:cs typeface="Times New Roman"/>
                        </a:rPr>
                        <a:t> </a:t>
                      </a:r>
                      <a:r>
                        <a:rPr sz="1400" dirty="0">
                          <a:latin typeface="Times New Roman"/>
                          <a:cs typeface="Times New Roman"/>
                        </a:rPr>
                        <a:t>verification</a:t>
                      </a:r>
                      <a:r>
                        <a:rPr sz="1400" spc="-30" dirty="0">
                          <a:latin typeface="Times New Roman"/>
                          <a:cs typeface="Times New Roman"/>
                        </a:rPr>
                        <a:t> </a:t>
                      </a:r>
                      <a:r>
                        <a:rPr sz="1400" dirty="0">
                          <a:latin typeface="Times New Roman"/>
                          <a:cs typeface="Times New Roman"/>
                        </a:rPr>
                        <a:t>flag</a:t>
                      </a:r>
                      <a:r>
                        <a:rPr sz="1400" spc="-30" dirty="0">
                          <a:latin typeface="Times New Roman"/>
                          <a:cs typeface="Times New Roman"/>
                        </a:rPr>
                        <a:t> </a:t>
                      </a:r>
                      <a:r>
                        <a:rPr sz="1400" spc="-25" dirty="0">
                          <a:latin typeface="Times New Roman"/>
                          <a:cs typeface="Times New Roman"/>
                        </a:rPr>
                        <a:t>of </a:t>
                      </a:r>
                      <a:r>
                        <a:rPr sz="1400" spc="-10" dirty="0">
                          <a:latin typeface="Times New Roman"/>
                          <a:cs typeface="Times New Roman"/>
                        </a:rPr>
                        <a:t>company</a:t>
                      </a:r>
                      <a:endParaRPr sz="1400">
                        <a:latin typeface="Times New Roman"/>
                        <a:cs typeface="Times New Roman"/>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212471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3) </a:t>
            </a:r>
            <a:r>
              <a:rPr sz="1400" b="1" spc="-10" dirty="0">
                <a:latin typeface="Times New Roman"/>
                <a:cs typeface="Times New Roman"/>
              </a:rPr>
              <a:t>QIT_CompanyEmployee</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3"/>
          <a:ext cx="6461756" cy="4856474"/>
        </p:xfrm>
        <a:graphic>
          <a:graphicData uri="http://schemas.openxmlformats.org/drawingml/2006/table">
            <a:tbl>
              <a:tblPr firstRow="1" bandRow="1">
                <a:tableStyleId>{2D5ABB26-0587-4C30-8999-92F81FD0307C}</a:tableStyleId>
              </a:tblPr>
              <a:tblGrid>
                <a:gridCol w="1796414">
                  <a:extLst>
                    <a:ext uri="{9D8B030D-6E8A-4147-A177-3AD203B41FA5}">
                      <a16:colId xmlns:a16="http://schemas.microsoft.com/office/drawing/2014/main" val="20000"/>
                    </a:ext>
                  </a:extLst>
                </a:gridCol>
                <a:gridCol w="1288414">
                  <a:extLst>
                    <a:ext uri="{9D8B030D-6E8A-4147-A177-3AD203B41FA5}">
                      <a16:colId xmlns:a16="http://schemas.microsoft.com/office/drawing/2014/main" val="20001"/>
                    </a:ext>
                  </a:extLst>
                </a:gridCol>
                <a:gridCol w="1529714">
                  <a:extLst>
                    <a:ext uri="{9D8B030D-6E8A-4147-A177-3AD203B41FA5}">
                      <a16:colId xmlns:a16="http://schemas.microsoft.com/office/drawing/2014/main" val="20002"/>
                    </a:ext>
                  </a:extLst>
                </a:gridCol>
                <a:gridCol w="1847214">
                  <a:extLst>
                    <a:ext uri="{9D8B030D-6E8A-4147-A177-3AD203B41FA5}">
                      <a16:colId xmlns:a16="http://schemas.microsoft.com/office/drawing/2014/main" val="20003"/>
                    </a:ext>
                  </a:extLst>
                </a:gridCol>
              </a:tblGrid>
              <a:tr h="279400">
                <a:tc>
                  <a:txBody>
                    <a:bodyPr/>
                    <a:lstStyle/>
                    <a:p>
                      <a:pPr marL="416559">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09880">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11480">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4610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4020">
                <a:tc>
                  <a:txBody>
                    <a:bodyPr/>
                    <a:lstStyle/>
                    <a:p>
                      <a:pPr marL="67945">
                        <a:lnSpc>
                          <a:spcPts val="160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75895">
                        <a:lnSpc>
                          <a:spcPts val="162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10" dirty="0">
                          <a:latin typeface="Times New Roman"/>
                          <a:cs typeface="Times New Roman"/>
                        </a:rPr>
                        <a:t>company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5925">
                <a:tc>
                  <a:txBody>
                    <a:bodyPr/>
                    <a:lstStyle/>
                    <a:p>
                      <a:pPr marL="67945">
                        <a:lnSpc>
                          <a:spcPts val="1620"/>
                        </a:lnSpc>
                      </a:pPr>
                      <a:r>
                        <a:rPr sz="1400" spc="-10" dirty="0">
                          <a:latin typeface="Times New Roman"/>
                          <a:cs typeface="Times New Roman"/>
                        </a:rPr>
                        <a:t>cmpusercode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dirty="0">
                          <a:latin typeface="Times New Roman"/>
                          <a:cs typeface="Times New Roman"/>
                        </a:rPr>
                        <a:t>Unique</a:t>
                      </a:r>
                      <a:r>
                        <a:rPr sz="1400" spc="-35"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73100">
                        <a:lnSpc>
                          <a:spcPts val="1600"/>
                        </a:lnSpc>
                      </a:pPr>
                      <a:r>
                        <a:rPr sz="1400" dirty="0">
                          <a:latin typeface="Times New Roman"/>
                          <a:cs typeface="Times New Roman"/>
                        </a:rPr>
                        <a:t>Unique</a:t>
                      </a:r>
                      <a:r>
                        <a:rPr sz="1400" spc="-30" dirty="0">
                          <a:latin typeface="Times New Roman"/>
                          <a:cs typeface="Times New Roman"/>
                        </a:rPr>
                        <a:t> </a:t>
                      </a:r>
                      <a:r>
                        <a:rPr sz="1400" dirty="0">
                          <a:latin typeface="Times New Roman"/>
                          <a:cs typeface="Times New Roman"/>
                        </a:rPr>
                        <a:t>code</a:t>
                      </a:r>
                      <a:r>
                        <a:rPr sz="1400" spc="-25" dirty="0">
                          <a:latin typeface="Times New Roman"/>
                          <a:cs typeface="Times New Roman"/>
                        </a:rPr>
                        <a:t> of </a:t>
                      </a:r>
                      <a:r>
                        <a:rPr sz="1400" dirty="0">
                          <a:latin typeface="Times New Roman"/>
                          <a:cs typeface="Times New Roman"/>
                        </a:rPr>
                        <a:t>company</a:t>
                      </a:r>
                      <a:r>
                        <a:rPr sz="1400" spc="-60"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820">
                <a:tc>
                  <a:txBody>
                    <a:bodyPr/>
                    <a:lstStyle/>
                    <a:p>
                      <a:pPr marL="67945">
                        <a:lnSpc>
                          <a:spcPts val="1560"/>
                        </a:lnSpc>
                      </a:pPr>
                      <a:r>
                        <a:rPr sz="1400" spc="-10" dirty="0">
                          <a:latin typeface="Times New Roman"/>
                          <a:cs typeface="Times New Roman"/>
                        </a:rPr>
                        <a:t>cmpuseremail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Email</a:t>
                      </a:r>
                      <a:r>
                        <a:rPr sz="1400" spc="-40" dirty="0">
                          <a:latin typeface="Times New Roman"/>
                          <a:cs typeface="Times New Roman"/>
                        </a:rPr>
                        <a:t> </a:t>
                      </a:r>
                      <a:r>
                        <a:rPr sz="1400" dirty="0">
                          <a:latin typeface="Times New Roman"/>
                          <a:cs typeface="Times New Roman"/>
                        </a:rPr>
                        <a:t>of</a:t>
                      </a:r>
                      <a:r>
                        <a:rPr sz="1400" spc="-35" dirty="0">
                          <a:latin typeface="Times New Roman"/>
                          <a:cs typeface="Times New Roman"/>
                        </a:rPr>
                        <a:t> </a:t>
                      </a:r>
                      <a:r>
                        <a:rPr sz="1400" dirty="0">
                          <a:latin typeface="Times New Roman"/>
                          <a:cs typeface="Times New Roman"/>
                        </a:rPr>
                        <a:t>company</a:t>
                      </a:r>
                      <a:r>
                        <a:rPr sz="1400" spc="-20" dirty="0">
                          <a:latin typeface="Times New Roman"/>
                          <a:cs typeface="Times New Roman"/>
                        </a:rPr>
                        <a:t> 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4020">
                <a:tc>
                  <a:txBody>
                    <a:bodyPr/>
                    <a:lstStyle/>
                    <a:p>
                      <a:pPr marL="67945">
                        <a:lnSpc>
                          <a:spcPts val="1600"/>
                        </a:lnSpc>
                      </a:pPr>
                      <a:r>
                        <a:rPr sz="1400" spc="-10" dirty="0">
                          <a:latin typeface="Times New Roman"/>
                          <a:cs typeface="Times New Roman"/>
                        </a:rPr>
                        <a:t>cmpuserpassword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201295">
                        <a:lnSpc>
                          <a:spcPts val="1620"/>
                        </a:lnSpc>
                      </a:pPr>
                      <a:r>
                        <a:rPr sz="1400" dirty="0">
                          <a:latin typeface="Times New Roman"/>
                          <a:cs typeface="Times New Roman"/>
                        </a:rPr>
                        <a:t>Password</a:t>
                      </a:r>
                      <a:r>
                        <a:rPr sz="1400" spc="-3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company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16559">
                <a:tc>
                  <a:txBody>
                    <a:bodyPr/>
                    <a:lstStyle/>
                    <a:p>
                      <a:pPr marL="67945">
                        <a:lnSpc>
                          <a:spcPts val="1620"/>
                        </a:lnSpc>
                      </a:pPr>
                      <a:r>
                        <a:rPr sz="1400" spc="-10" dirty="0">
                          <a:latin typeface="Times New Roman"/>
                          <a:cs typeface="Times New Roman"/>
                        </a:rPr>
                        <a:t>cmpuserusername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163195">
                        <a:lnSpc>
                          <a:spcPts val="1600"/>
                        </a:lnSpc>
                      </a:pPr>
                      <a:r>
                        <a:rPr sz="1400" dirty="0">
                          <a:latin typeface="Times New Roman"/>
                          <a:cs typeface="Times New Roman"/>
                        </a:rPr>
                        <a:t>Username</a:t>
                      </a:r>
                      <a:r>
                        <a:rPr sz="1400" spc="-35" dirty="0">
                          <a:latin typeface="Times New Roman"/>
                          <a:cs typeface="Times New Roman"/>
                        </a:rPr>
                        <a:t> </a:t>
                      </a:r>
                      <a:r>
                        <a:rPr sz="1400" dirty="0">
                          <a:latin typeface="Times New Roman"/>
                          <a:cs typeface="Times New Roman"/>
                        </a:rPr>
                        <a:t>of</a:t>
                      </a:r>
                      <a:r>
                        <a:rPr sz="1400" spc="-35" dirty="0">
                          <a:latin typeface="Times New Roman"/>
                          <a:cs typeface="Times New Roman"/>
                        </a:rPr>
                        <a:t> </a:t>
                      </a:r>
                      <a:r>
                        <a:rPr sz="1400" spc="-10" dirty="0">
                          <a:latin typeface="Times New Roman"/>
                          <a:cs typeface="Times New Roman"/>
                        </a:rPr>
                        <a:t>company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13384">
                <a:tc>
                  <a:txBody>
                    <a:bodyPr/>
                    <a:lstStyle/>
                    <a:p>
                      <a:pPr marL="67945">
                        <a:lnSpc>
                          <a:spcPts val="1600"/>
                        </a:lnSpc>
                      </a:pPr>
                      <a:r>
                        <a:rPr sz="1400" spc="-10" dirty="0">
                          <a:latin typeface="Times New Roman"/>
                          <a:cs typeface="Times New Roman"/>
                        </a:rPr>
                        <a:t>cmpusercontactnumber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440055">
                        <a:lnSpc>
                          <a:spcPts val="1620"/>
                        </a:lnSpc>
                      </a:pPr>
                      <a:r>
                        <a:rPr sz="1400" dirty="0">
                          <a:latin typeface="Times New Roman"/>
                          <a:cs typeface="Times New Roman"/>
                        </a:rPr>
                        <a:t>Contact</a:t>
                      </a:r>
                      <a:r>
                        <a:rPr sz="1400" spc="-30" dirty="0">
                          <a:latin typeface="Times New Roman"/>
                          <a:cs typeface="Times New Roman"/>
                        </a:rPr>
                        <a:t> </a:t>
                      </a:r>
                      <a:r>
                        <a:rPr sz="1400" dirty="0">
                          <a:latin typeface="Times New Roman"/>
                          <a:cs typeface="Times New Roman"/>
                        </a:rPr>
                        <a:t>number</a:t>
                      </a:r>
                      <a:r>
                        <a:rPr sz="1400" spc="-25" dirty="0">
                          <a:latin typeface="Times New Roman"/>
                          <a:cs typeface="Times New Roman"/>
                        </a:rPr>
                        <a:t> of </a:t>
                      </a:r>
                      <a:r>
                        <a:rPr sz="1400" dirty="0">
                          <a:latin typeface="Times New Roman"/>
                          <a:cs typeface="Times New Roman"/>
                        </a:rPr>
                        <a:t>company</a:t>
                      </a:r>
                      <a:r>
                        <a:rPr sz="1400" spc="-65"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10820">
                <a:tc>
                  <a:txBody>
                    <a:bodyPr/>
                    <a:lstStyle/>
                    <a:p>
                      <a:pPr marL="67945">
                        <a:lnSpc>
                          <a:spcPts val="1560"/>
                        </a:lnSpc>
                      </a:pPr>
                      <a:r>
                        <a:rPr sz="1400" spc="-10" dirty="0">
                          <a:latin typeface="Times New Roman"/>
                          <a:cs typeface="Times New Roman"/>
                        </a:rPr>
                        <a:t>cmpuserstatus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Status</a:t>
                      </a:r>
                      <a:r>
                        <a:rPr sz="1400" spc="-40"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dirty="0">
                          <a:latin typeface="Times New Roman"/>
                          <a:cs typeface="Times New Roman"/>
                        </a:rPr>
                        <a:t>company</a:t>
                      </a:r>
                      <a:r>
                        <a:rPr sz="1400" spc="-35"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16559">
                <a:tc>
                  <a:txBody>
                    <a:bodyPr/>
                    <a:lstStyle/>
                    <a:p>
                      <a:pPr marL="67945">
                        <a:lnSpc>
                          <a:spcPts val="1620"/>
                        </a:lnSpc>
                      </a:pPr>
                      <a:r>
                        <a:rPr sz="1400" spc="-10" dirty="0">
                          <a:latin typeface="Times New Roman"/>
                          <a:cs typeface="Times New Roman"/>
                        </a:rPr>
                        <a:t>cmpuserisdeleted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47700">
                        <a:lnSpc>
                          <a:spcPts val="1600"/>
                        </a:lnSpc>
                      </a:pPr>
                      <a:r>
                        <a:rPr sz="1400" dirty="0">
                          <a:latin typeface="Times New Roman"/>
                          <a:cs typeface="Times New Roman"/>
                        </a:rPr>
                        <a:t>Deletion</a:t>
                      </a:r>
                      <a:r>
                        <a:rPr sz="1400" spc="-45" dirty="0">
                          <a:latin typeface="Times New Roman"/>
                          <a:cs typeface="Times New Roman"/>
                        </a:rPr>
                        <a:t> </a:t>
                      </a:r>
                      <a:r>
                        <a:rPr sz="1400" dirty="0">
                          <a:latin typeface="Times New Roman"/>
                          <a:cs typeface="Times New Roman"/>
                        </a:rPr>
                        <a:t>flag</a:t>
                      </a:r>
                      <a:r>
                        <a:rPr sz="1400" spc="-45" dirty="0">
                          <a:latin typeface="Times New Roman"/>
                          <a:cs typeface="Times New Roman"/>
                        </a:rPr>
                        <a:t> </a:t>
                      </a:r>
                      <a:r>
                        <a:rPr sz="1400" spc="-25" dirty="0">
                          <a:latin typeface="Times New Roman"/>
                          <a:cs typeface="Times New Roman"/>
                        </a:rPr>
                        <a:t>of </a:t>
                      </a:r>
                      <a:r>
                        <a:rPr sz="1400" dirty="0">
                          <a:latin typeface="Times New Roman"/>
                          <a:cs typeface="Times New Roman"/>
                        </a:rPr>
                        <a:t>company</a:t>
                      </a:r>
                      <a:r>
                        <a:rPr sz="1400" spc="-60"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413384">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5341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210820">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10820">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Last</a:t>
                      </a:r>
                      <a:r>
                        <a:rPr sz="1400" spc="-40"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416559">
                <a:tc>
                  <a:txBody>
                    <a:bodyPr/>
                    <a:lstStyle/>
                    <a:p>
                      <a:pPr marL="67945">
                        <a:lnSpc>
                          <a:spcPts val="1620"/>
                        </a:lnSpc>
                      </a:pPr>
                      <a:r>
                        <a:rPr sz="1400" spc="-10" dirty="0">
                          <a:latin typeface="Times New Roman"/>
                          <a:cs typeface="Times New Roman"/>
                        </a:rPr>
                        <a:t>Passwordreq</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340360">
                        <a:lnSpc>
                          <a:spcPts val="1600"/>
                        </a:lnSpc>
                      </a:pPr>
                      <a:r>
                        <a:rPr sz="1400" dirty="0">
                          <a:latin typeface="Times New Roman"/>
                          <a:cs typeface="Times New Roman"/>
                        </a:rPr>
                        <a:t>Password</a:t>
                      </a:r>
                      <a:r>
                        <a:rPr sz="1400" spc="-65" dirty="0">
                          <a:latin typeface="Times New Roman"/>
                          <a:cs typeface="Times New Roman"/>
                        </a:rPr>
                        <a:t> </a:t>
                      </a:r>
                      <a:r>
                        <a:rPr sz="1400" dirty="0">
                          <a:latin typeface="Times New Roman"/>
                          <a:cs typeface="Times New Roman"/>
                        </a:rPr>
                        <a:t>request</a:t>
                      </a:r>
                      <a:r>
                        <a:rPr sz="1400" spc="-70" dirty="0">
                          <a:latin typeface="Times New Roman"/>
                          <a:cs typeface="Times New Roman"/>
                        </a:rPr>
                        <a:t> </a:t>
                      </a:r>
                      <a:r>
                        <a:rPr sz="1400" spc="-25" dirty="0">
                          <a:latin typeface="Times New Roman"/>
                          <a:cs typeface="Times New Roman"/>
                        </a:rPr>
                        <a:t>of </a:t>
                      </a:r>
                      <a:r>
                        <a:rPr sz="1400" dirty="0">
                          <a:latin typeface="Times New Roman"/>
                          <a:cs typeface="Times New Roman"/>
                        </a:rPr>
                        <a:t>company</a:t>
                      </a:r>
                      <a:r>
                        <a:rPr sz="1400" spc="-65"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413384">
                <a:tc>
                  <a:txBody>
                    <a:bodyPr/>
                    <a:lstStyle/>
                    <a:p>
                      <a:pPr marL="67945">
                        <a:lnSpc>
                          <a:spcPts val="1600"/>
                        </a:lnSpc>
                      </a:pPr>
                      <a:r>
                        <a:rPr sz="1400" spc="-10" dirty="0">
                          <a:latin typeface="Times New Roman"/>
                          <a:cs typeface="Times New Roman"/>
                        </a:rPr>
                        <a:t>Isotpverified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marR="67310">
                        <a:lnSpc>
                          <a:spcPts val="1620"/>
                        </a:lnSpc>
                      </a:pPr>
                      <a:r>
                        <a:rPr sz="1400" dirty="0">
                          <a:latin typeface="Times New Roman"/>
                          <a:cs typeface="Times New Roman"/>
                        </a:rPr>
                        <a:t>OTP</a:t>
                      </a:r>
                      <a:r>
                        <a:rPr sz="1400" spc="-85" dirty="0">
                          <a:latin typeface="Times New Roman"/>
                          <a:cs typeface="Times New Roman"/>
                        </a:rPr>
                        <a:t> </a:t>
                      </a:r>
                      <a:r>
                        <a:rPr sz="1400" dirty="0">
                          <a:latin typeface="Times New Roman"/>
                          <a:cs typeface="Times New Roman"/>
                        </a:rPr>
                        <a:t>verification</a:t>
                      </a:r>
                      <a:r>
                        <a:rPr sz="1400" spc="-30" dirty="0">
                          <a:latin typeface="Times New Roman"/>
                          <a:cs typeface="Times New Roman"/>
                        </a:rPr>
                        <a:t> </a:t>
                      </a:r>
                      <a:r>
                        <a:rPr sz="1400" dirty="0">
                          <a:latin typeface="Times New Roman"/>
                          <a:cs typeface="Times New Roman"/>
                        </a:rPr>
                        <a:t>flag</a:t>
                      </a:r>
                      <a:r>
                        <a:rPr sz="1400" spc="-30" dirty="0">
                          <a:latin typeface="Times New Roman"/>
                          <a:cs typeface="Times New Roman"/>
                        </a:rPr>
                        <a:t> </a:t>
                      </a:r>
                      <a:r>
                        <a:rPr sz="1400" spc="-25" dirty="0">
                          <a:latin typeface="Times New Roman"/>
                          <a:cs typeface="Times New Roman"/>
                        </a:rPr>
                        <a:t>of </a:t>
                      </a:r>
                      <a:r>
                        <a:rPr sz="1400" dirty="0">
                          <a:latin typeface="Times New Roman"/>
                          <a:cs typeface="Times New Roman"/>
                        </a:rPr>
                        <a:t>company</a:t>
                      </a:r>
                      <a:r>
                        <a:rPr sz="1400" spc="-60"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84785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4) </a:t>
            </a:r>
            <a:r>
              <a:rPr sz="1400" b="1" spc="-10" dirty="0">
                <a:latin typeface="Times New Roman"/>
                <a:cs typeface="Times New Roman"/>
              </a:rPr>
              <a:t>QIT_SuperAdminTB</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4" cy="2183127"/>
        </p:xfrm>
        <a:graphic>
          <a:graphicData uri="http://schemas.openxmlformats.org/drawingml/2006/table">
            <a:tbl>
              <a:tblPr firstRow="1" bandRow="1">
                <a:tableStyleId>{2D5ABB26-0587-4C30-8999-92F81FD0307C}</a:tableStyleId>
              </a:tblPr>
              <a:tblGrid>
                <a:gridCol w="1829435">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07340">
                <a:tc>
                  <a:txBody>
                    <a:bodyPr/>
                    <a:lstStyle/>
                    <a:p>
                      <a:pPr marL="43370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9400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6559">
                <a:tc>
                  <a:txBody>
                    <a:bodyPr/>
                    <a:lstStyle/>
                    <a:p>
                      <a:pPr marL="67945">
                        <a:lnSpc>
                          <a:spcPts val="162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481965">
                        <a:lnSpc>
                          <a:spcPts val="160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5" dirty="0">
                          <a:latin typeface="Times New Roman"/>
                          <a:cs typeface="Times New Roman"/>
                        </a:rPr>
                        <a:t> </a:t>
                      </a:r>
                      <a:r>
                        <a:rPr sz="1400" spc="-10" dirty="0">
                          <a:latin typeface="Times New Roman"/>
                          <a:cs typeface="Times New Roman"/>
                        </a:rPr>
                        <a:t>super Admin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185">
                <a:tc>
                  <a:txBody>
                    <a:bodyPr/>
                    <a:lstStyle/>
                    <a:p>
                      <a:pPr marL="67945">
                        <a:lnSpc>
                          <a:spcPts val="1560"/>
                        </a:lnSpc>
                      </a:pPr>
                      <a:r>
                        <a:rPr sz="1400" spc="-10" dirty="0">
                          <a:latin typeface="Times New Roman"/>
                          <a:cs typeface="Times New Roman"/>
                        </a:rPr>
                        <a: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Email</a:t>
                      </a:r>
                      <a:r>
                        <a:rPr sz="1400" spc="-5" dirty="0">
                          <a:latin typeface="Times New Roman"/>
                          <a:cs typeface="Times New Roman"/>
                        </a:rPr>
                        <a:t> </a:t>
                      </a:r>
                      <a:r>
                        <a:rPr sz="1400" dirty="0">
                          <a:latin typeface="Times New Roman"/>
                          <a:cs typeface="Times New Roman"/>
                        </a:rPr>
                        <a:t>of </a:t>
                      </a:r>
                      <a:r>
                        <a:rPr sz="1400" spc="-10" dirty="0">
                          <a:latin typeface="Times New Roman"/>
                          <a:cs typeface="Times New Roman"/>
                        </a:rPr>
                        <a:t>super</a:t>
                      </a:r>
                      <a:r>
                        <a:rPr sz="1400" spc="-80" dirty="0">
                          <a:latin typeface="Times New Roman"/>
                          <a:cs typeface="Times New Roman"/>
                        </a:rPr>
                        <a:t> </a:t>
                      </a:r>
                      <a:r>
                        <a:rPr sz="1400" spc="-20" dirty="0">
                          <a:latin typeface="Times New Roman"/>
                          <a:cs typeface="Times New Roman"/>
                        </a:rPr>
                        <a:t>Admin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4020">
                <a:tc>
                  <a:txBody>
                    <a:bodyPr/>
                    <a:lstStyle/>
                    <a:p>
                      <a:pPr marL="67945">
                        <a:lnSpc>
                          <a:spcPts val="1600"/>
                        </a:lnSpc>
                      </a:pPr>
                      <a:r>
                        <a:rPr sz="1400" spc="-10" dirty="0">
                          <a:latin typeface="Times New Roman"/>
                          <a:cs typeface="Times New Roman"/>
                        </a:rPr>
                        <a:t>password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518159">
                        <a:lnSpc>
                          <a:spcPts val="1620"/>
                        </a:lnSpc>
                      </a:pPr>
                      <a:r>
                        <a:rPr sz="1400" dirty="0">
                          <a:latin typeface="Times New Roman"/>
                          <a:cs typeface="Times New Roman"/>
                        </a:rPr>
                        <a:t>password</a:t>
                      </a:r>
                      <a:r>
                        <a:rPr sz="1400" spc="-3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super Admin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6559">
                <a:tc>
                  <a:txBody>
                    <a:bodyPr/>
                    <a:lstStyle/>
                    <a:p>
                      <a:pPr marL="67945">
                        <a:lnSpc>
                          <a:spcPts val="1620"/>
                        </a:lnSpc>
                      </a:pPr>
                      <a:r>
                        <a:rPr sz="1400" spc="-10" dirty="0">
                          <a:latin typeface="Times New Roman"/>
                          <a:cs typeface="Times New Roman"/>
                        </a:rPr>
                        <a:t>companyname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8580">
                        <a:lnSpc>
                          <a:spcPts val="1600"/>
                        </a:lnSpc>
                      </a:pPr>
                      <a:r>
                        <a:rPr sz="1400" dirty="0">
                          <a:latin typeface="Times New Roman"/>
                          <a:cs typeface="Times New Roman"/>
                        </a:rPr>
                        <a:t>Company</a:t>
                      </a:r>
                      <a:r>
                        <a:rPr sz="1400" spc="-30" dirty="0">
                          <a:latin typeface="Times New Roman"/>
                          <a:cs typeface="Times New Roman"/>
                        </a:rPr>
                        <a:t> </a:t>
                      </a:r>
                      <a:r>
                        <a:rPr sz="1400" dirty="0">
                          <a:latin typeface="Times New Roman"/>
                          <a:cs typeface="Times New Roman"/>
                        </a:rPr>
                        <a:t>name</a:t>
                      </a:r>
                      <a:r>
                        <a:rPr sz="1400" spc="-25"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super Admin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185">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08279">
                <a:tc>
                  <a:txBody>
                    <a:bodyPr/>
                    <a:lstStyle/>
                    <a:p>
                      <a:pPr marL="67945">
                        <a:lnSpc>
                          <a:spcPts val="154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
        <p:nvSpPr>
          <p:cNvPr id="6" name="object 6"/>
          <p:cNvSpPr txBox="1"/>
          <p:nvPr/>
        </p:nvSpPr>
        <p:spPr>
          <a:xfrm>
            <a:off x="902017" y="4052315"/>
            <a:ext cx="179832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5)</a:t>
            </a:r>
            <a:r>
              <a:rPr sz="1400" b="1" spc="-120" dirty="0">
                <a:latin typeface="Times New Roman"/>
                <a:cs typeface="Times New Roman"/>
              </a:rPr>
              <a:t> </a:t>
            </a:r>
            <a:r>
              <a:rPr sz="1400" b="1" spc="-10" dirty="0">
                <a:latin typeface="Times New Roman"/>
                <a:cs typeface="Times New Roman"/>
              </a:rPr>
              <a:t>QIT_TicketCategory</a:t>
            </a:r>
            <a:endParaRPr sz="1400">
              <a:latin typeface="Times New Roman"/>
              <a:cs typeface="Times New Roman"/>
            </a:endParaRPr>
          </a:p>
        </p:txBody>
      </p:sp>
      <p:graphicFrame>
        <p:nvGraphicFramePr>
          <p:cNvPr id="7" name="object 7"/>
          <p:cNvGraphicFramePr>
            <a:graphicFrameLocks noGrp="1"/>
          </p:cNvGraphicFramePr>
          <p:nvPr/>
        </p:nvGraphicFramePr>
        <p:xfrm>
          <a:off x="683577" y="4720590"/>
          <a:ext cx="6459854" cy="2411093"/>
        </p:xfrm>
        <a:graphic>
          <a:graphicData uri="http://schemas.openxmlformats.org/drawingml/2006/table">
            <a:tbl>
              <a:tblPr firstRow="1" bandRow="1">
                <a:tableStyleId>{2D5ABB26-0587-4C30-8999-92F81FD0307C}</a:tableStyleId>
              </a:tblPr>
              <a:tblGrid>
                <a:gridCol w="1829435">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30200">
                <a:tc>
                  <a:txBody>
                    <a:bodyPr/>
                    <a:lstStyle/>
                    <a:p>
                      <a:pPr marL="43370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9400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5925">
                <a:tc>
                  <a:txBody>
                    <a:bodyPr/>
                    <a:lstStyle/>
                    <a:p>
                      <a:pPr marL="67945">
                        <a:lnSpc>
                          <a:spcPts val="162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425450">
                        <a:lnSpc>
                          <a:spcPts val="160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45" dirty="0">
                          <a:latin typeface="Times New Roman"/>
                          <a:cs typeface="Times New Roman"/>
                        </a:rPr>
                        <a:t> </a:t>
                      </a:r>
                      <a:r>
                        <a:rPr sz="1400" spc="-10" dirty="0">
                          <a:latin typeface="Times New Roman"/>
                          <a:cs typeface="Times New Roman"/>
                        </a:rPr>
                        <a:t>Ticket 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4020">
                <a:tc>
                  <a:txBody>
                    <a:bodyPr/>
                    <a:lstStyle/>
                    <a:p>
                      <a:pPr marL="67945">
                        <a:lnSpc>
                          <a:spcPts val="1600"/>
                        </a:lnSpc>
                      </a:pPr>
                      <a:r>
                        <a:rPr sz="1400" spc="-10" dirty="0">
                          <a:latin typeface="Times New Roman"/>
                          <a:cs typeface="Times New Roman"/>
                        </a:rPr>
                        <a:t>ticketcategoryname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756285">
                        <a:lnSpc>
                          <a:spcPts val="1620"/>
                        </a:lnSpc>
                      </a:pPr>
                      <a:r>
                        <a:rPr sz="1400" dirty="0">
                          <a:latin typeface="Times New Roman"/>
                          <a:cs typeface="Times New Roman"/>
                        </a:rPr>
                        <a:t>Name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ticket 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6559">
                <a:tc>
                  <a:txBody>
                    <a:bodyPr/>
                    <a:lstStyle/>
                    <a:p>
                      <a:pPr marL="67945">
                        <a:lnSpc>
                          <a:spcPts val="1625"/>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94055">
                        <a:lnSpc>
                          <a:spcPts val="1600"/>
                        </a:lnSpc>
                      </a:pPr>
                      <a:r>
                        <a:rPr sz="1400" spc="-10" dirty="0">
                          <a:latin typeface="Times New Roman"/>
                          <a:cs typeface="Times New Roman"/>
                        </a:rPr>
                        <a:t>Transid</a:t>
                      </a:r>
                      <a:r>
                        <a:rPr sz="1400" spc="-1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3384">
                <a:tc>
                  <a:txBody>
                    <a:bodyPr/>
                    <a:lstStyle/>
                    <a:p>
                      <a:pPr marL="67945">
                        <a:lnSpc>
                          <a:spcPts val="1600"/>
                        </a:lnSpc>
                      </a:pPr>
                      <a:r>
                        <a:rPr sz="1400" spc="-10" dirty="0">
                          <a:latin typeface="Times New Roman"/>
                          <a:cs typeface="Times New Roman"/>
                        </a:rPr>
                        <a:t>ticketisdeleted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47650">
                        <a:lnSpc>
                          <a:spcPts val="1620"/>
                        </a:lnSpc>
                      </a:pPr>
                      <a:r>
                        <a:rPr sz="1400" dirty="0">
                          <a:latin typeface="Times New Roman"/>
                          <a:cs typeface="Times New Roman"/>
                        </a:rPr>
                        <a:t>Deletion</a:t>
                      </a:r>
                      <a:r>
                        <a:rPr sz="1400" spc="-30" dirty="0">
                          <a:latin typeface="Times New Roman"/>
                          <a:cs typeface="Times New Roman"/>
                        </a:rPr>
                        <a:t> </a:t>
                      </a:r>
                      <a:r>
                        <a:rPr sz="1400" dirty="0">
                          <a:latin typeface="Times New Roman"/>
                          <a:cs typeface="Times New Roman"/>
                        </a:rPr>
                        <a:t>flag</a:t>
                      </a:r>
                      <a:r>
                        <a:rPr sz="1400" spc="-3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ticket 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820">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185">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pic>
        <p:nvPicPr>
          <p:cNvPr id="8" name="object 8"/>
          <p:cNvPicPr/>
          <p:nvPr/>
        </p:nvPicPr>
        <p:blipFill>
          <a:blip r:embed="rId2"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39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209550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6)</a:t>
            </a:r>
            <a:r>
              <a:rPr sz="1400" b="1" spc="-120" dirty="0">
                <a:latin typeface="Times New Roman"/>
                <a:cs typeface="Times New Roman"/>
              </a:rPr>
              <a:t> </a:t>
            </a:r>
            <a:r>
              <a:rPr sz="1400" b="1" spc="-10" dirty="0">
                <a:latin typeface="Times New Roman"/>
                <a:cs typeface="Times New Roman"/>
              </a:rPr>
              <a:t>QIT_TicketSubCategory</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4" cy="2828923"/>
        </p:xfrm>
        <a:graphic>
          <a:graphicData uri="http://schemas.openxmlformats.org/drawingml/2006/table">
            <a:tbl>
              <a:tblPr firstRow="1" bandRow="1">
                <a:tableStyleId>{2D5ABB26-0587-4C30-8999-92F81FD0307C}</a:tableStyleId>
              </a:tblPr>
              <a:tblGrid>
                <a:gridCol w="1829435">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34645">
                <a:tc>
                  <a:txBody>
                    <a:bodyPr/>
                    <a:lstStyle/>
                    <a:p>
                      <a:pPr marL="43370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9400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6559">
                <a:tc>
                  <a:txBody>
                    <a:bodyPr/>
                    <a:lstStyle/>
                    <a:p>
                      <a:pPr marL="67945">
                        <a:lnSpc>
                          <a:spcPts val="1625"/>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426084">
                        <a:lnSpc>
                          <a:spcPts val="1600"/>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50" dirty="0">
                          <a:latin typeface="Times New Roman"/>
                          <a:cs typeface="Times New Roman"/>
                        </a:rPr>
                        <a:t> </a:t>
                      </a:r>
                      <a:r>
                        <a:rPr sz="1400" spc="-10" dirty="0">
                          <a:latin typeface="Times New Roman"/>
                          <a:cs typeface="Times New Roman"/>
                        </a:rPr>
                        <a:t>Ticket Sub-category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3384">
                <a:tc>
                  <a:txBody>
                    <a:bodyPr/>
                    <a:lstStyle/>
                    <a:p>
                      <a:pPr marL="67945">
                        <a:lnSpc>
                          <a:spcPts val="1600"/>
                        </a:lnSpc>
                      </a:pPr>
                      <a:r>
                        <a:rPr sz="1400" spc="-10" dirty="0">
                          <a:latin typeface="Times New Roman"/>
                          <a:cs typeface="Times New Roman"/>
                        </a:rPr>
                        <a:t>ticketsubcatname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323850">
                        <a:lnSpc>
                          <a:spcPts val="1620"/>
                        </a:lnSpc>
                      </a:pPr>
                      <a:r>
                        <a:rPr sz="1400" dirty="0">
                          <a:latin typeface="Times New Roman"/>
                          <a:cs typeface="Times New Roman"/>
                        </a:rPr>
                        <a:t>Name</a:t>
                      </a:r>
                      <a:r>
                        <a:rPr sz="1400" spc="-40" dirty="0">
                          <a:latin typeface="Times New Roman"/>
                          <a:cs typeface="Times New Roman"/>
                        </a:rPr>
                        <a:t> </a:t>
                      </a:r>
                      <a:r>
                        <a:rPr sz="1400" dirty="0">
                          <a:latin typeface="Times New Roman"/>
                          <a:cs typeface="Times New Roman"/>
                        </a:rPr>
                        <a:t>of</a:t>
                      </a:r>
                      <a:r>
                        <a:rPr sz="1400" spc="-70" dirty="0">
                          <a:latin typeface="Times New Roman"/>
                          <a:cs typeface="Times New Roman"/>
                        </a:rPr>
                        <a:t> </a:t>
                      </a:r>
                      <a:r>
                        <a:rPr sz="1400" dirty="0">
                          <a:latin typeface="Times New Roman"/>
                          <a:cs typeface="Times New Roman"/>
                        </a:rPr>
                        <a:t>Ticket</a:t>
                      </a:r>
                      <a:r>
                        <a:rPr sz="1400" spc="-45" dirty="0">
                          <a:latin typeface="Times New Roman"/>
                          <a:cs typeface="Times New Roman"/>
                        </a:rPr>
                        <a:t> </a:t>
                      </a:r>
                      <a:r>
                        <a:rPr sz="1400" spc="-20" dirty="0">
                          <a:latin typeface="Times New Roman"/>
                          <a:cs typeface="Times New Roman"/>
                        </a:rPr>
                        <a:t>Sub- </a:t>
                      </a:r>
                      <a:r>
                        <a:rPr sz="1400" spc="-10" dirty="0">
                          <a:latin typeface="Times New Roman"/>
                          <a:cs typeface="Times New Roman"/>
                        </a:rPr>
                        <a:t>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5925">
                <a:tc>
                  <a:txBody>
                    <a:bodyPr/>
                    <a:lstStyle/>
                    <a:p>
                      <a:pPr marL="67945">
                        <a:lnSpc>
                          <a:spcPts val="1620"/>
                        </a:lnSpc>
                      </a:pPr>
                      <a:r>
                        <a:rPr sz="1400" spc="-10" dirty="0">
                          <a:latin typeface="Times New Roman"/>
                          <a:cs typeface="Times New Roman"/>
                        </a:rPr>
                        <a:t>ticketsubiddeleted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47650">
                        <a:lnSpc>
                          <a:spcPts val="1600"/>
                        </a:lnSpc>
                      </a:pPr>
                      <a:r>
                        <a:rPr sz="1400" dirty="0">
                          <a:latin typeface="Times New Roman"/>
                          <a:cs typeface="Times New Roman"/>
                        </a:rPr>
                        <a:t>Deletion</a:t>
                      </a:r>
                      <a:r>
                        <a:rPr sz="1400" spc="-30" dirty="0">
                          <a:latin typeface="Times New Roman"/>
                          <a:cs typeface="Times New Roman"/>
                        </a:rPr>
                        <a:t> </a:t>
                      </a:r>
                      <a:r>
                        <a:rPr sz="1400" dirty="0">
                          <a:latin typeface="Times New Roman"/>
                          <a:cs typeface="Times New Roman"/>
                        </a:rPr>
                        <a:t>flag</a:t>
                      </a:r>
                      <a:r>
                        <a:rPr sz="1400" spc="-3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ticket sub-category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4020">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94690">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15925">
                <a:tc>
                  <a:txBody>
                    <a:bodyPr/>
                    <a:lstStyle/>
                    <a:p>
                      <a:pPr marL="67945">
                        <a:lnSpc>
                          <a:spcPts val="1620"/>
                        </a:lnSpc>
                      </a:pPr>
                      <a:r>
                        <a:rPr sz="1400" spc="-10" dirty="0">
                          <a:latin typeface="Times New Roman"/>
                          <a:cs typeface="Times New Roman"/>
                        </a:rPr>
                        <a:t>ticketcategorytransid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820">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07645">
                <a:tc>
                  <a:txBody>
                    <a:bodyPr/>
                    <a:lstStyle/>
                    <a:p>
                      <a:pPr marL="67945">
                        <a:lnSpc>
                          <a:spcPts val="154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4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40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16840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7)</a:t>
            </a:r>
            <a:r>
              <a:rPr sz="1400" b="1" spc="-120" dirty="0">
                <a:latin typeface="Times New Roman"/>
                <a:cs typeface="Times New Roman"/>
              </a:rPr>
              <a:t> </a:t>
            </a:r>
            <a:r>
              <a:rPr sz="1400" b="1" spc="-10" dirty="0">
                <a:latin typeface="Times New Roman"/>
                <a:cs typeface="Times New Roman"/>
              </a:rPr>
              <a:t>QIT_Tickets</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3" cy="4669152"/>
        </p:xfrm>
        <a:graphic>
          <a:graphicData uri="http://schemas.openxmlformats.org/drawingml/2006/table">
            <a:tbl>
              <a:tblPr firstRow="1" bandRow="1">
                <a:tableStyleId>{2D5ABB26-0587-4C30-8999-92F81FD0307C}</a:tableStyleId>
              </a:tblPr>
              <a:tblGrid>
                <a:gridCol w="1882775">
                  <a:extLst>
                    <a:ext uri="{9D8B030D-6E8A-4147-A177-3AD203B41FA5}">
                      <a16:colId xmlns:a16="http://schemas.microsoft.com/office/drawing/2014/main" val="20000"/>
                    </a:ext>
                  </a:extLst>
                </a:gridCol>
                <a:gridCol w="1193800">
                  <a:extLst>
                    <a:ext uri="{9D8B030D-6E8A-4147-A177-3AD203B41FA5}">
                      <a16:colId xmlns:a16="http://schemas.microsoft.com/office/drawing/2014/main" val="20001"/>
                    </a:ext>
                  </a:extLst>
                </a:gridCol>
                <a:gridCol w="1475739">
                  <a:extLst>
                    <a:ext uri="{9D8B030D-6E8A-4147-A177-3AD203B41FA5}">
                      <a16:colId xmlns:a16="http://schemas.microsoft.com/office/drawing/2014/main" val="20002"/>
                    </a:ext>
                  </a:extLst>
                </a:gridCol>
                <a:gridCol w="1907539">
                  <a:extLst>
                    <a:ext uri="{9D8B030D-6E8A-4147-A177-3AD203B41FA5}">
                      <a16:colId xmlns:a16="http://schemas.microsoft.com/office/drawing/2014/main" val="20003"/>
                    </a:ext>
                  </a:extLst>
                </a:gridCol>
              </a:tblGrid>
              <a:tr h="283845">
                <a:tc>
                  <a:txBody>
                    <a:bodyPr/>
                    <a:lstStyle/>
                    <a:p>
                      <a:pPr marL="45910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86080">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7404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10820">
                <a:tc>
                  <a:txBody>
                    <a:bodyPr/>
                    <a:lstStyle/>
                    <a:p>
                      <a:pPr marL="67945">
                        <a:lnSpc>
                          <a:spcPts val="1565"/>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5"/>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dirty="0">
                          <a:latin typeface="Times New Roman"/>
                          <a:cs typeface="Times New Roman"/>
                        </a:rPr>
                        <a:t>Unique</a:t>
                      </a:r>
                      <a:r>
                        <a:rPr sz="1400" spc="-15"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50"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185">
                <a:tc>
                  <a:txBody>
                    <a:bodyPr/>
                    <a:lstStyle/>
                    <a:p>
                      <a:pPr marL="67945">
                        <a:lnSpc>
                          <a:spcPts val="1560"/>
                        </a:lnSpc>
                      </a:pPr>
                      <a:r>
                        <a:rPr sz="1400" spc="-10" dirty="0">
                          <a:latin typeface="Times New Roman"/>
                          <a:cs typeface="Times New Roman"/>
                        </a:rPr>
                        <a:t>ticketcode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code</a:t>
                      </a:r>
                      <a:r>
                        <a:rPr sz="1400" spc="-15" dirty="0">
                          <a:latin typeface="Times New Roman"/>
                          <a:cs typeface="Times New Roman"/>
                        </a:rPr>
                        <a:t> </a:t>
                      </a:r>
                      <a:r>
                        <a:rPr sz="1400" dirty="0">
                          <a:latin typeface="Times New Roman"/>
                          <a:cs typeface="Times New Roman"/>
                        </a:rPr>
                        <a:t>of</a:t>
                      </a:r>
                      <a:r>
                        <a:rPr sz="1400" spc="-55"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820">
                <a:tc>
                  <a:txBody>
                    <a:bodyPr/>
                    <a:lstStyle/>
                    <a:p>
                      <a:pPr marL="67945">
                        <a:lnSpc>
                          <a:spcPts val="1560"/>
                        </a:lnSpc>
                      </a:pPr>
                      <a:r>
                        <a:rPr sz="1400" spc="-10" dirty="0">
                          <a:latin typeface="Times New Roman"/>
                          <a:cs typeface="Times New Roman"/>
                        </a:rPr>
                        <a:t>ticketstaus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Status</a:t>
                      </a:r>
                      <a:r>
                        <a:rPr sz="1400" spc="-30" dirty="0">
                          <a:latin typeface="Times New Roman"/>
                          <a:cs typeface="Times New Roman"/>
                        </a:rPr>
                        <a:t> </a:t>
                      </a:r>
                      <a:r>
                        <a:rPr sz="1400" dirty="0">
                          <a:latin typeface="Times New Roman"/>
                          <a:cs typeface="Times New Roman"/>
                        </a:rPr>
                        <a:t>of</a:t>
                      </a:r>
                      <a:r>
                        <a:rPr sz="1400" spc="-60"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185">
                <a:tc>
                  <a:txBody>
                    <a:bodyPr/>
                    <a:lstStyle/>
                    <a:p>
                      <a:pPr marL="67945">
                        <a:lnSpc>
                          <a:spcPts val="1560"/>
                        </a:lnSpc>
                      </a:pPr>
                      <a:r>
                        <a:rPr sz="1400" spc="-10" dirty="0">
                          <a:latin typeface="Times New Roman"/>
                          <a:cs typeface="Times New Roman"/>
                        </a:rPr>
                        <a:t>ticketpriority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Priority</a:t>
                      </a:r>
                      <a:r>
                        <a:rPr sz="1400" spc="-55"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185">
                <a:tc>
                  <a:txBody>
                    <a:bodyPr/>
                    <a:lstStyle/>
                    <a:p>
                      <a:pPr marL="67945">
                        <a:lnSpc>
                          <a:spcPts val="1560"/>
                        </a:lnSpc>
                      </a:pPr>
                      <a:r>
                        <a:rPr sz="1400" spc="-10" dirty="0">
                          <a:latin typeface="Times New Roman"/>
                          <a:cs typeface="Times New Roman"/>
                        </a:rPr>
                        <a:t>ticketdescription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Description</a:t>
                      </a:r>
                      <a:r>
                        <a:rPr sz="1400" spc="-25" dirty="0">
                          <a:latin typeface="Times New Roman"/>
                          <a:cs typeface="Times New Roman"/>
                        </a:rPr>
                        <a:t> </a:t>
                      </a:r>
                      <a:r>
                        <a:rPr sz="1400" dirty="0">
                          <a:latin typeface="Times New Roman"/>
                          <a:cs typeface="Times New Roman"/>
                        </a:rPr>
                        <a:t>of</a:t>
                      </a:r>
                      <a:r>
                        <a:rPr sz="1400" spc="-60"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820">
                <a:tc>
                  <a:txBody>
                    <a:bodyPr/>
                    <a:lstStyle/>
                    <a:p>
                      <a:pPr marL="67945">
                        <a:lnSpc>
                          <a:spcPts val="1560"/>
                        </a:lnSpc>
                      </a:pPr>
                      <a:r>
                        <a:rPr sz="1400" spc="-10" dirty="0">
                          <a:latin typeface="Times New Roman"/>
                          <a:cs typeface="Times New Roman"/>
                        </a:rPr>
                        <a:t>ticketsubject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Subject</a:t>
                      </a:r>
                      <a:r>
                        <a:rPr sz="1400" spc="-20" dirty="0">
                          <a:latin typeface="Times New Roman"/>
                          <a:cs typeface="Times New Roman"/>
                        </a:rPr>
                        <a:t> </a:t>
                      </a:r>
                      <a:r>
                        <a:rPr sz="1400" dirty="0">
                          <a:latin typeface="Times New Roman"/>
                          <a:cs typeface="Times New Roman"/>
                        </a:rPr>
                        <a:t>of</a:t>
                      </a:r>
                      <a:r>
                        <a:rPr sz="1400" spc="-50" dirty="0">
                          <a:latin typeface="Times New Roman"/>
                          <a:cs typeface="Times New Roman"/>
                        </a:rPr>
                        <a:t>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416559">
                <a:tc>
                  <a:txBody>
                    <a:bodyPr/>
                    <a:lstStyle/>
                    <a:p>
                      <a:pPr marL="67945">
                        <a:lnSpc>
                          <a:spcPts val="1620"/>
                        </a:lnSpc>
                      </a:pPr>
                      <a:r>
                        <a:rPr sz="1400" spc="-10" dirty="0">
                          <a:latin typeface="Times New Roman"/>
                          <a:cs typeface="Times New Roman"/>
                        </a:rPr>
                        <a:t>ticketcreatedby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66370">
                        <a:lnSpc>
                          <a:spcPts val="1600"/>
                        </a:lnSpc>
                      </a:pPr>
                      <a:r>
                        <a:rPr sz="1400" dirty="0">
                          <a:latin typeface="Times New Roman"/>
                          <a:cs typeface="Times New Roman"/>
                        </a:rPr>
                        <a:t>Name</a:t>
                      </a:r>
                      <a:r>
                        <a:rPr sz="1400" spc="-35" dirty="0">
                          <a:latin typeface="Times New Roman"/>
                          <a:cs typeface="Times New Roman"/>
                        </a:rPr>
                        <a:t> </a:t>
                      </a:r>
                      <a:r>
                        <a:rPr sz="1400" dirty="0">
                          <a:latin typeface="Times New Roman"/>
                          <a:cs typeface="Times New Roman"/>
                        </a:rPr>
                        <a:t>of</a:t>
                      </a:r>
                      <a:r>
                        <a:rPr sz="1400" spc="-35" dirty="0">
                          <a:latin typeface="Times New Roman"/>
                          <a:cs typeface="Times New Roman"/>
                        </a:rPr>
                        <a:t> </a:t>
                      </a:r>
                      <a:r>
                        <a:rPr sz="1400" dirty="0">
                          <a:latin typeface="Times New Roman"/>
                          <a:cs typeface="Times New Roman"/>
                        </a:rPr>
                        <a:t>company</a:t>
                      </a:r>
                      <a:r>
                        <a:rPr sz="1400" spc="-30" dirty="0">
                          <a:latin typeface="Times New Roman"/>
                          <a:cs typeface="Times New Roman"/>
                        </a:rPr>
                        <a:t> </a:t>
                      </a:r>
                      <a:r>
                        <a:rPr sz="1400" spc="-25" dirty="0">
                          <a:latin typeface="Times New Roman"/>
                          <a:cs typeface="Times New Roman"/>
                        </a:rPr>
                        <a:t>who </a:t>
                      </a:r>
                      <a:r>
                        <a:rPr sz="1400" spc="-10" dirty="0">
                          <a:latin typeface="Times New Roman"/>
                          <a:cs typeface="Times New Roman"/>
                        </a:rPr>
                        <a:t>generated</a:t>
                      </a:r>
                      <a:r>
                        <a:rPr sz="1400" spc="-5" dirty="0">
                          <a:latin typeface="Times New Roman"/>
                          <a:cs typeface="Times New Roman"/>
                        </a:rPr>
                        <a:t> </a:t>
                      </a:r>
                      <a:r>
                        <a:rPr sz="1400" spc="-10" dirty="0">
                          <a:latin typeface="Times New Roman"/>
                          <a:cs typeface="Times New Roman"/>
                        </a:rPr>
                        <a:t>Ticket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13384">
                <a:tc>
                  <a:txBody>
                    <a:bodyPr/>
                    <a:lstStyle/>
                    <a:p>
                      <a:pPr marL="67945">
                        <a:lnSpc>
                          <a:spcPts val="1600"/>
                        </a:lnSpc>
                      </a:pPr>
                      <a:r>
                        <a:rPr sz="1400" spc="-10" dirty="0">
                          <a:latin typeface="Times New Roman"/>
                          <a:cs typeface="Times New Roman"/>
                        </a:rPr>
                        <a:t>ticketcategorytransid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8384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416559">
                <a:tc>
                  <a:txBody>
                    <a:bodyPr/>
                    <a:lstStyle/>
                    <a:p>
                      <a:pPr marL="67945">
                        <a:lnSpc>
                          <a:spcPts val="1620"/>
                        </a:lnSpc>
                      </a:pPr>
                      <a:r>
                        <a:rPr sz="1400" spc="-10" dirty="0">
                          <a:latin typeface="Times New Roman"/>
                          <a:cs typeface="Times New Roman"/>
                        </a:rPr>
                        <a:t>ticketsubcattransid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8384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TicketSubCategory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414020">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715010">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415925">
                <a:tc>
                  <a:txBody>
                    <a:bodyPr/>
                    <a:lstStyle/>
                    <a:p>
                      <a:pPr marL="67945">
                        <a:lnSpc>
                          <a:spcPts val="1620"/>
                        </a:lnSpc>
                      </a:pPr>
                      <a:r>
                        <a:rPr sz="1400" spc="-10" dirty="0">
                          <a:latin typeface="Times New Roman"/>
                          <a:cs typeface="Times New Roman"/>
                        </a:rPr>
                        <a:t>customertransid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8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a:t>
                      </a:r>
                      <a:endParaRPr sz="1400">
                        <a:latin typeface="Times New Roman"/>
                        <a:cs typeface="Times New Roman"/>
                      </a:endParaRPr>
                    </a:p>
                    <a:p>
                      <a:pPr marL="67945">
                        <a:lnSpc>
                          <a:spcPts val="1600"/>
                        </a:lnSpc>
                      </a:pPr>
                      <a:r>
                        <a:rPr sz="1400" spc="-10" dirty="0">
                          <a:latin typeface="Times New Roman"/>
                          <a:cs typeface="Times New Roman"/>
                        </a:rPr>
                        <a:t>QIT_CompanyCustomer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414020">
                <a:tc>
                  <a:txBody>
                    <a:bodyPr/>
                    <a:lstStyle/>
                    <a:p>
                      <a:pPr marL="67945">
                        <a:lnSpc>
                          <a:spcPts val="1600"/>
                        </a:lnSpc>
                      </a:pPr>
                      <a:r>
                        <a:rPr sz="1400" spc="-10" dirty="0">
                          <a:latin typeface="Times New Roman"/>
                          <a:cs typeface="Times New Roman"/>
                        </a:rPr>
                        <a:t>usertransid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45910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table </a:t>
                      </a:r>
                      <a:r>
                        <a:rPr sz="1400" spc="-10" dirty="0">
                          <a:latin typeface="Times New Roman"/>
                          <a:cs typeface="Times New Roman"/>
                        </a:rPr>
                        <a:t>QIT_Companyuser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210820">
                <a:tc>
                  <a:txBody>
                    <a:bodyPr/>
                    <a:lstStyle/>
                    <a:p>
                      <a:pPr marL="67945">
                        <a:lnSpc>
                          <a:spcPts val="1560"/>
                        </a:lnSpc>
                      </a:pPr>
                      <a:r>
                        <a:rPr sz="1400" spc="-10" dirty="0">
                          <a:latin typeface="Times New Roman"/>
                          <a:cs typeface="Times New Roman"/>
                        </a:rPr>
                        <a:t>ticketdatetime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Date</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ticket</a:t>
                      </a:r>
                      <a:r>
                        <a:rPr sz="1400" spc="-30" dirty="0">
                          <a:latin typeface="Times New Roman"/>
                          <a:cs typeface="Times New Roman"/>
                        </a:rPr>
                        <a:t> </a:t>
                      </a:r>
                      <a:r>
                        <a:rPr sz="1400" spc="-10" dirty="0">
                          <a:latin typeface="Times New Roman"/>
                          <a:cs typeface="Times New Roman"/>
                        </a:rPr>
                        <a:t>generation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r h="210820">
                <a:tc>
                  <a:txBody>
                    <a:bodyPr/>
                    <a:lstStyle/>
                    <a:p>
                      <a:pPr marL="67945">
                        <a:lnSpc>
                          <a:spcPts val="1565"/>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5"/>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4"/>
                  </a:ext>
                </a:extLst>
              </a:tr>
              <a:tr h="210185">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5"/>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32842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8)</a:t>
            </a:r>
            <a:r>
              <a:rPr sz="1400" b="1" spc="-120" dirty="0">
                <a:latin typeface="Times New Roman"/>
                <a:cs typeface="Times New Roman"/>
              </a:rPr>
              <a:t> </a:t>
            </a:r>
            <a:r>
              <a:rPr sz="1400" b="1" spc="-10" dirty="0">
                <a:latin typeface="Times New Roman"/>
                <a:cs typeface="Times New Roman"/>
              </a:rPr>
              <a:t>QIT_Activities</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4" cy="3042920"/>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9888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30200">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10820">
                <a:tc>
                  <a:txBody>
                    <a:bodyPr/>
                    <a:lstStyle/>
                    <a:p>
                      <a:pPr marL="67945">
                        <a:lnSpc>
                          <a:spcPts val="156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id</a:t>
                      </a:r>
                      <a:r>
                        <a:rPr sz="1400" spc="-10" dirty="0">
                          <a:latin typeface="Times New Roman"/>
                          <a:cs typeface="Times New Roman"/>
                        </a:rPr>
                        <a:t> </a:t>
                      </a:r>
                      <a:r>
                        <a:rPr sz="1400" dirty="0">
                          <a:latin typeface="Times New Roman"/>
                          <a:cs typeface="Times New Roman"/>
                        </a:rPr>
                        <a:t>of</a:t>
                      </a:r>
                      <a:r>
                        <a:rPr sz="1400" spc="-90" dirty="0">
                          <a:latin typeface="Times New Roman"/>
                          <a:cs typeface="Times New Roman"/>
                        </a:rPr>
                        <a:t> </a:t>
                      </a:r>
                      <a:r>
                        <a:rPr sz="1400" spc="-10" dirty="0">
                          <a:latin typeface="Times New Roman"/>
                          <a:cs typeface="Times New Roman"/>
                        </a:rPr>
                        <a:t>Activities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5925">
                <a:tc>
                  <a:txBody>
                    <a:bodyPr/>
                    <a:lstStyle/>
                    <a:p>
                      <a:pPr marL="67945">
                        <a:lnSpc>
                          <a:spcPts val="1620"/>
                        </a:lnSpc>
                      </a:pPr>
                      <a:r>
                        <a:rPr sz="1400" spc="-10" dirty="0">
                          <a:latin typeface="Times New Roman"/>
                          <a:cs typeface="Times New Roman"/>
                        </a:rPr>
                        <a:t>activitydatetime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344170">
                        <a:lnSpc>
                          <a:spcPts val="1600"/>
                        </a:lnSpc>
                      </a:pPr>
                      <a:r>
                        <a:rPr sz="1400" dirty="0">
                          <a:latin typeface="Times New Roman"/>
                          <a:cs typeface="Times New Roman"/>
                        </a:rPr>
                        <a:t>Entered</a:t>
                      </a:r>
                      <a:r>
                        <a:rPr sz="1400" spc="-35" dirty="0">
                          <a:latin typeface="Times New Roman"/>
                          <a:cs typeface="Times New Roman"/>
                        </a:rPr>
                        <a:t> </a:t>
                      </a:r>
                      <a:r>
                        <a:rPr sz="1400" dirty="0">
                          <a:latin typeface="Times New Roman"/>
                          <a:cs typeface="Times New Roman"/>
                        </a:rPr>
                        <a:t>activity</a:t>
                      </a:r>
                      <a:r>
                        <a:rPr sz="1400" spc="-35" dirty="0">
                          <a:latin typeface="Times New Roman"/>
                          <a:cs typeface="Times New Roman"/>
                        </a:rPr>
                        <a:t> </a:t>
                      </a:r>
                      <a:r>
                        <a:rPr sz="1400" spc="-20" dirty="0">
                          <a:latin typeface="Times New Roman"/>
                          <a:cs typeface="Times New Roman"/>
                        </a:rPr>
                        <a:t>date 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4020">
                <a:tc>
                  <a:txBody>
                    <a:bodyPr/>
                    <a:lstStyle/>
                    <a:p>
                      <a:pPr marL="67945">
                        <a:lnSpc>
                          <a:spcPts val="1600"/>
                        </a:lnSpc>
                      </a:pPr>
                      <a:r>
                        <a:rPr sz="1400" spc="-10" dirty="0">
                          <a:latin typeface="Times New Roman"/>
                          <a:cs typeface="Times New Roman"/>
                        </a:rPr>
                        <a:t>tickettransid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619760">
                <a:tc>
                  <a:txBody>
                    <a:bodyPr/>
                    <a:lstStyle/>
                    <a:p>
                      <a:pPr marL="67945">
                        <a:lnSpc>
                          <a:spcPts val="1620"/>
                        </a:lnSpc>
                      </a:pPr>
                      <a:r>
                        <a:rPr sz="1400" spc="-10" dirty="0">
                          <a:latin typeface="Times New Roman"/>
                          <a:cs typeface="Times New Roman"/>
                        </a:rPr>
                        <a:t>activitydoneby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323850">
                        <a:lnSpc>
                          <a:spcPts val="1600"/>
                        </a:lnSpc>
                        <a:spcBef>
                          <a:spcPts val="60"/>
                        </a:spcBef>
                      </a:pPr>
                      <a:r>
                        <a:rPr sz="1400" dirty="0">
                          <a:latin typeface="Times New Roman"/>
                          <a:cs typeface="Times New Roman"/>
                        </a:rPr>
                        <a:t>Name</a:t>
                      </a:r>
                      <a:r>
                        <a:rPr sz="1400" spc="-20"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dirty="0">
                          <a:latin typeface="Times New Roman"/>
                          <a:cs typeface="Times New Roman"/>
                        </a:rPr>
                        <a:t>person</a:t>
                      </a:r>
                      <a:r>
                        <a:rPr sz="1400" spc="-15" dirty="0">
                          <a:latin typeface="Times New Roman"/>
                          <a:cs typeface="Times New Roman"/>
                        </a:rPr>
                        <a:t> </a:t>
                      </a:r>
                      <a:r>
                        <a:rPr sz="1400" spc="-25" dirty="0">
                          <a:latin typeface="Times New Roman"/>
                          <a:cs typeface="Times New Roman"/>
                        </a:rPr>
                        <a:t>who </a:t>
                      </a:r>
                      <a:r>
                        <a:rPr sz="1400" dirty="0">
                          <a:latin typeface="Times New Roman"/>
                          <a:cs typeface="Times New Roman"/>
                        </a:rPr>
                        <a:t>has</a:t>
                      </a:r>
                      <a:r>
                        <a:rPr sz="1400" spc="-55" dirty="0">
                          <a:latin typeface="Times New Roman"/>
                          <a:cs typeface="Times New Roman"/>
                        </a:rPr>
                        <a:t> </a:t>
                      </a:r>
                      <a:r>
                        <a:rPr sz="1400" dirty="0">
                          <a:latin typeface="Times New Roman"/>
                          <a:cs typeface="Times New Roman"/>
                        </a:rPr>
                        <a:t>attempted</a:t>
                      </a:r>
                      <a:r>
                        <a:rPr sz="1400" spc="-45" dirty="0">
                          <a:latin typeface="Times New Roman"/>
                          <a:cs typeface="Times New Roman"/>
                        </a:rPr>
                        <a:t> </a:t>
                      </a:r>
                      <a:r>
                        <a:rPr sz="1400" spc="-25" dirty="0">
                          <a:latin typeface="Times New Roman"/>
                          <a:cs typeface="Times New Roman"/>
                        </a:rPr>
                        <a:t>the</a:t>
                      </a:r>
                      <a:endParaRPr sz="1400">
                        <a:latin typeface="Times New Roman"/>
                        <a:cs typeface="Times New Roman"/>
                      </a:endParaRPr>
                    </a:p>
                    <a:p>
                      <a:pPr marL="67945">
                        <a:lnSpc>
                          <a:spcPts val="1525"/>
                        </a:lnSpc>
                      </a:pPr>
                      <a:r>
                        <a:rPr sz="1400" spc="-10" dirty="0">
                          <a:latin typeface="Times New Roman"/>
                          <a:cs typeface="Times New Roman"/>
                        </a:rPr>
                        <a:t>activity</a:t>
                      </a:r>
                      <a:endParaRPr sz="1400">
                        <a:latin typeface="Times New Roman"/>
                        <a:cs typeface="Times New Roman"/>
                      </a:endParaRPr>
                    </a:p>
                  </a:txBody>
                  <a:tcPr marL="0" marR="0" marT="76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185">
                <a:tc>
                  <a:txBody>
                    <a:bodyPr/>
                    <a:lstStyle/>
                    <a:p>
                      <a:pPr marL="67945">
                        <a:lnSpc>
                          <a:spcPts val="1560"/>
                        </a:lnSpc>
                      </a:pPr>
                      <a:r>
                        <a:rPr sz="1400" spc="-10" dirty="0">
                          <a:latin typeface="Times New Roman"/>
                          <a:cs typeface="Times New Roman"/>
                        </a:rPr>
                        <a:t>creatorcode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code</a:t>
                      </a:r>
                      <a:r>
                        <a:rPr sz="1400" spc="-15" dirty="0">
                          <a:latin typeface="Times New Roman"/>
                          <a:cs typeface="Times New Roman"/>
                        </a:rPr>
                        <a:t> </a:t>
                      </a:r>
                      <a:r>
                        <a:rPr sz="1400" dirty="0">
                          <a:latin typeface="Times New Roman"/>
                          <a:cs typeface="Times New Roman"/>
                        </a:rPr>
                        <a:t>of</a:t>
                      </a:r>
                      <a:r>
                        <a:rPr sz="1400" spc="-20" dirty="0">
                          <a:latin typeface="Times New Roman"/>
                          <a:cs typeface="Times New Roman"/>
                        </a:rPr>
                        <a:t> </a:t>
                      </a:r>
                      <a:r>
                        <a:rPr sz="1400" spc="-10" dirty="0">
                          <a:latin typeface="Times New Roman"/>
                          <a:cs typeface="Times New Roman"/>
                        </a:rPr>
                        <a:t>creator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185">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10820">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210820">
                <a:tc>
                  <a:txBody>
                    <a:bodyPr/>
                    <a:lstStyle/>
                    <a:p>
                      <a:pPr marL="67945">
                        <a:lnSpc>
                          <a:spcPts val="1560"/>
                        </a:lnSpc>
                      </a:pPr>
                      <a:r>
                        <a:rPr sz="1400" spc="-10" dirty="0">
                          <a:latin typeface="Times New Roman"/>
                          <a:cs typeface="Times New Roman"/>
                        </a:rPr>
                        <a:t>activitymessage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Message</a:t>
                      </a:r>
                      <a:r>
                        <a:rPr sz="1400" spc="-35" dirty="0">
                          <a:latin typeface="Times New Roman"/>
                          <a:cs typeface="Times New Roman"/>
                        </a:rPr>
                        <a:t> </a:t>
                      </a:r>
                      <a:r>
                        <a:rPr sz="1400" dirty="0">
                          <a:latin typeface="Times New Roman"/>
                          <a:cs typeface="Times New Roman"/>
                        </a:rPr>
                        <a:t>of</a:t>
                      </a:r>
                      <a:r>
                        <a:rPr sz="1400" spc="-35" dirty="0">
                          <a:latin typeface="Times New Roman"/>
                          <a:cs typeface="Times New Roman"/>
                        </a:rPr>
                        <a:t> </a:t>
                      </a:r>
                      <a:r>
                        <a:rPr sz="1400" spc="-10" dirty="0">
                          <a:latin typeface="Times New Roman"/>
                          <a:cs typeface="Times New Roman"/>
                        </a:rPr>
                        <a:t>activity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10185">
                <a:tc>
                  <a:txBody>
                    <a:bodyPr/>
                    <a:lstStyle/>
                    <a:p>
                      <a:pPr marL="67945">
                        <a:lnSpc>
                          <a:spcPts val="1560"/>
                        </a:lnSpc>
                      </a:pPr>
                      <a:r>
                        <a:rPr sz="1400" spc="-10" dirty="0">
                          <a:latin typeface="Times New Roman"/>
                          <a:cs typeface="Times New Roman"/>
                        </a:rPr>
                        <a:t>activitytype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Type</a:t>
                      </a:r>
                      <a:r>
                        <a:rPr sz="1400" spc="-35"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spc="-10" dirty="0">
                          <a:latin typeface="Times New Roman"/>
                          <a:cs typeface="Times New Roman"/>
                        </a:rPr>
                        <a:t>activity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53670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9) </a:t>
            </a:r>
            <a:r>
              <a:rPr sz="1400" b="1" spc="-10" dirty="0">
                <a:latin typeface="Times New Roman"/>
                <a:cs typeface="Times New Roman"/>
              </a:rPr>
              <a:t>QIT_TicketNotes</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3"/>
          <a:ext cx="6459854" cy="4276085"/>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9888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11785">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6559">
                <a:tc>
                  <a:txBody>
                    <a:bodyPr/>
                    <a:lstStyle/>
                    <a:p>
                      <a:pPr marL="67945">
                        <a:lnSpc>
                          <a:spcPts val="1625"/>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5"/>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911860">
                        <a:lnSpc>
                          <a:spcPts val="160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id</a:t>
                      </a:r>
                      <a:r>
                        <a:rPr sz="1400" spc="-20" dirty="0">
                          <a:latin typeface="Times New Roman"/>
                          <a:cs typeface="Times New Roman"/>
                        </a:rPr>
                        <a:t> </a:t>
                      </a:r>
                      <a:r>
                        <a:rPr sz="1400" spc="-25" dirty="0">
                          <a:latin typeface="Times New Roman"/>
                          <a:cs typeface="Times New Roman"/>
                        </a:rPr>
                        <a:t>of </a:t>
                      </a:r>
                      <a:r>
                        <a:rPr sz="1400" spc="-10" dirty="0">
                          <a:latin typeface="Times New Roman"/>
                          <a:cs typeface="Times New Roman"/>
                        </a:rPr>
                        <a:t>TicketNotes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820">
                <a:tc>
                  <a:txBody>
                    <a:bodyPr/>
                    <a:lstStyle/>
                    <a:p>
                      <a:pPr marL="67945">
                        <a:lnSpc>
                          <a:spcPts val="1560"/>
                        </a:lnSpc>
                      </a:pPr>
                      <a:r>
                        <a:rPr sz="1400" spc="-10" dirty="0">
                          <a:latin typeface="Times New Roman"/>
                          <a:cs typeface="Times New Roman"/>
                        </a:rPr>
                        <a:t>notesdescription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Description</a:t>
                      </a:r>
                      <a:r>
                        <a:rPr sz="1400" spc="-2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185">
                <a:tc>
                  <a:txBody>
                    <a:bodyPr/>
                    <a:lstStyle/>
                    <a:p>
                      <a:pPr marL="67945">
                        <a:lnSpc>
                          <a:spcPts val="1560"/>
                        </a:lnSpc>
                      </a:pPr>
                      <a:r>
                        <a:rPr sz="1400" spc="-10" dirty="0">
                          <a:latin typeface="Times New Roman"/>
                          <a:cs typeface="Times New Roman"/>
                        </a:rPr>
                        <a:t>notesattachedfile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Attached</a:t>
                      </a:r>
                      <a:r>
                        <a:rPr sz="1400" spc="-30" dirty="0">
                          <a:latin typeface="Times New Roman"/>
                          <a:cs typeface="Times New Roman"/>
                        </a:rPr>
                        <a:t> </a:t>
                      </a:r>
                      <a:r>
                        <a:rPr sz="1400" dirty="0">
                          <a:latin typeface="Times New Roman"/>
                          <a:cs typeface="Times New Roman"/>
                        </a:rPr>
                        <a:t>file</a:t>
                      </a:r>
                      <a:r>
                        <a:rPr sz="1400" spc="-25"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20" dirty="0">
                          <a:latin typeface="Times New Roman"/>
                          <a:cs typeface="Times New Roman"/>
                        </a:rPr>
                        <a:t>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820">
                <a:tc>
                  <a:txBody>
                    <a:bodyPr/>
                    <a:lstStyle/>
                    <a:p>
                      <a:pPr marL="67945">
                        <a:lnSpc>
                          <a:spcPts val="1560"/>
                        </a:lnSpc>
                      </a:pPr>
                      <a:r>
                        <a:rPr sz="1400" spc="-10" dirty="0">
                          <a:latin typeface="Times New Roman"/>
                          <a:cs typeface="Times New Roman"/>
                        </a:rPr>
                        <a:t>notesdate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Date</a:t>
                      </a:r>
                      <a:r>
                        <a:rPr sz="1400" spc="-15" dirty="0">
                          <a:latin typeface="Times New Roman"/>
                          <a:cs typeface="Times New Roman"/>
                        </a:rPr>
                        <a:t> </a:t>
                      </a:r>
                      <a:r>
                        <a:rPr sz="1400" dirty="0">
                          <a:latin typeface="Times New Roman"/>
                          <a:cs typeface="Times New Roman"/>
                        </a:rPr>
                        <a:t>of</a:t>
                      </a:r>
                      <a:r>
                        <a:rPr sz="1400" spc="-15" dirty="0">
                          <a:latin typeface="Times New Roman"/>
                          <a:cs typeface="Times New Roman"/>
                        </a:rPr>
                        <a:t> </a:t>
                      </a:r>
                      <a:r>
                        <a:rPr sz="1400" spc="-20" dirty="0">
                          <a:latin typeface="Times New Roman"/>
                          <a:cs typeface="Times New Roman"/>
                        </a:rPr>
                        <a:t>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185">
                <a:tc>
                  <a:txBody>
                    <a:bodyPr/>
                    <a:lstStyle/>
                    <a:p>
                      <a:pPr marL="67945">
                        <a:lnSpc>
                          <a:spcPts val="1560"/>
                        </a:lnSpc>
                      </a:pPr>
                      <a:r>
                        <a:rPr sz="1400" spc="-10" dirty="0">
                          <a:latin typeface="Times New Roman"/>
                          <a:cs typeface="Times New Roman"/>
                        </a:rPr>
                        <a:t>notestime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20" dirty="0">
                          <a:latin typeface="Times New Roman"/>
                          <a:cs typeface="Times New Roman"/>
                        </a:rPr>
                        <a:t>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Time</a:t>
                      </a:r>
                      <a:r>
                        <a:rPr sz="1400" spc="-40" dirty="0">
                          <a:latin typeface="Times New Roman"/>
                          <a:cs typeface="Times New Roman"/>
                        </a:rPr>
                        <a:t> </a:t>
                      </a:r>
                      <a:r>
                        <a:rPr sz="1400" dirty="0">
                          <a:latin typeface="Times New Roman"/>
                          <a:cs typeface="Times New Roman"/>
                        </a:rPr>
                        <a:t>of</a:t>
                      </a:r>
                      <a:r>
                        <a:rPr sz="1400" spc="-45" dirty="0">
                          <a:latin typeface="Times New Roman"/>
                          <a:cs typeface="Times New Roman"/>
                        </a:rPr>
                        <a:t> </a:t>
                      </a:r>
                      <a:r>
                        <a:rPr sz="1400" spc="-10" dirty="0">
                          <a:latin typeface="Times New Roman"/>
                          <a:cs typeface="Times New Roman"/>
                        </a:rPr>
                        <a:t>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14020">
                <a:tc>
                  <a:txBody>
                    <a:bodyPr/>
                    <a:lstStyle/>
                    <a:p>
                      <a:pPr marL="67945">
                        <a:lnSpc>
                          <a:spcPts val="1605"/>
                        </a:lnSpc>
                      </a:pPr>
                      <a:r>
                        <a:rPr sz="1400" spc="-10" dirty="0">
                          <a:latin typeface="Times New Roman"/>
                          <a:cs typeface="Times New Roman"/>
                        </a:rPr>
                        <a:t>notescreatedby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5"/>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5"/>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96850">
                        <a:lnSpc>
                          <a:spcPts val="1620"/>
                        </a:lnSpc>
                      </a:pPr>
                      <a:r>
                        <a:rPr sz="1400" dirty="0">
                          <a:latin typeface="Times New Roman"/>
                          <a:cs typeface="Times New Roman"/>
                        </a:rPr>
                        <a:t>Name</a:t>
                      </a:r>
                      <a:r>
                        <a:rPr sz="1400" spc="-25" dirty="0">
                          <a:latin typeface="Times New Roman"/>
                          <a:cs typeface="Times New Roman"/>
                        </a:rPr>
                        <a:t> </a:t>
                      </a:r>
                      <a:r>
                        <a:rPr sz="1400" dirty="0">
                          <a:latin typeface="Times New Roman"/>
                          <a:cs typeface="Times New Roman"/>
                        </a:rPr>
                        <a:t>who</a:t>
                      </a:r>
                      <a:r>
                        <a:rPr sz="1400" spc="-20" dirty="0">
                          <a:latin typeface="Times New Roman"/>
                          <a:cs typeface="Times New Roman"/>
                        </a:rPr>
                        <a:t> </a:t>
                      </a:r>
                      <a:r>
                        <a:rPr sz="1400" dirty="0">
                          <a:latin typeface="Times New Roman"/>
                          <a:cs typeface="Times New Roman"/>
                        </a:rPr>
                        <a:t>has</a:t>
                      </a:r>
                      <a:r>
                        <a:rPr sz="1400" spc="-25" dirty="0">
                          <a:latin typeface="Times New Roman"/>
                          <a:cs typeface="Times New Roman"/>
                        </a:rPr>
                        <a:t> </a:t>
                      </a:r>
                      <a:r>
                        <a:rPr sz="1400" spc="-10" dirty="0">
                          <a:latin typeface="Times New Roman"/>
                          <a:cs typeface="Times New Roman"/>
                        </a:rPr>
                        <a:t>created notes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416559">
                <a:tc>
                  <a:txBody>
                    <a:bodyPr/>
                    <a:lstStyle/>
                    <a:p>
                      <a:pPr marL="67945">
                        <a:lnSpc>
                          <a:spcPts val="1620"/>
                        </a:lnSpc>
                      </a:pPr>
                      <a:r>
                        <a:rPr sz="1400" spc="-10" dirty="0">
                          <a:latin typeface="Times New Roman"/>
                          <a:cs typeface="Times New Roman"/>
                        </a:rPr>
                        <a:t>tickettransid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13384">
                <a:tc>
                  <a:txBody>
                    <a:bodyPr/>
                    <a:lstStyle/>
                    <a:p>
                      <a:pPr marL="67945">
                        <a:lnSpc>
                          <a:spcPts val="1600"/>
                        </a:lnSpc>
                      </a:pPr>
                      <a:r>
                        <a:rPr sz="1400" spc="-10" dirty="0">
                          <a:latin typeface="Times New Roman"/>
                          <a:cs typeface="Times New Roman"/>
                        </a:rPr>
                        <a:t>custtransid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10185">
                <a:tc>
                  <a:txBody>
                    <a:bodyPr/>
                    <a:lstStyle/>
                    <a:p>
                      <a:pPr marL="67945">
                        <a:lnSpc>
                          <a:spcPts val="1560"/>
                        </a:lnSpc>
                      </a:pPr>
                      <a:r>
                        <a:rPr sz="1400" spc="-10" dirty="0">
                          <a:latin typeface="Times New Roman"/>
                          <a:cs typeface="Times New Roman"/>
                        </a:rPr>
                        <a:t>usertransid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210820">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10820">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416559">
                <a:tc>
                  <a:txBody>
                    <a:bodyPr/>
                    <a:lstStyle/>
                    <a:p>
                      <a:pPr marL="67945">
                        <a:lnSpc>
                          <a:spcPts val="1620"/>
                        </a:lnSpc>
                      </a:pPr>
                      <a:r>
                        <a:rPr sz="1400" spc="-10" dirty="0">
                          <a:latin typeface="Times New Roman"/>
                          <a:cs typeface="Times New Roman"/>
                        </a:rPr>
                        <a:t>activitytransid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Activities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413384">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2890">
                        <a:lnSpc>
                          <a:spcPts val="1620"/>
                        </a:lnSpc>
                      </a:pPr>
                      <a:r>
                        <a:rPr sz="1400" spc="-10" dirty="0">
                          <a:latin typeface="Times New Roman"/>
                          <a:cs typeface="Times New Roman"/>
                        </a:rPr>
                        <a:t>Transid</a:t>
                      </a:r>
                      <a:r>
                        <a:rPr sz="1400" spc="-15"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202755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10) </a:t>
            </a:r>
            <a:r>
              <a:rPr sz="1400" b="1" spc="-10" dirty="0">
                <a:latin typeface="Times New Roman"/>
                <a:cs typeface="Times New Roman"/>
              </a:rPr>
              <a:t>QIT_TicketTimeSpent</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4" cy="3929377"/>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9888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93700">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4020">
                <a:tc>
                  <a:txBody>
                    <a:bodyPr/>
                    <a:lstStyle/>
                    <a:p>
                      <a:pPr marL="67945">
                        <a:lnSpc>
                          <a:spcPts val="160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7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id</a:t>
                      </a:r>
                      <a:r>
                        <a:rPr sz="1400" spc="-20" dirty="0">
                          <a:latin typeface="Times New Roman"/>
                          <a:cs typeface="Times New Roman"/>
                        </a:rPr>
                        <a:t> </a:t>
                      </a:r>
                      <a:r>
                        <a:rPr sz="1400" spc="-25" dirty="0">
                          <a:latin typeface="Times New Roman"/>
                          <a:cs typeface="Times New Roman"/>
                        </a:rPr>
                        <a:t>of</a:t>
                      </a:r>
                      <a:endParaRPr sz="1400">
                        <a:latin typeface="Times New Roman"/>
                        <a:cs typeface="Times New Roman"/>
                      </a:endParaRPr>
                    </a:p>
                    <a:p>
                      <a:pPr marL="67945">
                        <a:lnSpc>
                          <a:spcPts val="1590"/>
                        </a:lnSpc>
                      </a:pPr>
                      <a:r>
                        <a:rPr sz="1400" spc="-10" dirty="0">
                          <a:latin typeface="Times New Roman"/>
                          <a:cs typeface="Times New Roman"/>
                        </a:rPr>
                        <a:t>TicketTimeSpent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5925">
                <a:tc>
                  <a:txBody>
                    <a:bodyPr/>
                    <a:lstStyle/>
                    <a:p>
                      <a:pPr marL="67945">
                        <a:lnSpc>
                          <a:spcPts val="1620"/>
                        </a:lnSpc>
                      </a:pPr>
                      <a:r>
                        <a:rPr sz="1400" spc="-10" dirty="0">
                          <a:latin typeface="Times New Roman"/>
                          <a:cs typeface="Times New Roman"/>
                        </a:rPr>
                        <a:t>starttime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20" dirty="0">
                          <a:latin typeface="Times New Roman"/>
                          <a:cs typeface="Times New Roman"/>
                        </a:rPr>
                        <a:t>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80"/>
                        </a:lnSpc>
                      </a:pPr>
                      <a:r>
                        <a:rPr sz="1400" dirty="0">
                          <a:latin typeface="Times New Roman"/>
                          <a:cs typeface="Times New Roman"/>
                        </a:rPr>
                        <a:t>Startime</a:t>
                      </a:r>
                      <a:r>
                        <a:rPr sz="1400" spc="-35" dirty="0">
                          <a:latin typeface="Times New Roman"/>
                          <a:cs typeface="Times New Roman"/>
                        </a:rPr>
                        <a:t> of</a:t>
                      </a:r>
                      <a:endParaRPr sz="1400">
                        <a:latin typeface="Times New Roman"/>
                        <a:cs typeface="Times New Roman"/>
                      </a:endParaRPr>
                    </a:p>
                    <a:p>
                      <a:pPr marL="67945">
                        <a:lnSpc>
                          <a:spcPts val="1600"/>
                        </a:lnSpc>
                      </a:pPr>
                      <a:r>
                        <a:rPr sz="1400" spc="-10" dirty="0">
                          <a:latin typeface="Times New Roman"/>
                          <a:cs typeface="Times New Roman"/>
                        </a:rPr>
                        <a:t>TicketTimeSpent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4020">
                <a:tc>
                  <a:txBody>
                    <a:bodyPr/>
                    <a:lstStyle/>
                    <a:p>
                      <a:pPr marL="67945">
                        <a:lnSpc>
                          <a:spcPts val="1600"/>
                        </a:lnSpc>
                      </a:pPr>
                      <a:r>
                        <a:rPr sz="1400" spc="-10" dirty="0">
                          <a:latin typeface="Times New Roman"/>
                          <a:cs typeface="Times New Roman"/>
                        </a:rPr>
                        <a:t>endtime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20" dirty="0">
                          <a:latin typeface="Times New Roman"/>
                          <a:cs typeface="Times New Roman"/>
                        </a:rPr>
                        <a:t>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70"/>
                        </a:lnSpc>
                      </a:pPr>
                      <a:r>
                        <a:rPr sz="1400" dirty="0">
                          <a:latin typeface="Times New Roman"/>
                          <a:cs typeface="Times New Roman"/>
                        </a:rPr>
                        <a:t>endtime</a:t>
                      </a:r>
                      <a:r>
                        <a:rPr sz="1400" spc="-65" dirty="0">
                          <a:latin typeface="Times New Roman"/>
                          <a:cs typeface="Times New Roman"/>
                        </a:rPr>
                        <a:t> </a:t>
                      </a:r>
                      <a:r>
                        <a:rPr sz="1400" spc="-25" dirty="0">
                          <a:latin typeface="Times New Roman"/>
                          <a:cs typeface="Times New Roman"/>
                        </a:rPr>
                        <a:t>of</a:t>
                      </a:r>
                      <a:endParaRPr sz="1400">
                        <a:latin typeface="Times New Roman"/>
                        <a:cs typeface="Times New Roman"/>
                      </a:endParaRPr>
                    </a:p>
                    <a:p>
                      <a:pPr marL="67945">
                        <a:lnSpc>
                          <a:spcPts val="1590"/>
                        </a:lnSpc>
                      </a:pPr>
                      <a:r>
                        <a:rPr sz="1400" spc="-10" dirty="0">
                          <a:latin typeface="Times New Roman"/>
                          <a:cs typeface="Times New Roman"/>
                        </a:rPr>
                        <a:t>TicketTimeSpent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6559">
                <a:tc>
                  <a:txBody>
                    <a:bodyPr/>
                    <a:lstStyle/>
                    <a:p>
                      <a:pPr marL="67945">
                        <a:lnSpc>
                          <a:spcPts val="1620"/>
                        </a:lnSpc>
                      </a:pPr>
                      <a:r>
                        <a:rPr sz="1400" spc="-10" dirty="0">
                          <a:latin typeface="Times New Roman"/>
                          <a:cs typeface="Times New Roman"/>
                        </a:rPr>
                        <a:t>currentdate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590550">
                        <a:lnSpc>
                          <a:spcPts val="1600"/>
                        </a:lnSpc>
                      </a:pPr>
                      <a:r>
                        <a:rPr sz="1400" dirty="0">
                          <a:latin typeface="Times New Roman"/>
                          <a:cs typeface="Times New Roman"/>
                        </a:rPr>
                        <a:t>Current</a:t>
                      </a:r>
                      <a:r>
                        <a:rPr sz="1400" spc="-50" dirty="0">
                          <a:latin typeface="Times New Roman"/>
                          <a:cs typeface="Times New Roman"/>
                        </a:rPr>
                        <a:t> </a:t>
                      </a:r>
                      <a:r>
                        <a:rPr sz="1400" dirty="0">
                          <a:latin typeface="Times New Roman"/>
                          <a:cs typeface="Times New Roman"/>
                        </a:rPr>
                        <a:t>date</a:t>
                      </a:r>
                      <a:r>
                        <a:rPr sz="1400" spc="-35" dirty="0">
                          <a:latin typeface="Times New Roman"/>
                          <a:cs typeface="Times New Roman"/>
                        </a:rPr>
                        <a:t> </a:t>
                      </a:r>
                      <a:r>
                        <a:rPr sz="1400" spc="-25" dirty="0">
                          <a:latin typeface="Times New Roman"/>
                          <a:cs typeface="Times New Roman"/>
                        </a:rPr>
                        <a:t>of </a:t>
                      </a:r>
                      <a:r>
                        <a:rPr sz="1400" spc="-10" dirty="0">
                          <a:latin typeface="Times New Roman"/>
                          <a:cs typeface="Times New Roman"/>
                        </a:rPr>
                        <a:t>TicketTimeSpent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13384">
                <a:tc>
                  <a:txBody>
                    <a:bodyPr/>
                    <a:lstStyle/>
                    <a:p>
                      <a:pPr marL="67945">
                        <a:lnSpc>
                          <a:spcPts val="1600"/>
                        </a:lnSpc>
                      </a:pPr>
                      <a:r>
                        <a:rPr sz="1400" spc="-10" dirty="0">
                          <a:latin typeface="Times New Roman"/>
                          <a:cs typeface="Times New Roman"/>
                        </a:rPr>
                        <a:t>description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590550">
                        <a:lnSpc>
                          <a:spcPts val="1620"/>
                        </a:lnSpc>
                      </a:pPr>
                      <a:r>
                        <a:rPr sz="1400" dirty="0">
                          <a:latin typeface="Times New Roman"/>
                          <a:cs typeface="Times New Roman"/>
                        </a:rPr>
                        <a:t>Description</a:t>
                      </a:r>
                      <a:r>
                        <a:rPr sz="1400" spc="-50" dirty="0">
                          <a:latin typeface="Times New Roman"/>
                          <a:cs typeface="Times New Roman"/>
                        </a:rPr>
                        <a:t> </a:t>
                      </a:r>
                      <a:r>
                        <a:rPr sz="1400" spc="-25" dirty="0">
                          <a:latin typeface="Times New Roman"/>
                          <a:cs typeface="Times New Roman"/>
                        </a:rPr>
                        <a:t>of </a:t>
                      </a:r>
                      <a:r>
                        <a:rPr sz="1400" spc="-10" dirty="0">
                          <a:latin typeface="Times New Roman"/>
                          <a:cs typeface="Times New Roman"/>
                        </a:rPr>
                        <a:t>TicketTimeSpent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16559">
                <a:tc>
                  <a:txBody>
                    <a:bodyPr/>
                    <a:lstStyle/>
                    <a:p>
                      <a:pPr marL="67945">
                        <a:lnSpc>
                          <a:spcPts val="1620"/>
                        </a:lnSpc>
                      </a:pPr>
                      <a:r>
                        <a:rPr sz="1400" spc="-10" dirty="0">
                          <a:latin typeface="Times New Roman"/>
                          <a:cs typeface="Times New Roman"/>
                        </a:rPr>
                        <a:t>tickettransid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10820">
                <a:tc>
                  <a:txBody>
                    <a:bodyPr/>
                    <a:lstStyle/>
                    <a:p>
                      <a:pPr marL="67945">
                        <a:lnSpc>
                          <a:spcPts val="1560"/>
                        </a:lnSpc>
                      </a:pPr>
                      <a:r>
                        <a:rPr sz="1400" spc="-10" dirty="0">
                          <a:latin typeface="Times New Roman"/>
                          <a:cs typeface="Times New Roman"/>
                        </a:rPr>
                        <a:t>usertransid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20" dirty="0">
                          <a:latin typeface="Times New Roman"/>
                          <a:cs typeface="Times New Roman"/>
                        </a:rPr>
                        <a:t>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210185">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210185">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414020">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498600" cy="238760"/>
          </a:xfrm>
          <a:prstGeom prst="rect">
            <a:avLst/>
          </a:prstGeom>
        </p:spPr>
        <p:txBody>
          <a:bodyPr vert="horz" wrap="square" lIns="0" tIns="12700" rIns="0" bIns="0" rtlCol="0">
            <a:spAutoFit/>
          </a:bodyPr>
          <a:lstStyle/>
          <a:p>
            <a:pPr marL="12700">
              <a:lnSpc>
                <a:spcPct val="100000"/>
              </a:lnSpc>
              <a:spcBef>
                <a:spcPts val="100"/>
              </a:spcBef>
            </a:pPr>
            <a:r>
              <a:rPr sz="1400" b="1" spc="-35" dirty="0">
                <a:latin typeface="Times New Roman"/>
                <a:cs typeface="Times New Roman"/>
              </a:rPr>
              <a:t>11)</a:t>
            </a:r>
            <a:r>
              <a:rPr sz="1400" b="1" spc="-95" dirty="0">
                <a:latin typeface="Times New Roman"/>
                <a:cs typeface="Times New Roman"/>
              </a:rPr>
              <a:t> </a:t>
            </a:r>
            <a:r>
              <a:rPr sz="1400" b="1" spc="-10" dirty="0">
                <a:latin typeface="Times New Roman"/>
                <a:cs typeface="Times New Roman"/>
              </a:rPr>
              <a:t>QIT_UserLogin</a:t>
            </a:r>
            <a:endParaRPr sz="1400">
              <a:latin typeface="Times New Roman"/>
              <a:cs typeface="Times New Roman"/>
            </a:endParaRPr>
          </a:p>
        </p:txBody>
      </p:sp>
      <p:graphicFrame>
        <p:nvGraphicFramePr>
          <p:cNvPr id="5" name="object 5"/>
          <p:cNvGraphicFramePr>
            <a:graphicFrameLocks noGrp="1"/>
          </p:cNvGraphicFramePr>
          <p:nvPr/>
        </p:nvGraphicFramePr>
        <p:xfrm>
          <a:off x="683577" y="1237361"/>
          <a:ext cx="6459854" cy="4470399"/>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9888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01625">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6559">
                <a:tc>
                  <a:txBody>
                    <a:bodyPr/>
                    <a:lstStyle/>
                    <a:p>
                      <a:pPr marL="67945">
                        <a:lnSpc>
                          <a:spcPts val="162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666115">
                        <a:lnSpc>
                          <a:spcPts val="1600"/>
                        </a:lnSpc>
                      </a:pPr>
                      <a:r>
                        <a:rPr sz="1400" spc="-10" dirty="0">
                          <a:latin typeface="Times New Roman"/>
                          <a:cs typeface="Times New Roman"/>
                        </a:rPr>
                        <a:t>Transid</a:t>
                      </a:r>
                      <a:r>
                        <a:rPr sz="1400" spc="-45" dirty="0">
                          <a:latin typeface="Times New Roman"/>
                          <a:cs typeface="Times New Roman"/>
                        </a:rPr>
                        <a:t> </a:t>
                      </a:r>
                      <a:r>
                        <a:rPr sz="1400" spc="-25" dirty="0">
                          <a:latin typeface="Times New Roman"/>
                          <a:cs typeface="Times New Roman"/>
                        </a:rPr>
                        <a:t>of </a:t>
                      </a:r>
                      <a:r>
                        <a:rPr sz="1400" spc="-10" dirty="0">
                          <a:latin typeface="Times New Roman"/>
                          <a:cs typeface="Times New Roman"/>
                        </a:rPr>
                        <a:t>QIT_UserLogin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820">
                <a:tc>
                  <a:txBody>
                    <a:bodyPr/>
                    <a:lstStyle/>
                    <a:p>
                      <a:pPr marL="67945">
                        <a:lnSpc>
                          <a:spcPts val="1560"/>
                        </a:lnSpc>
                      </a:pPr>
                      <a:r>
                        <a:rPr sz="1400" spc="-10" dirty="0">
                          <a:latin typeface="Times New Roman"/>
                          <a:cs typeface="Times New Roman"/>
                        </a:rPr>
                        <a: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Email</a:t>
                      </a:r>
                      <a:r>
                        <a:rPr sz="1400" spc="-25" dirty="0">
                          <a:latin typeface="Times New Roman"/>
                          <a:cs typeface="Times New Roman"/>
                        </a:rPr>
                        <a:t> </a:t>
                      </a:r>
                      <a:r>
                        <a:rPr sz="1400" dirty="0">
                          <a:latin typeface="Times New Roman"/>
                          <a:cs typeface="Times New Roman"/>
                        </a:rPr>
                        <a:t>of</a:t>
                      </a:r>
                      <a:r>
                        <a:rPr sz="1400" spc="-10" dirty="0">
                          <a:latin typeface="Times New Roman"/>
                          <a:cs typeface="Times New Roman"/>
                        </a:rPr>
                        <a:t> 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185">
                <a:tc>
                  <a:txBody>
                    <a:bodyPr/>
                    <a:lstStyle/>
                    <a:p>
                      <a:pPr marL="67945">
                        <a:lnSpc>
                          <a:spcPts val="1560"/>
                        </a:lnSpc>
                      </a:pPr>
                      <a:r>
                        <a:rPr sz="1400" spc="-10" dirty="0">
                          <a:latin typeface="Times New Roman"/>
                          <a:cs typeface="Times New Roman"/>
                        </a:rPr>
                        <a:t>password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Password</a:t>
                      </a:r>
                      <a:r>
                        <a:rPr sz="1400" spc="-3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14020">
                <a:tc>
                  <a:txBody>
                    <a:bodyPr/>
                    <a:lstStyle/>
                    <a:p>
                      <a:pPr marL="67945">
                        <a:lnSpc>
                          <a:spcPts val="1600"/>
                        </a:lnSpc>
                      </a:pPr>
                      <a:r>
                        <a:rPr sz="1400" spc="-10" dirty="0">
                          <a:latin typeface="Times New Roman"/>
                          <a:cs typeface="Times New Roman"/>
                        </a:rPr>
                        <a:t>isotpverified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432434">
                        <a:lnSpc>
                          <a:spcPts val="1620"/>
                        </a:lnSpc>
                      </a:pPr>
                      <a:r>
                        <a:rPr sz="1400" dirty="0">
                          <a:latin typeface="Times New Roman"/>
                          <a:cs typeface="Times New Roman"/>
                        </a:rPr>
                        <a:t>Otp</a:t>
                      </a:r>
                      <a:r>
                        <a:rPr sz="1400" spc="-35" dirty="0">
                          <a:latin typeface="Times New Roman"/>
                          <a:cs typeface="Times New Roman"/>
                        </a:rPr>
                        <a:t> </a:t>
                      </a:r>
                      <a:r>
                        <a:rPr sz="1400" dirty="0">
                          <a:latin typeface="Times New Roman"/>
                          <a:cs typeface="Times New Roman"/>
                        </a:rPr>
                        <a:t>verification</a:t>
                      </a:r>
                      <a:r>
                        <a:rPr sz="1400" spc="-30" dirty="0">
                          <a:latin typeface="Times New Roman"/>
                          <a:cs typeface="Times New Roman"/>
                        </a:rPr>
                        <a:t> </a:t>
                      </a:r>
                      <a:r>
                        <a:rPr sz="1400" spc="-25" dirty="0">
                          <a:latin typeface="Times New Roman"/>
                          <a:cs typeface="Times New Roman"/>
                        </a:rPr>
                        <a:t>for </a:t>
                      </a:r>
                      <a:r>
                        <a:rPr sz="1400" spc="-10" dirty="0">
                          <a:latin typeface="Times New Roman"/>
                          <a:cs typeface="Times New Roman"/>
                        </a:rPr>
                        <a:t>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185">
                <a:tc>
                  <a:txBody>
                    <a:bodyPr/>
                    <a:lstStyle/>
                    <a:p>
                      <a:pPr marL="67945">
                        <a:lnSpc>
                          <a:spcPts val="1560"/>
                        </a:lnSpc>
                      </a:pPr>
                      <a:r>
                        <a:rPr sz="1400" spc="-10" dirty="0">
                          <a:latin typeface="Times New Roman"/>
                          <a:cs typeface="Times New Roman"/>
                        </a:rPr>
                        <a:t>userrole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User</a:t>
                      </a:r>
                      <a:r>
                        <a:rPr sz="1400" spc="-15" dirty="0">
                          <a:latin typeface="Times New Roman"/>
                          <a:cs typeface="Times New Roman"/>
                        </a:rPr>
                        <a:t> </a:t>
                      </a:r>
                      <a:r>
                        <a:rPr sz="1400" dirty="0">
                          <a:latin typeface="Times New Roman"/>
                          <a:cs typeface="Times New Roman"/>
                        </a:rPr>
                        <a:t>role</a:t>
                      </a:r>
                      <a:r>
                        <a:rPr sz="1400" spc="-10" dirty="0">
                          <a:latin typeface="Times New Roman"/>
                          <a:cs typeface="Times New Roman"/>
                        </a:rPr>
                        <a:t> </a:t>
                      </a:r>
                      <a:r>
                        <a:rPr sz="1400" dirty="0">
                          <a:latin typeface="Times New Roman"/>
                          <a:cs typeface="Times New Roman"/>
                        </a:rPr>
                        <a:t>of</a:t>
                      </a:r>
                      <a:r>
                        <a:rPr sz="1400" spc="-5" dirty="0">
                          <a:latin typeface="Times New Roman"/>
                          <a:cs typeface="Times New Roman"/>
                        </a:rPr>
                        <a:t> </a:t>
                      </a:r>
                      <a:r>
                        <a:rPr sz="1400" spc="-10" dirty="0">
                          <a:latin typeface="Times New Roman"/>
                          <a:cs typeface="Times New Roman"/>
                        </a:rPr>
                        <a:t>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210820">
                <a:tc>
                  <a:txBody>
                    <a:bodyPr/>
                    <a:lstStyle/>
                    <a:p>
                      <a:pPr marL="67945">
                        <a:lnSpc>
                          <a:spcPts val="1560"/>
                        </a:lnSpc>
                      </a:pPr>
                      <a:r>
                        <a:rPr sz="1400" spc="-10" dirty="0">
                          <a:latin typeface="Times New Roman"/>
                          <a:cs typeface="Times New Roman"/>
                        </a:rPr>
                        <a:t>isuserdeleted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Deletion</a:t>
                      </a:r>
                      <a:r>
                        <a:rPr sz="1400" spc="-30" dirty="0">
                          <a:latin typeface="Times New Roman"/>
                          <a:cs typeface="Times New Roman"/>
                        </a:rPr>
                        <a:t> </a:t>
                      </a:r>
                      <a:r>
                        <a:rPr sz="1400" dirty="0">
                          <a:latin typeface="Times New Roman"/>
                          <a:cs typeface="Times New Roman"/>
                        </a:rPr>
                        <a:t>flag</a:t>
                      </a:r>
                      <a:r>
                        <a:rPr sz="1400" spc="-30" dirty="0">
                          <a:latin typeface="Times New Roman"/>
                          <a:cs typeface="Times New Roman"/>
                        </a:rPr>
                        <a:t> </a:t>
                      </a:r>
                      <a:r>
                        <a:rPr sz="1400" dirty="0">
                          <a:latin typeface="Times New Roman"/>
                          <a:cs typeface="Times New Roman"/>
                        </a:rPr>
                        <a:t>of</a:t>
                      </a:r>
                      <a:r>
                        <a:rPr sz="1400" spc="-20" dirty="0">
                          <a:latin typeface="Times New Roman"/>
                          <a:cs typeface="Times New Roman"/>
                        </a:rPr>
                        <a:t> 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210820">
                <a:tc>
                  <a:txBody>
                    <a:bodyPr/>
                    <a:lstStyle/>
                    <a:p>
                      <a:pPr marL="67945">
                        <a:lnSpc>
                          <a:spcPts val="1565"/>
                        </a:lnSpc>
                      </a:pPr>
                      <a:r>
                        <a:rPr sz="1400" spc="-10" dirty="0">
                          <a:latin typeface="Times New Roman"/>
                          <a:cs typeface="Times New Roman"/>
                        </a:rPr>
                        <a:t>username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5"/>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dirty="0">
                          <a:latin typeface="Times New Roman"/>
                          <a:cs typeface="Times New Roman"/>
                        </a:rPr>
                        <a:t>Username</a:t>
                      </a:r>
                      <a:r>
                        <a:rPr sz="1400" spc="-35"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UserLogin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15925">
                <a:tc>
                  <a:txBody>
                    <a:bodyPr/>
                    <a:lstStyle/>
                    <a:p>
                      <a:pPr marL="67945">
                        <a:lnSpc>
                          <a:spcPts val="1620"/>
                        </a:lnSpc>
                      </a:pPr>
                      <a:r>
                        <a:rPr sz="1400" spc="-10" dirty="0">
                          <a:latin typeface="Times New Roman"/>
                          <a:cs typeface="Times New Roman"/>
                        </a:rPr>
                        <a:t>lastlogin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39065">
                        <a:lnSpc>
                          <a:spcPts val="1600"/>
                        </a:lnSpc>
                      </a:pPr>
                      <a:r>
                        <a:rPr sz="1400" dirty="0">
                          <a:latin typeface="Times New Roman"/>
                          <a:cs typeface="Times New Roman"/>
                        </a:rPr>
                        <a:t>The</a:t>
                      </a:r>
                      <a:r>
                        <a:rPr sz="1400" spc="-30" dirty="0">
                          <a:latin typeface="Times New Roman"/>
                          <a:cs typeface="Times New Roman"/>
                        </a:rPr>
                        <a:t> </a:t>
                      </a:r>
                      <a:r>
                        <a:rPr sz="1400" dirty="0">
                          <a:latin typeface="Times New Roman"/>
                          <a:cs typeface="Times New Roman"/>
                        </a:rPr>
                        <a:t>timestamp</a:t>
                      </a:r>
                      <a:r>
                        <a:rPr sz="1400" spc="-25"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25" dirty="0">
                          <a:latin typeface="Times New Roman"/>
                          <a:cs typeface="Times New Roman"/>
                        </a:rPr>
                        <a:t>the </a:t>
                      </a:r>
                      <a:r>
                        <a:rPr sz="1400" dirty="0">
                          <a:latin typeface="Times New Roman"/>
                          <a:cs typeface="Times New Roman"/>
                        </a:rPr>
                        <a:t>user's</a:t>
                      </a:r>
                      <a:r>
                        <a:rPr sz="1400" spc="-30" dirty="0">
                          <a:latin typeface="Times New Roman"/>
                          <a:cs typeface="Times New Roman"/>
                        </a:rPr>
                        <a:t> </a:t>
                      </a:r>
                      <a:r>
                        <a:rPr sz="1400" dirty="0">
                          <a:latin typeface="Times New Roman"/>
                          <a:cs typeface="Times New Roman"/>
                        </a:rPr>
                        <a:t>most</a:t>
                      </a:r>
                      <a:r>
                        <a:rPr sz="1400" spc="-35" dirty="0">
                          <a:latin typeface="Times New Roman"/>
                          <a:cs typeface="Times New Roman"/>
                        </a:rPr>
                        <a:t> </a:t>
                      </a:r>
                      <a:r>
                        <a:rPr sz="1400" dirty="0">
                          <a:latin typeface="Times New Roman"/>
                          <a:cs typeface="Times New Roman"/>
                        </a:rPr>
                        <a:t>recent</a:t>
                      </a:r>
                      <a:r>
                        <a:rPr sz="1400" spc="-30" dirty="0">
                          <a:latin typeface="Times New Roman"/>
                          <a:cs typeface="Times New Roman"/>
                        </a:rPr>
                        <a:t> </a:t>
                      </a:r>
                      <a:r>
                        <a:rPr sz="1400" spc="-20" dirty="0">
                          <a:latin typeface="Times New Roman"/>
                          <a:cs typeface="Times New Roman"/>
                        </a:rPr>
                        <a:t>login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619760">
                <a:tc>
                  <a:txBody>
                    <a:bodyPr/>
                    <a:lstStyle/>
                    <a:p>
                      <a:pPr marL="67945">
                        <a:lnSpc>
                          <a:spcPts val="1600"/>
                        </a:lnSpc>
                      </a:pPr>
                      <a:r>
                        <a:rPr sz="1400" spc="-10" dirty="0">
                          <a:latin typeface="Times New Roman"/>
                          <a:cs typeface="Times New Roman"/>
                        </a:rPr>
                        <a:t>isactive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70"/>
                        </a:lnSpc>
                      </a:pPr>
                      <a:r>
                        <a:rPr sz="1400" dirty="0">
                          <a:latin typeface="Times New Roman"/>
                          <a:cs typeface="Times New Roman"/>
                        </a:rPr>
                        <a:t>Indicates</a:t>
                      </a:r>
                      <a:r>
                        <a:rPr sz="1400" spc="-45" dirty="0">
                          <a:latin typeface="Times New Roman"/>
                          <a:cs typeface="Times New Roman"/>
                        </a:rPr>
                        <a:t> </a:t>
                      </a:r>
                      <a:r>
                        <a:rPr sz="1400" dirty="0">
                          <a:latin typeface="Times New Roman"/>
                          <a:cs typeface="Times New Roman"/>
                        </a:rPr>
                        <a:t>whether</a:t>
                      </a:r>
                      <a:r>
                        <a:rPr sz="1400" spc="-45" dirty="0">
                          <a:latin typeface="Times New Roman"/>
                          <a:cs typeface="Times New Roman"/>
                        </a:rPr>
                        <a:t> </a:t>
                      </a:r>
                      <a:r>
                        <a:rPr sz="1400" spc="-25" dirty="0">
                          <a:latin typeface="Times New Roman"/>
                          <a:cs typeface="Times New Roman"/>
                        </a:rPr>
                        <a:t>the</a:t>
                      </a:r>
                      <a:endParaRPr sz="1400">
                        <a:latin typeface="Times New Roman"/>
                        <a:cs typeface="Times New Roman"/>
                      </a:endParaRPr>
                    </a:p>
                    <a:p>
                      <a:pPr marL="67945" marR="94615">
                        <a:lnSpc>
                          <a:spcPts val="1600"/>
                        </a:lnSpc>
                        <a:spcBef>
                          <a:spcPts val="10"/>
                        </a:spcBef>
                      </a:pPr>
                      <a:r>
                        <a:rPr sz="1400" dirty="0">
                          <a:latin typeface="Times New Roman"/>
                          <a:cs typeface="Times New Roman"/>
                        </a:rPr>
                        <a:t>user</a:t>
                      </a:r>
                      <a:r>
                        <a:rPr sz="1400" spc="-25" dirty="0">
                          <a:latin typeface="Times New Roman"/>
                          <a:cs typeface="Times New Roman"/>
                        </a:rPr>
                        <a:t> </a:t>
                      </a:r>
                      <a:r>
                        <a:rPr sz="1400" dirty="0">
                          <a:latin typeface="Times New Roman"/>
                          <a:cs typeface="Times New Roman"/>
                        </a:rPr>
                        <a:t>account</a:t>
                      </a:r>
                      <a:r>
                        <a:rPr sz="1400" spc="-30" dirty="0">
                          <a:latin typeface="Times New Roman"/>
                          <a:cs typeface="Times New Roman"/>
                        </a:rPr>
                        <a:t> </a:t>
                      </a:r>
                      <a:r>
                        <a:rPr sz="1400" dirty="0">
                          <a:latin typeface="Times New Roman"/>
                          <a:cs typeface="Times New Roman"/>
                        </a:rPr>
                        <a:t>is</a:t>
                      </a:r>
                      <a:r>
                        <a:rPr sz="1400" spc="-25" dirty="0">
                          <a:latin typeface="Times New Roman"/>
                          <a:cs typeface="Times New Roman"/>
                        </a:rPr>
                        <a:t> </a:t>
                      </a:r>
                      <a:r>
                        <a:rPr sz="1400" dirty="0">
                          <a:latin typeface="Times New Roman"/>
                          <a:cs typeface="Times New Roman"/>
                        </a:rPr>
                        <a:t>active</a:t>
                      </a:r>
                      <a:r>
                        <a:rPr sz="1400" spc="-20" dirty="0">
                          <a:latin typeface="Times New Roman"/>
                          <a:cs typeface="Times New Roman"/>
                        </a:rPr>
                        <a:t> </a:t>
                      </a:r>
                      <a:r>
                        <a:rPr sz="1400" spc="-25" dirty="0">
                          <a:latin typeface="Times New Roman"/>
                          <a:cs typeface="Times New Roman"/>
                        </a:rPr>
                        <a:t>or </a:t>
                      </a:r>
                      <a:r>
                        <a:rPr sz="1400" spc="-20" dirty="0">
                          <a:latin typeface="Times New Roman"/>
                          <a:cs typeface="Times New Roman"/>
                        </a:rPr>
                        <a:t>not.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414020">
                <a:tc>
                  <a:txBody>
                    <a:bodyPr/>
                    <a:lstStyle/>
                    <a:p>
                      <a:pPr marL="67945">
                        <a:lnSpc>
                          <a:spcPts val="1600"/>
                        </a:lnSpc>
                      </a:pPr>
                      <a:r>
                        <a:rPr sz="1400" spc="-10" dirty="0">
                          <a:latin typeface="Times New Roman"/>
                          <a:cs typeface="Times New Roman"/>
                        </a:rPr>
                        <a:t>isstaff</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33350">
                        <a:lnSpc>
                          <a:spcPts val="1620"/>
                        </a:lnSpc>
                      </a:pPr>
                      <a:r>
                        <a:rPr sz="1400" dirty="0">
                          <a:latin typeface="Times New Roman"/>
                          <a:cs typeface="Times New Roman"/>
                        </a:rPr>
                        <a:t>Identifies</a:t>
                      </a:r>
                      <a:r>
                        <a:rPr sz="1400" spc="-60" dirty="0">
                          <a:latin typeface="Times New Roman"/>
                          <a:cs typeface="Times New Roman"/>
                        </a:rPr>
                        <a:t> </a:t>
                      </a:r>
                      <a:r>
                        <a:rPr sz="1400" dirty="0">
                          <a:latin typeface="Times New Roman"/>
                          <a:cs typeface="Times New Roman"/>
                        </a:rPr>
                        <a:t>whether</a:t>
                      </a:r>
                      <a:r>
                        <a:rPr sz="1400" spc="-55" dirty="0">
                          <a:latin typeface="Times New Roman"/>
                          <a:cs typeface="Times New Roman"/>
                        </a:rPr>
                        <a:t> </a:t>
                      </a:r>
                      <a:r>
                        <a:rPr sz="1400" spc="-25" dirty="0">
                          <a:latin typeface="Times New Roman"/>
                          <a:cs typeface="Times New Roman"/>
                        </a:rPr>
                        <a:t>the </a:t>
                      </a:r>
                      <a:r>
                        <a:rPr sz="1400" dirty="0">
                          <a:latin typeface="Times New Roman"/>
                          <a:cs typeface="Times New Roman"/>
                        </a:rPr>
                        <a:t>user</a:t>
                      </a:r>
                      <a:r>
                        <a:rPr sz="1400" spc="-35" dirty="0">
                          <a:latin typeface="Times New Roman"/>
                          <a:cs typeface="Times New Roman"/>
                        </a:rPr>
                        <a:t> </a:t>
                      </a:r>
                      <a:r>
                        <a:rPr sz="1400" dirty="0">
                          <a:latin typeface="Times New Roman"/>
                          <a:cs typeface="Times New Roman"/>
                        </a:rPr>
                        <a:t>has</a:t>
                      </a:r>
                      <a:r>
                        <a:rPr sz="1400" spc="-35" dirty="0">
                          <a:latin typeface="Times New Roman"/>
                          <a:cs typeface="Times New Roman"/>
                        </a:rPr>
                        <a:t> </a:t>
                      </a:r>
                      <a:r>
                        <a:rPr sz="1400" dirty="0">
                          <a:latin typeface="Times New Roman"/>
                          <a:cs typeface="Times New Roman"/>
                        </a:rPr>
                        <a:t>staff</a:t>
                      </a:r>
                      <a:r>
                        <a:rPr sz="1400" spc="-35" dirty="0">
                          <a:latin typeface="Times New Roman"/>
                          <a:cs typeface="Times New Roman"/>
                        </a:rPr>
                        <a:t> </a:t>
                      </a:r>
                      <a:r>
                        <a:rPr sz="1400" spc="-10" dirty="0">
                          <a:latin typeface="Times New Roman"/>
                          <a:cs typeface="Times New Roman"/>
                        </a:rPr>
                        <a:t>privileges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414020">
                <a:tc>
                  <a:txBody>
                    <a:bodyPr/>
                    <a:lstStyle/>
                    <a:p>
                      <a:pPr marL="67945">
                        <a:lnSpc>
                          <a:spcPts val="1620"/>
                        </a:lnSpc>
                      </a:pPr>
                      <a:r>
                        <a:rPr sz="1400" spc="-10" dirty="0">
                          <a:latin typeface="Times New Roman"/>
                          <a:cs typeface="Times New Roman"/>
                        </a:rPr>
                        <a:t>issuperuser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04775">
                        <a:lnSpc>
                          <a:spcPts val="1600"/>
                        </a:lnSpc>
                      </a:pPr>
                      <a:r>
                        <a:rPr sz="1400" dirty="0">
                          <a:latin typeface="Times New Roman"/>
                          <a:cs typeface="Times New Roman"/>
                        </a:rPr>
                        <a:t>Determines</a:t>
                      </a:r>
                      <a:r>
                        <a:rPr sz="1400" spc="-35" dirty="0">
                          <a:latin typeface="Times New Roman"/>
                          <a:cs typeface="Times New Roman"/>
                        </a:rPr>
                        <a:t> </a:t>
                      </a:r>
                      <a:r>
                        <a:rPr sz="1400" dirty="0">
                          <a:latin typeface="Times New Roman"/>
                          <a:cs typeface="Times New Roman"/>
                        </a:rPr>
                        <a:t>if</a:t>
                      </a:r>
                      <a:r>
                        <a:rPr sz="1400" spc="-30" dirty="0">
                          <a:latin typeface="Times New Roman"/>
                          <a:cs typeface="Times New Roman"/>
                        </a:rPr>
                        <a:t> </a:t>
                      </a:r>
                      <a:r>
                        <a:rPr sz="1400" dirty="0">
                          <a:latin typeface="Times New Roman"/>
                          <a:cs typeface="Times New Roman"/>
                        </a:rPr>
                        <a:t>the</a:t>
                      </a:r>
                      <a:r>
                        <a:rPr sz="1400" spc="-30" dirty="0">
                          <a:latin typeface="Times New Roman"/>
                          <a:cs typeface="Times New Roman"/>
                        </a:rPr>
                        <a:t> </a:t>
                      </a:r>
                      <a:r>
                        <a:rPr sz="1400" spc="-20" dirty="0">
                          <a:latin typeface="Times New Roman"/>
                          <a:cs typeface="Times New Roman"/>
                        </a:rPr>
                        <a:t>user </a:t>
                      </a:r>
                      <a:r>
                        <a:rPr sz="1400" dirty="0">
                          <a:latin typeface="Times New Roman"/>
                          <a:cs typeface="Times New Roman"/>
                        </a:rPr>
                        <a:t>has</a:t>
                      </a:r>
                      <a:r>
                        <a:rPr sz="1400" spc="-40" dirty="0">
                          <a:latin typeface="Times New Roman"/>
                          <a:cs typeface="Times New Roman"/>
                        </a:rPr>
                        <a:t> </a:t>
                      </a:r>
                      <a:r>
                        <a:rPr sz="1400" dirty="0">
                          <a:latin typeface="Times New Roman"/>
                          <a:cs typeface="Times New Roman"/>
                        </a:rPr>
                        <a:t>superuser</a:t>
                      </a:r>
                      <a:r>
                        <a:rPr sz="1400" spc="-35" dirty="0">
                          <a:latin typeface="Times New Roman"/>
                          <a:cs typeface="Times New Roman"/>
                        </a:rPr>
                        <a:t> </a:t>
                      </a:r>
                      <a:r>
                        <a:rPr sz="1400" spc="-10" dirty="0">
                          <a:latin typeface="Times New Roman"/>
                          <a:cs typeface="Times New Roman"/>
                        </a:rPr>
                        <a:t>privileges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210820">
                <a:tc>
                  <a:txBody>
                    <a:bodyPr/>
                    <a:lstStyle/>
                    <a:p>
                      <a:pPr marL="67945">
                        <a:lnSpc>
                          <a:spcPts val="1560"/>
                        </a:lnSpc>
                      </a:pPr>
                      <a:r>
                        <a:rPr sz="1400" spc="-10" dirty="0">
                          <a:latin typeface="Times New Roman"/>
                          <a:cs typeface="Times New Roman"/>
                        </a:rPr>
                        <a:t>entry_date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210820">
                <a:tc>
                  <a:txBody>
                    <a:bodyPr/>
                    <a:lstStyle/>
                    <a:p>
                      <a:pPr marL="67945">
                        <a:lnSpc>
                          <a:spcPts val="1560"/>
                        </a:lnSpc>
                      </a:pPr>
                      <a:r>
                        <a:rPr sz="1400" spc="-10" dirty="0">
                          <a:latin typeface="Times New Roman"/>
                          <a:cs typeface="Times New Roman"/>
                        </a:rPr>
                        <a:t>update_date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bl>
          </a:graphicData>
        </a:graphic>
      </p:graphicFrame>
      <p:pic>
        <p:nvPicPr>
          <p:cNvPr id="6" name="object 6"/>
          <p:cNvPicPr/>
          <p:nvPr/>
        </p:nvPicPr>
        <p:blipFill>
          <a:blip r:embed="rId2" cstate="print"/>
          <a:stretch>
            <a:fillRect/>
          </a:stretch>
        </p:blipFill>
        <p:spPr>
          <a:xfrm>
            <a:off x="304800" y="304800"/>
            <a:ext cx="7165084" cy="945102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91793"/>
            <a:ext cx="160845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12) </a:t>
            </a:r>
            <a:r>
              <a:rPr sz="1400" b="1" spc="-10" dirty="0">
                <a:latin typeface="Times New Roman"/>
                <a:cs typeface="Times New Roman"/>
              </a:rPr>
              <a:t>Qit_Notifications</a:t>
            </a:r>
            <a:endParaRPr sz="1400">
              <a:latin typeface="Times New Roman"/>
              <a:cs typeface="Times New Roman"/>
            </a:endParaRPr>
          </a:p>
        </p:txBody>
      </p:sp>
      <p:graphicFrame>
        <p:nvGraphicFramePr>
          <p:cNvPr id="5" name="object 5"/>
          <p:cNvGraphicFramePr>
            <a:graphicFrameLocks noGrp="1"/>
          </p:cNvGraphicFramePr>
          <p:nvPr/>
        </p:nvGraphicFramePr>
        <p:xfrm>
          <a:off x="683577" y="1559814"/>
          <a:ext cx="6459854" cy="4469125"/>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9888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887219">
                  <a:extLst>
                    <a:ext uri="{9D8B030D-6E8A-4147-A177-3AD203B41FA5}">
                      <a16:colId xmlns:a16="http://schemas.microsoft.com/office/drawing/2014/main" val="20003"/>
                    </a:ext>
                  </a:extLst>
                </a:gridCol>
              </a:tblGrid>
              <a:tr h="302260">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60985">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90525">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388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4020">
                <a:tc>
                  <a:txBody>
                    <a:bodyPr/>
                    <a:lstStyle/>
                    <a:p>
                      <a:pPr marL="67945">
                        <a:lnSpc>
                          <a:spcPts val="160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501015">
                        <a:lnSpc>
                          <a:spcPts val="1620"/>
                        </a:lnSpc>
                      </a:pPr>
                      <a:r>
                        <a:rPr sz="1400" spc="-10" dirty="0">
                          <a:latin typeface="Times New Roman"/>
                          <a:cs typeface="Times New Roman"/>
                        </a:rPr>
                        <a:t>Transid</a:t>
                      </a:r>
                      <a:r>
                        <a:rPr sz="1400" spc="-45" dirty="0">
                          <a:latin typeface="Times New Roman"/>
                          <a:cs typeface="Times New Roman"/>
                        </a:rPr>
                        <a:t> </a:t>
                      </a:r>
                      <a:r>
                        <a:rPr sz="1400" spc="-25" dirty="0">
                          <a:latin typeface="Times New Roman"/>
                          <a:cs typeface="Times New Roman"/>
                        </a:rPr>
                        <a:t>of </a:t>
                      </a:r>
                      <a:r>
                        <a:rPr sz="1400" spc="-10" dirty="0">
                          <a:latin typeface="Times New Roman"/>
                          <a:cs typeface="Times New Roman"/>
                        </a:rPr>
                        <a:t>QIT_Notifications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10820">
                <a:tc>
                  <a:txBody>
                    <a:bodyPr/>
                    <a:lstStyle/>
                    <a:p>
                      <a:pPr marL="67945">
                        <a:lnSpc>
                          <a:spcPts val="1560"/>
                        </a:lnSpc>
                      </a:pPr>
                      <a:r>
                        <a:rPr sz="1400" spc="-10" dirty="0">
                          <a:latin typeface="Times New Roman"/>
                          <a:cs typeface="Times New Roman"/>
                        </a:rPr>
                        <a:t>title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Title</a:t>
                      </a:r>
                      <a:r>
                        <a:rPr sz="1400" spc="-35"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spc="-10" dirty="0">
                          <a:latin typeface="Times New Roman"/>
                          <a:cs typeface="Times New Roman"/>
                        </a:rPr>
                        <a:t>notifications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15925">
                <a:tc>
                  <a:txBody>
                    <a:bodyPr/>
                    <a:lstStyle/>
                    <a:p>
                      <a:pPr marL="67945">
                        <a:lnSpc>
                          <a:spcPts val="1620"/>
                        </a:lnSpc>
                      </a:pPr>
                      <a:r>
                        <a:rPr sz="1400" spc="-10" dirty="0">
                          <a:latin typeface="Times New Roman"/>
                          <a:cs typeface="Times New Roman"/>
                        </a:rPr>
                        <a:t>description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789940">
                        <a:lnSpc>
                          <a:spcPts val="1600"/>
                        </a:lnSpc>
                      </a:pPr>
                      <a:r>
                        <a:rPr sz="1400" dirty="0">
                          <a:latin typeface="Times New Roman"/>
                          <a:cs typeface="Times New Roman"/>
                        </a:rPr>
                        <a:t>Description</a:t>
                      </a:r>
                      <a:r>
                        <a:rPr sz="1400" spc="-50" dirty="0">
                          <a:latin typeface="Times New Roman"/>
                          <a:cs typeface="Times New Roman"/>
                        </a:rPr>
                        <a:t> </a:t>
                      </a:r>
                      <a:r>
                        <a:rPr sz="1400" spc="-25" dirty="0">
                          <a:latin typeface="Times New Roman"/>
                          <a:cs typeface="Times New Roman"/>
                        </a:rPr>
                        <a:t>of </a:t>
                      </a:r>
                      <a:r>
                        <a:rPr sz="1400" spc="-10" dirty="0">
                          <a:latin typeface="Times New Roman"/>
                          <a:cs typeface="Times New Roman"/>
                        </a:rPr>
                        <a:t>notifications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185">
                <a:tc>
                  <a:txBody>
                    <a:bodyPr/>
                    <a:lstStyle/>
                    <a:p>
                      <a:pPr marL="67945">
                        <a:lnSpc>
                          <a:spcPts val="1560"/>
                        </a:lnSpc>
                      </a:pPr>
                      <a:r>
                        <a:rPr sz="1400" spc="-10" dirty="0">
                          <a:latin typeface="Times New Roman"/>
                          <a:cs typeface="Times New Roman"/>
                        </a:rPr>
                        <a:t>notificationtype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10" dirty="0">
                          <a:latin typeface="Times New Roman"/>
                          <a:cs typeface="Times New Roman"/>
                        </a:rPr>
                        <a:t>Type</a:t>
                      </a:r>
                      <a:r>
                        <a:rPr sz="1400" spc="-35" dirty="0">
                          <a:latin typeface="Times New Roman"/>
                          <a:cs typeface="Times New Roman"/>
                        </a:rPr>
                        <a:t> </a:t>
                      </a:r>
                      <a:r>
                        <a:rPr sz="1400" dirty="0">
                          <a:latin typeface="Times New Roman"/>
                          <a:cs typeface="Times New Roman"/>
                        </a:rPr>
                        <a:t>of</a:t>
                      </a:r>
                      <a:r>
                        <a:rPr sz="1400" spc="-40" dirty="0">
                          <a:latin typeface="Times New Roman"/>
                          <a:cs typeface="Times New Roman"/>
                        </a:rPr>
                        <a:t> </a:t>
                      </a:r>
                      <a:r>
                        <a:rPr sz="1400" spc="-10" dirty="0">
                          <a:latin typeface="Times New Roman"/>
                          <a:cs typeface="Times New Roman"/>
                        </a:rPr>
                        <a:t>notifications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210820">
                <a:tc>
                  <a:txBody>
                    <a:bodyPr/>
                    <a:lstStyle/>
                    <a:p>
                      <a:pPr marL="67945">
                        <a:lnSpc>
                          <a:spcPts val="1565"/>
                        </a:lnSpc>
                      </a:pPr>
                      <a:r>
                        <a:rPr sz="1400" spc="-10" dirty="0">
                          <a:latin typeface="Times New Roman"/>
                          <a:cs typeface="Times New Roman"/>
                        </a:rPr>
                        <a:t>notificationstatus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5"/>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5"/>
                        </a:lnSpc>
                      </a:pPr>
                      <a:r>
                        <a:rPr sz="1400" dirty="0">
                          <a:latin typeface="Times New Roman"/>
                          <a:cs typeface="Times New Roman"/>
                        </a:rPr>
                        <a:t>Status</a:t>
                      </a:r>
                      <a:r>
                        <a:rPr sz="1400" spc="-3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spc="-10" dirty="0">
                          <a:latin typeface="Times New Roman"/>
                          <a:cs typeface="Times New Roman"/>
                        </a:rPr>
                        <a:t>notifications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13384">
                <a:tc>
                  <a:txBody>
                    <a:bodyPr/>
                    <a:lstStyle/>
                    <a:p>
                      <a:pPr marL="67945">
                        <a:lnSpc>
                          <a:spcPts val="1600"/>
                        </a:lnSpc>
                      </a:pPr>
                      <a:r>
                        <a:rPr sz="1400" spc="-10" dirty="0">
                          <a:latin typeface="Times New Roman"/>
                          <a:cs typeface="Times New Roman"/>
                        </a:rPr>
                        <a:t>usertransid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CompanyUser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416559">
                <a:tc>
                  <a:txBody>
                    <a:bodyPr/>
                    <a:lstStyle/>
                    <a:p>
                      <a:pPr marL="67945">
                        <a:lnSpc>
                          <a:spcPts val="1620"/>
                        </a:lnSpc>
                      </a:pPr>
                      <a:r>
                        <a:rPr sz="1400" spc="-10" dirty="0">
                          <a:latin typeface="Times New Roman"/>
                          <a:cs typeface="Times New Roman"/>
                        </a:rPr>
                        <a:t>customertransid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CompanyCustomer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13384">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416559">
                <a:tc>
                  <a:txBody>
                    <a:bodyPr/>
                    <a:lstStyle/>
                    <a:p>
                      <a:pPr marL="67945">
                        <a:lnSpc>
                          <a:spcPts val="1625"/>
                        </a:lnSpc>
                      </a:pPr>
                      <a:r>
                        <a:rPr sz="1400" spc="-10" dirty="0">
                          <a:latin typeface="Times New Roman"/>
                          <a:cs typeface="Times New Roman"/>
                        </a:rPr>
                        <a:t>activitytransid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5"/>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0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Activities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413384">
                <a:tc>
                  <a:txBody>
                    <a:bodyPr/>
                    <a:lstStyle/>
                    <a:p>
                      <a:pPr marL="67945">
                        <a:lnSpc>
                          <a:spcPts val="1600"/>
                        </a:lnSpc>
                      </a:pPr>
                      <a:r>
                        <a:rPr sz="1400" spc="-10" dirty="0">
                          <a:latin typeface="Times New Roman"/>
                          <a:cs typeface="Times New Roman"/>
                        </a:rPr>
                        <a:t>tickettransid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6352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Tickets</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210185">
                <a:tc>
                  <a:txBody>
                    <a:bodyPr/>
                    <a:lstStyle/>
                    <a:p>
                      <a:pPr marL="67945">
                        <a:lnSpc>
                          <a:spcPts val="1560"/>
                        </a:lnSpc>
                      </a:pPr>
                      <a:r>
                        <a:rPr sz="1400" spc="-10" dirty="0">
                          <a:latin typeface="Times New Roman"/>
                          <a:cs typeface="Times New Roman"/>
                        </a:rPr>
                        <a:t>createdby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Created</a:t>
                      </a:r>
                      <a:r>
                        <a:rPr sz="1400" spc="-30" dirty="0">
                          <a:latin typeface="Times New Roman"/>
                          <a:cs typeface="Times New Roman"/>
                        </a:rPr>
                        <a:t> </a:t>
                      </a:r>
                      <a:r>
                        <a:rPr sz="1400" dirty="0">
                          <a:latin typeface="Times New Roman"/>
                          <a:cs typeface="Times New Roman"/>
                        </a:rPr>
                        <a:t>by</a:t>
                      </a:r>
                      <a:r>
                        <a:rPr sz="1400" spc="-25" dirty="0">
                          <a:latin typeface="Times New Roman"/>
                          <a:cs typeface="Times New Roman"/>
                        </a:rPr>
                        <a:t> </a:t>
                      </a:r>
                      <a:r>
                        <a:rPr sz="1400" spc="-20" dirty="0">
                          <a:latin typeface="Times New Roman"/>
                          <a:cs typeface="Times New Roman"/>
                        </a:rPr>
                        <a:t>whom</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210820">
                <a:tc>
                  <a:txBody>
                    <a:bodyPr/>
                    <a:lstStyle/>
                    <a:p>
                      <a:pPr marL="67945">
                        <a:lnSpc>
                          <a:spcPts val="1560"/>
                        </a:lnSpc>
                      </a:pPr>
                      <a:r>
                        <a:rPr sz="1400" spc="-10" dirty="0">
                          <a:latin typeface="Times New Roman"/>
                          <a:cs typeface="Times New Roman"/>
                        </a:rPr>
                        <a:t>entrydate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Entry</a:t>
                      </a:r>
                      <a:r>
                        <a:rPr sz="1400" spc="-2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210820">
                <a:tc>
                  <a:txBody>
                    <a:bodyPr/>
                    <a:lstStyle/>
                    <a:p>
                      <a:pPr marL="67945">
                        <a:lnSpc>
                          <a:spcPts val="1560"/>
                        </a:lnSpc>
                      </a:pPr>
                      <a:r>
                        <a:rPr sz="1400" spc="-10" dirty="0">
                          <a:latin typeface="Times New Roman"/>
                          <a:cs typeface="Times New Roman"/>
                        </a:rPr>
                        <a:t>updatedate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datetime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Last</a:t>
                      </a:r>
                      <a:r>
                        <a:rPr sz="1400" spc="-45" dirty="0">
                          <a:latin typeface="Times New Roman"/>
                          <a:cs typeface="Times New Roman"/>
                        </a:rPr>
                        <a:t> </a:t>
                      </a:r>
                      <a:r>
                        <a:rPr sz="1400" dirty="0">
                          <a:latin typeface="Times New Roman"/>
                          <a:cs typeface="Times New Roman"/>
                        </a:rPr>
                        <a:t>update</a:t>
                      </a:r>
                      <a:r>
                        <a:rPr sz="1400" spc="-35" dirty="0">
                          <a:latin typeface="Times New Roman"/>
                          <a:cs typeface="Times New Roman"/>
                        </a:rPr>
                        <a:t> </a:t>
                      </a:r>
                      <a:r>
                        <a:rPr sz="1400" spc="-20" dirty="0">
                          <a:latin typeface="Times New Roman"/>
                          <a:cs typeface="Times New Roman"/>
                        </a:rPr>
                        <a:t>date</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3"/>
                  </a:ext>
                </a:extLst>
              </a:tr>
            </a:tbl>
          </a:graphicData>
        </a:graphic>
      </p:graphicFrame>
      <p:sp>
        <p:nvSpPr>
          <p:cNvPr id="6" name="object 6"/>
          <p:cNvSpPr txBox="1"/>
          <p:nvPr/>
        </p:nvSpPr>
        <p:spPr>
          <a:xfrm>
            <a:off x="902017" y="6341490"/>
            <a:ext cx="179514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13) </a:t>
            </a:r>
            <a:r>
              <a:rPr sz="1400" b="1" spc="-10" dirty="0">
                <a:latin typeface="Times New Roman"/>
                <a:cs typeface="Times New Roman"/>
              </a:rPr>
              <a:t>QIT_Configuration</a:t>
            </a:r>
            <a:endParaRPr sz="1400">
              <a:latin typeface="Times New Roman"/>
              <a:cs typeface="Times New Roman"/>
            </a:endParaRPr>
          </a:p>
        </p:txBody>
      </p:sp>
      <p:graphicFrame>
        <p:nvGraphicFramePr>
          <p:cNvPr id="7" name="object 7"/>
          <p:cNvGraphicFramePr>
            <a:graphicFrameLocks noGrp="1"/>
          </p:cNvGraphicFramePr>
          <p:nvPr/>
        </p:nvGraphicFramePr>
        <p:xfrm>
          <a:off x="683577" y="6686804"/>
          <a:ext cx="6515734" cy="1563368"/>
        </p:xfrm>
        <a:graphic>
          <a:graphicData uri="http://schemas.openxmlformats.org/drawingml/2006/table">
            <a:tbl>
              <a:tblPr firstRow="1" bandRow="1">
                <a:tableStyleId>{2D5ABB26-0587-4C30-8999-92F81FD0307C}</a:tableStyleId>
              </a:tblPr>
              <a:tblGrid>
                <a:gridCol w="188785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41780">
                  <a:extLst>
                    <a:ext uri="{9D8B030D-6E8A-4147-A177-3AD203B41FA5}">
                      <a16:colId xmlns:a16="http://schemas.microsoft.com/office/drawing/2014/main" val="20002"/>
                    </a:ext>
                  </a:extLst>
                </a:gridCol>
                <a:gridCol w="1943099">
                  <a:extLst>
                    <a:ext uri="{9D8B030D-6E8A-4147-A177-3AD203B41FA5}">
                      <a16:colId xmlns:a16="http://schemas.microsoft.com/office/drawing/2014/main" val="20003"/>
                    </a:ext>
                  </a:extLst>
                </a:gridCol>
              </a:tblGrid>
              <a:tr h="312420">
                <a:tc>
                  <a:txBody>
                    <a:bodyPr/>
                    <a:lstStyle/>
                    <a:p>
                      <a:pPr marL="461645">
                        <a:lnSpc>
                          <a:spcPts val="1380"/>
                        </a:lnSpc>
                      </a:pPr>
                      <a:r>
                        <a:rPr sz="1200" b="1" dirty="0">
                          <a:latin typeface="Times New Roman"/>
                          <a:cs typeface="Times New Roman"/>
                        </a:rPr>
                        <a:t>Element</a:t>
                      </a:r>
                      <a:r>
                        <a:rPr sz="1200" b="1" spc="-3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33679">
                        <a:lnSpc>
                          <a:spcPts val="1380"/>
                        </a:lnSpc>
                      </a:pPr>
                      <a:r>
                        <a:rPr sz="1200" b="1" dirty="0">
                          <a:latin typeface="Times New Roman"/>
                          <a:cs typeface="Times New Roman"/>
                        </a:rPr>
                        <a:t>Data</a:t>
                      </a:r>
                      <a:r>
                        <a:rPr sz="1200" b="1" spc="-50" dirty="0">
                          <a:latin typeface="Times New Roman"/>
                          <a:cs typeface="Times New Roman"/>
                        </a:rPr>
                        <a:t> </a:t>
                      </a:r>
                      <a:r>
                        <a:rPr sz="1200" b="1" spc="-20" dirty="0">
                          <a:latin typeface="Times New Roman"/>
                          <a:cs typeface="Times New Roman"/>
                        </a:rPr>
                        <a:t>Type</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16559">
                        <a:lnSpc>
                          <a:spcPts val="1380"/>
                        </a:lnSpc>
                      </a:pPr>
                      <a:r>
                        <a:rPr sz="1200" b="1" spc="-10" dirty="0">
                          <a:latin typeface="Times New Roman"/>
                          <a:cs typeface="Times New Roman"/>
                        </a:rPr>
                        <a:t>Constraint</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94360">
                        <a:lnSpc>
                          <a:spcPts val="1380"/>
                        </a:lnSpc>
                      </a:pPr>
                      <a:r>
                        <a:rPr sz="1200" b="1" spc="-10" dirty="0">
                          <a:latin typeface="Times New Roman"/>
                          <a:cs typeface="Times New Roman"/>
                        </a:rPr>
                        <a:t>Description</a:t>
                      </a:r>
                      <a:endParaRPr sz="12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16559">
                <a:tc>
                  <a:txBody>
                    <a:bodyPr/>
                    <a:lstStyle/>
                    <a:p>
                      <a:pPr marL="67945">
                        <a:lnSpc>
                          <a:spcPts val="1620"/>
                        </a:lnSpc>
                      </a:pPr>
                      <a:r>
                        <a:rPr sz="1400" spc="-10" dirty="0">
                          <a:latin typeface="Times New Roman"/>
                          <a:cs typeface="Times New Roman"/>
                        </a:rPr>
                        <a:t>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spc="-10" dirty="0">
                          <a:latin typeface="Times New Roman"/>
                          <a:cs typeface="Times New Roman"/>
                        </a:rPr>
                        <a:t>BigInt</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20"/>
                        </a:lnSpc>
                      </a:pPr>
                      <a:r>
                        <a:rPr sz="1400" dirty="0">
                          <a:latin typeface="Times New Roman"/>
                          <a:cs typeface="Times New Roman"/>
                        </a:rPr>
                        <a:t>Primary</a:t>
                      </a:r>
                      <a:r>
                        <a:rPr sz="1400" spc="-25" dirty="0">
                          <a:latin typeface="Times New Roman"/>
                          <a:cs typeface="Times New Roman"/>
                        </a:rPr>
                        <a:t> 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80"/>
                        </a:lnSpc>
                      </a:pPr>
                      <a:r>
                        <a:rPr sz="1400" dirty="0">
                          <a:latin typeface="Times New Roman"/>
                          <a:cs typeface="Times New Roman"/>
                        </a:rPr>
                        <a:t>Unique</a:t>
                      </a:r>
                      <a:r>
                        <a:rPr sz="1400" spc="-20" dirty="0">
                          <a:latin typeface="Times New Roman"/>
                          <a:cs typeface="Times New Roman"/>
                        </a:rPr>
                        <a:t> </a:t>
                      </a:r>
                      <a:r>
                        <a:rPr sz="1400" dirty="0">
                          <a:latin typeface="Times New Roman"/>
                          <a:cs typeface="Times New Roman"/>
                        </a:rPr>
                        <a:t>id</a:t>
                      </a:r>
                      <a:r>
                        <a:rPr sz="1400" spc="-20" dirty="0">
                          <a:latin typeface="Times New Roman"/>
                          <a:cs typeface="Times New Roman"/>
                        </a:rPr>
                        <a:t> </a:t>
                      </a:r>
                      <a:r>
                        <a:rPr sz="1400" spc="-25" dirty="0">
                          <a:latin typeface="Times New Roman"/>
                          <a:cs typeface="Times New Roman"/>
                        </a:rPr>
                        <a:t>of</a:t>
                      </a:r>
                      <a:endParaRPr sz="1400">
                        <a:latin typeface="Times New Roman"/>
                        <a:cs typeface="Times New Roman"/>
                      </a:endParaRPr>
                    </a:p>
                    <a:p>
                      <a:pPr marL="67945">
                        <a:lnSpc>
                          <a:spcPts val="1600"/>
                        </a:lnSpc>
                      </a:pPr>
                      <a:r>
                        <a:rPr sz="1400" spc="-10" dirty="0">
                          <a:latin typeface="Times New Roman"/>
                          <a:cs typeface="Times New Roman"/>
                        </a:rPr>
                        <a:t>QIT_Configuration</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13384">
                <a:tc>
                  <a:txBody>
                    <a:bodyPr/>
                    <a:lstStyle/>
                    <a:p>
                      <a:pPr marL="67945">
                        <a:lnSpc>
                          <a:spcPts val="1600"/>
                        </a:lnSpc>
                      </a:pPr>
                      <a:r>
                        <a:rPr sz="1400" spc="-10" dirty="0">
                          <a:latin typeface="Times New Roman"/>
                          <a:cs typeface="Times New Roman"/>
                        </a:rPr>
                        <a:t>companytransid</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spc="-10" dirty="0">
                          <a:latin typeface="Times New Roman"/>
                          <a:cs typeface="Times New Roman"/>
                        </a:rPr>
                        <a:t>integer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600"/>
                        </a:lnSpc>
                      </a:pPr>
                      <a:r>
                        <a:rPr sz="1400" dirty="0">
                          <a:latin typeface="Times New Roman"/>
                          <a:cs typeface="Times New Roman"/>
                        </a:rPr>
                        <a:t>Foreign</a:t>
                      </a:r>
                      <a:r>
                        <a:rPr sz="1400" spc="-30" dirty="0">
                          <a:latin typeface="Times New Roman"/>
                          <a:cs typeface="Times New Roman"/>
                        </a:rPr>
                        <a:t> </a:t>
                      </a:r>
                      <a:r>
                        <a:rPr sz="1400" spc="-25" dirty="0">
                          <a:latin typeface="Times New Roman"/>
                          <a:cs typeface="Times New Roman"/>
                        </a:rPr>
                        <a:t>Key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319405">
                        <a:lnSpc>
                          <a:spcPts val="1620"/>
                        </a:lnSpc>
                      </a:pPr>
                      <a:r>
                        <a:rPr sz="1400" spc="-10" dirty="0">
                          <a:latin typeface="Times New Roman"/>
                          <a:cs typeface="Times New Roman"/>
                        </a:rPr>
                        <a:t>Transid</a:t>
                      </a:r>
                      <a:r>
                        <a:rPr sz="1400" spc="-20" dirty="0">
                          <a:latin typeface="Times New Roman"/>
                          <a:cs typeface="Times New Roman"/>
                        </a:rPr>
                        <a:t> </a:t>
                      </a:r>
                      <a:r>
                        <a:rPr sz="1400" dirty="0">
                          <a:latin typeface="Times New Roman"/>
                          <a:cs typeface="Times New Roman"/>
                        </a:rPr>
                        <a:t>of</a:t>
                      </a:r>
                      <a:r>
                        <a:rPr sz="1400" spc="-25" dirty="0">
                          <a:latin typeface="Times New Roman"/>
                          <a:cs typeface="Times New Roman"/>
                        </a:rPr>
                        <a:t> </a:t>
                      </a:r>
                      <a:r>
                        <a:rPr sz="1400" dirty="0">
                          <a:latin typeface="Times New Roman"/>
                          <a:cs typeface="Times New Roman"/>
                        </a:rPr>
                        <a:t>table</a:t>
                      </a:r>
                      <a:r>
                        <a:rPr sz="1400" spc="-20" dirty="0">
                          <a:latin typeface="Times New Roman"/>
                          <a:cs typeface="Times New Roman"/>
                        </a:rPr>
                        <a:t> QIT_ </a:t>
                      </a:r>
                      <a:r>
                        <a:rPr sz="1400" spc="-10" dirty="0">
                          <a:latin typeface="Times New Roman"/>
                          <a:cs typeface="Times New Roman"/>
                        </a:rPr>
                        <a:t>Company</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10820">
                <a:tc>
                  <a:txBody>
                    <a:bodyPr/>
                    <a:lstStyle/>
                    <a:p>
                      <a:pPr marL="67945">
                        <a:lnSpc>
                          <a:spcPts val="1560"/>
                        </a:lnSpc>
                      </a:pPr>
                      <a:r>
                        <a:rPr sz="1400" spc="-10" dirty="0">
                          <a:latin typeface="Times New Roman"/>
                          <a:cs typeface="Times New Roman"/>
                        </a:rPr>
                        <a:t>primaryemail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Main</a:t>
                      </a:r>
                      <a:r>
                        <a:rPr sz="1400" spc="-40" dirty="0">
                          <a:latin typeface="Times New Roman"/>
                          <a:cs typeface="Times New Roman"/>
                        </a:rPr>
                        <a:t> </a:t>
                      </a:r>
                      <a:r>
                        <a:rPr sz="1400" spc="-10" dirty="0">
                          <a:latin typeface="Times New Roman"/>
                          <a:cs typeface="Times New Roman"/>
                        </a:rPr>
                        <a: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0185">
                <a:tc>
                  <a:txBody>
                    <a:bodyPr/>
                    <a:lstStyle/>
                    <a:p>
                      <a:pPr marL="67945">
                        <a:lnSpc>
                          <a:spcPts val="1560"/>
                        </a:lnSpc>
                      </a:pPr>
                      <a:r>
                        <a:rPr sz="1400" spc="-10" dirty="0">
                          <a:latin typeface="Times New Roman"/>
                          <a:cs typeface="Times New Roman"/>
                        </a:rPr>
                        <a:t>altemail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spc="-10" dirty="0">
                          <a:latin typeface="Times New Roman"/>
                          <a:cs typeface="Times New Roman"/>
                        </a:rPr>
                        <a:t>varchar</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040">
                        <a:lnSpc>
                          <a:spcPts val="1560"/>
                        </a:lnSpc>
                      </a:pPr>
                      <a:r>
                        <a:rPr sz="1400" dirty="0">
                          <a:latin typeface="Times New Roman"/>
                          <a:cs typeface="Times New Roman"/>
                        </a:rPr>
                        <a:t>Not</a:t>
                      </a:r>
                      <a:r>
                        <a:rPr sz="1400" spc="-15" dirty="0">
                          <a:latin typeface="Times New Roman"/>
                          <a:cs typeface="Times New Roman"/>
                        </a:rPr>
                        <a:t> </a:t>
                      </a:r>
                      <a:r>
                        <a:rPr sz="1400" spc="-20" dirty="0">
                          <a:latin typeface="Times New Roman"/>
                          <a:cs typeface="Times New Roman"/>
                        </a:rPr>
                        <a:t>null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560"/>
                        </a:lnSpc>
                      </a:pPr>
                      <a:r>
                        <a:rPr sz="1400" dirty="0">
                          <a:latin typeface="Times New Roman"/>
                          <a:cs typeface="Times New Roman"/>
                        </a:rPr>
                        <a:t>Alternative</a:t>
                      </a:r>
                      <a:r>
                        <a:rPr sz="1400" spc="-70" dirty="0">
                          <a:latin typeface="Times New Roman"/>
                          <a:cs typeface="Times New Roman"/>
                        </a:rPr>
                        <a:t> </a:t>
                      </a:r>
                      <a:r>
                        <a:rPr sz="1400" spc="-20" dirty="0">
                          <a:latin typeface="Times New Roman"/>
                          <a:cs typeface="Times New Roman"/>
                        </a:rPr>
                        <a:t>email</a:t>
                      </a:r>
                      <a:endParaRPr sz="14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pic>
        <p:nvPicPr>
          <p:cNvPr id="8" name="object 8"/>
          <p:cNvPicPr/>
          <p:nvPr/>
        </p:nvPicPr>
        <p:blipFill>
          <a:blip r:embed="rId2"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605790" y="2897314"/>
            <a:ext cx="6677659" cy="6186170"/>
            <a:chOff x="605790" y="2897314"/>
            <a:chExt cx="6677659" cy="618617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608965" y="2900425"/>
              <a:ext cx="6669785" cy="2688590"/>
            </a:xfrm>
            <a:prstGeom prst="rect">
              <a:avLst/>
            </a:prstGeom>
          </p:spPr>
        </p:pic>
        <p:sp>
          <p:nvSpPr>
            <p:cNvPr id="6" name="object 6"/>
            <p:cNvSpPr/>
            <p:nvPr/>
          </p:nvSpPr>
          <p:spPr>
            <a:xfrm>
              <a:off x="607377" y="2898901"/>
              <a:ext cx="6673215" cy="2691765"/>
            </a:xfrm>
            <a:custGeom>
              <a:avLst/>
              <a:gdLst/>
              <a:ahLst/>
              <a:cxnLst/>
              <a:rect l="l" t="t" r="r" b="b"/>
              <a:pathLst>
                <a:path w="6673215" h="2691765">
                  <a:moveTo>
                    <a:pt x="0" y="2691765"/>
                  </a:moveTo>
                  <a:lnTo>
                    <a:pt x="6672960" y="2691765"/>
                  </a:lnTo>
                  <a:lnTo>
                    <a:pt x="6672960" y="0"/>
                  </a:lnTo>
                  <a:lnTo>
                    <a:pt x="0" y="0"/>
                  </a:lnTo>
                  <a:lnTo>
                    <a:pt x="0" y="2691765"/>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651510" y="6031560"/>
              <a:ext cx="6628383" cy="3048635"/>
            </a:xfrm>
            <a:prstGeom prst="rect">
              <a:avLst/>
            </a:prstGeom>
          </p:spPr>
        </p:pic>
        <p:sp>
          <p:nvSpPr>
            <p:cNvPr id="8" name="object 8"/>
            <p:cNvSpPr/>
            <p:nvPr/>
          </p:nvSpPr>
          <p:spPr>
            <a:xfrm>
              <a:off x="649922" y="6029972"/>
              <a:ext cx="6631940" cy="3051810"/>
            </a:xfrm>
            <a:custGeom>
              <a:avLst/>
              <a:gdLst/>
              <a:ahLst/>
              <a:cxnLst/>
              <a:rect l="l" t="t" r="r" b="b"/>
              <a:pathLst>
                <a:path w="6631940" h="3051809">
                  <a:moveTo>
                    <a:pt x="0" y="3051810"/>
                  </a:moveTo>
                  <a:lnTo>
                    <a:pt x="6631558" y="3051810"/>
                  </a:lnTo>
                  <a:lnTo>
                    <a:pt x="6631558" y="0"/>
                  </a:lnTo>
                  <a:lnTo>
                    <a:pt x="0" y="0"/>
                  </a:lnTo>
                  <a:lnTo>
                    <a:pt x="0" y="3051810"/>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889381"/>
            <a:ext cx="5873115" cy="1905635"/>
          </a:xfrm>
          <a:prstGeom prst="rect">
            <a:avLst/>
          </a:prstGeom>
        </p:spPr>
        <p:txBody>
          <a:bodyPr vert="horz" wrap="square" lIns="0" tIns="12700" rIns="0" bIns="0" rtlCol="0">
            <a:spAutoFit/>
          </a:bodyPr>
          <a:lstStyle/>
          <a:p>
            <a:pPr marR="4119879" algn="r">
              <a:lnSpc>
                <a:spcPct val="100000"/>
              </a:lnSpc>
              <a:spcBef>
                <a:spcPts val="100"/>
              </a:spcBef>
            </a:pPr>
            <a:r>
              <a:rPr sz="1600" b="1" dirty="0">
                <a:latin typeface="Times New Roman"/>
                <a:cs typeface="Times New Roman"/>
              </a:rPr>
              <a:t>9.2</a:t>
            </a:r>
            <a:r>
              <a:rPr sz="1600" b="1" spc="-30" dirty="0">
                <a:latin typeface="Times New Roman"/>
                <a:cs typeface="Times New Roman"/>
              </a:rPr>
              <a:t> </a:t>
            </a:r>
            <a:r>
              <a:rPr sz="1600" b="1" dirty="0">
                <a:latin typeface="Times New Roman"/>
                <a:cs typeface="Times New Roman"/>
              </a:rPr>
              <a:t>Interface</a:t>
            </a:r>
            <a:r>
              <a:rPr sz="1600" b="1" spc="-20" dirty="0">
                <a:latin typeface="Times New Roman"/>
                <a:cs typeface="Times New Roman"/>
              </a:rPr>
              <a:t> </a:t>
            </a:r>
            <a:r>
              <a:rPr sz="1600" b="1" spc="-10" dirty="0">
                <a:latin typeface="Times New Roman"/>
                <a:cs typeface="Times New Roman"/>
              </a:rPr>
              <a:t>Design</a:t>
            </a:r>
            <a:endParaRPr sz="1600">
              <a:latin typeface="Times New Roman"/>
              <a:cs typeface="Times New Roman"/>
            </a:endParaRPr>
          </a:p>
          <a:p>
            <a:pPr>
              <a:lnSpc>
                <a:spcPct val="100000"/>
              </a:lnSpc>
              <a:spcBef>
                <a:spcPts val="380"/>
              </a:spcBef>
            </a:pPr>
            <a:endParaRPr sz="1600">
              <a:latin typeface="Times New Roman"/>
              <a:cs typeface="Times New Roman"/>
            </a:endParaRPr>
          </a:p>
          <a:p>
            <a:pPr marL="12700" marR="5080">
              <a:lnSpc>
                <a:spcPct val="102699"/>
              </a:lnSpc>
            </a:pPr>
            <a:r>
              <a:rPr sz="1200" dirty="0">
                <a:latin typeface="Times New Roman"/>
                <a:cs typeface="Times New Roman"/>
              </a:rPr>
              <a:t>The</a:t>
            </a:r>
            <a:r>
              <a:rPr sz="1200" spc="-30" dirty="0">
                <a:latin typeface="Times New Roman"/>
                <a:cs typeface="Times New Roman"/>
              </a:rPr>
              <a:t> </a:t>
            </a:r>
            <a:r>
              <a:rPr sz="1200" b="1" dirty="0">
                <a:latin typeface="Times New Roman"/>
                <a:cs typeface="Times New Roman"/>
              </a:rPr>
              <a:t>Software</a:t>
            </a:r>
            <a:r>
              <a:rPr sz="1200" b="1" spc="-30" dirty="0">
                <a:latin typeface="Times New Roman"/>
                <a:cs typeface="Times New Roman"/>
              </a:rPr>
              <a:t> </a:t>
            </a:r>
            <a:r>
              <a:rPr sz="1200" b="1" dirty="0">
                <a:latin typeface="Times New Roman"/>
                <a:cs typeface="Times New Roman"/>
              </a:rPr>
              <a:t>Support</a:t>
            </a:r>
            <a:r>
              <a:rPr sz="1200" b="1" spc="-50"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dirty="0">
                <a:latin typeface="Times New Roman"/>
                <a:cs typeface="Times New Roman"/>
              </a:rPr>
              <a:t>System</a:t>
            </a:r>
            <a:r>
              <a:rPr sz="1200" b="1" spc="-20" dirty="0">
                <a:latin typeface="Times New Roman"/>
                <a:cs typeface="Times New Roman"/>
              </a:rPr>
              <a:t> </a:t>
            </a:r>
            <a:r>
              <a:rPr sz="1200" dirty="0">
                <a:latin typeface="Times New Roman"/>
                <a:cs typeface="Times New Roman"/>
              </a:rPr>
              <a:t>is</a:t>
            </a:r>
            <a:r>
              <a:rPr sz="1200" spc="-45" dirty="0">
                <a:latin typeface="Times New Roman"/>
                <a:cs typeface="Times New Roman"/>
              </a:rPr>
              <a:t> </a:t>
            </a:r>
            <a:r>
              <a:rPr sz="1200" dirty="0">
                <a:latin typeface="Times New Roman"/>
                <a:cs typeface="Times New Roman"/>
              </a:rPr>
              <a:t>designed</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streamline</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process</a:t>
            </a:r>
            <a:r>
              <a:rPr sz="1200" spc="-4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handling</a:t>
            </a:r>
            <a:r>
              <a:rPr sz="1200" spc="-35" dirty="0">
                <a:latin typeface="Times New Roman"/>
                <a:cs typeface="Times New Roman"/>
              </a:rPr>
              <a:t> </a:t>
            </a:r>
            <a:r>
              <a:rPr sz="1200" spc="-25" dirty="0">
                <a:latin typeface="Times New Roman"/>
                <a:cs typeface="Times New Roman"/>
              </a:rPr>
              <a:t>and </a:t>
            </a:r>
            <a:r>
              <a:rPr sz="1200" dirty="0">
                <a:latin typeface="Times New Roman"/>
                <a:cs typeface="Times New Roman"/>
              </a:rPr>
              <a:t>tracking</a:t>
            </a:r>
            <a:r>
              <a:rPr sz="1200" spc="-45" dirty="0">
                <a:latin typeface="Times New Roman"/>
                <a:cs typeface="Times New Roman"/>
              </a:rPr>
              <a:t> </a:t>
            </a:r>
            <a:r>
              <a:rPr sz="1200" dirty="0">
                <a:latin typeface="Times New Roman"/>
                <a:cs typeface="Times New Roman"/>
              </a:rPr>
              <a:t>issues</a:t>
            </a:r>
            <a:r>
              <a:rPr sz="1200" spc="-35" dirty="0">
                <a:latin typeface="Times New Roman"/>
                <a:cs typeface="Times New Roman"/>
              </a:rPr>
              <a:t> </a:t>
            </a:r>
            <a:r>
              <a:rPr sz="1200" dirty="0">
                <a:latin typeface="Times New Roman"/>
                <a:cs typeface="Times New Roman"/>
              </a:rPr>
              <a:t>reported</a:t>
            </a:r>
            <a:r>
              <a:rPr sz="1200" spc="-20" dirty="0">
                <a:latin typeface="Times New Roman"/>
                <a:cs typeface="Times New Roman"/>
              </a:rPr>
              <a:t> </a:t>
            </a:r>
            <a:r>
              <a:rPr sz="1200" dirty="0">
                <a:latin typeface="Times New Roman"/>
                <a:cs typeface="Times New Roman"/>
              </a:rPr>
              <a:t>by</a:t>
            </a:r>
            <a:r>
              <a:rPr sz="1200" spc="-45" dirty="0">
                <a:latin typeface="Times New Roman"/>
                <a:cs typeface="Times New Roman"/>
              </a:rPr>
              <a:t> </a:t>
            </a:r>
            <a:r>
              <a:rPr sz="1200" dirty="0">
                <a:latin typeface="Times New Roman"/>
                <a:cs typeface="Times New Roman"/>
              </a:rPr>
              <a:t>customers</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our</a:t>
            </a:r>
            <a:r>
              <a:rPr sz="1200" spc="-20" dirty="0">
                <a:latin typeface="Times New Roman"/>
                <a:cs typeface="Times New Roman"/>
              </a:rPr>
              <a:t> </a:t>
            </a:r>
            <a:r>
              <a:rPr sz="1200" dirty="0">
                <a:latin typeface="Times New Roman"/>
                <a:cs typeface="Times New Roman"/>
              </a:rPr>
              <a:t>software</a:t>
            </a:r>
            <a:r>
              <a:rPr sz="1200" spc="-15" dirty="0">
                <a:latin typeface="Times New Roman"/>
                <a:cs typeface="Times New Roman"/>
              </a:rPr>
              <a:t> </a:t>
            </a:r>
            <a:r>
              <a:rPr sz="1200" spc="-10" dirty="0">
                <a:latin typeface="Times New Roman"/>
                <a:cs typeface="Times New Roman"/>
              </a:rPr>
              <a:t>products.</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60"/>
              </a:spcBef>
            </a:pPr>
            <a:endParaRPr sz="1200">
              <a:latin typeface="Times New Roman"/>
              <a:cs typeface="Times New Roman"/>
            </a:endParaRPr>
          </a:p>
          <a:p>
            <a:pPr marL="12700">
              <a:lnSpc>
                <a:spcPct val="100000"/>
              </a:lnSpc>
              <a:spcBef>
                <a:spcPts val="5"/>
              </a:spcBef>
            </a:pPr>
            <a:r>
              <a:rPr sz="1600" b="1" spc="-10" dirty="0">
                <a:latin typeface="Times New Roman"/>
                <a:cs typeface="Times New Roman"/>
              </a:rPr>
              <a:t>Tickety’s</a:t>
            </a:r>
            <a:r>
              <a:rPr sz="1600" b="1" spc="-60" dirty="0">
                <a:latin typeface="Times New Roman"/>
                <a:cs typeface="Times New Roman"/>
              </a:rPr>
              <a:t> </a:t>
            </a:r>
            <a:r>
              <a:rPr sz="1600" b="1" dirty="0">
                <a:latin typeface="Times New Roman"/>
                <a:cs typeface="Times New Roman"/>
              </a:rPr>
              <a:t>Hero</a:t>
            </a:r>
            <a:r>
              <a:rPr sz="1600" b="1" spc="-55" dirty="0">
                <a:latin typeface="Times New Roman"/>
                <a:cs typeface="Times New Roman"/>
              </a:rPr>
              <a:t> </a:t>
            </a:r>
            <a:r>
              <a:rPr sz="1600" b="1" spc="-10" dirty="0">
                <a:latin typeface="Times New Roman"/>
                <a:cs typeface="Times New Roman"/>
              </a:rPr>
              <a:t>Page:</a:t>
            </a:r>
            <a:endParaRPr sz="1600">
              <a:latin typeface="Times New Roman"/>
              <a:cs typeface="Times New Roman"/>
            </a:endParaRPr>
          </a:p>
          <a:p>
            <a:pPr marL="227965" marR="4130040" indent="-227965" algn="r">
              <a:lnSpc>
                <a:spcPct val="100000"/>
              </a:lnSpc>
              <a:spcBef>
                <a:spcPts val="980"/>
              </a:spcBef>
              <a:buFont typeface="Symbol"/>
              <a:buChar char=""/>
              <a:tabLst>
                <a:tab pos="227965" algn="l"/>
              </a:tabLst>
            </a:pPr>
            <a:r>
              <a:rPr sz="1400" b="1" dirty="0">
                <a:latin typeface="Times New Roman"/>
                <a:cs typeface="Times New Roman"/>
              </a:rPr>
              <a:t>The</a:t>
            </a:r>
            <a:r>
              <a:rPr sz="1400" b="1" spc="-15" dirty="0">
                <a:latin typeface="Times New Roman"/>
                <a:cs typeface="Times New Roman"/>
              </a:rPr>
              <a:t> </a:t>
            </a:r>
            <a:r>
              <a:rPr sz="1400" b="1" dirty="0">
                <a:latin typeface="Times New Roman"/>
                <a:cs typeface="Times New Roman"/>
              </a:rPr>
              <a:t>Home</a:t>
            </a:r>
            <a:r>
              <a:rPr sz="1400" b="1" spc="-15" dirty="0">
                <a:latin typeface="Times New Roman"/>
                <a:cs typeface="Times New Roman"/>
              </a:rPr>
              <a:t> </a:t>
            </a:r>
            <a:r>
              <a:rPr sz="1400" b="1" spc="-20" dirty="0">
                <a:latin typeface="Times New Roman"/>
                <a:cs typeface="Times New Roman"/>
              </a:rPr>
              <a:t>Panel</a:t>
            </a:r>
            <a:endParaRPr sz="1400">
              <a:latin typeface="Times New Roman"/>
              <a:cs typeface="Times New Roman"/>
            </a:endParaRPr>
          </a:p>
        </p:txBody>
      </p:sp>
      <p:pic>
        <p:nvPicPr>
          <p:cNvPr id="10" name="object 10"/>
          <p:cNvPicPr/>
          <p:nvPr/>
        </p:nvPicPr>
        <p:blipFill>
          <a:blip r:embed="rId4" cstate="print"/>
          <a:stretch>
            <a:fillRect/>
          </a:stretch>
        </p:blipFill>
        <p:spPr>
          <a:xfrm>
            <a:off x="304800" y="304800"/>
            <a:ext cx="7171055"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631825" y="1765490"/>
            <a:ext cx="6555740" cy="7185659"/>
            <a:chOff x="631825" y="1765490"/>
            <a:chExt cx="6555740" cy="7185659"/>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635000" y="1768601"/>
              <a:ext cx="6549008" cy="2981325"/>
            </a:xfrm>
            <a:prstGeom prst="rect">
              <a:avLst/>
            </a:prstGeom>
          </p:spPr>
        </p:pic>
        <p:sp>
          <p:nvSpPr>
            <p:cNvPr id="6" name="object 6"/>
            <p:cNvSpPr/>
            <p:nvPr/>
          </p:nvSpPr>
          <p:spPr>
            <a:xfrm>
              <a:off x="633412" y="1767077"/>
              <a:ext cx="6552565" cy="2984500"/>
            </a:xfrm>
            <a:custGeom>
              <a:avLst/>
              <a:gdLst/>
              <a:ahLst/>
              <a:cxnLst/>
              <a:rect l="l" t="t" r="r" b="b"/>
              <a:pathLst>
                <a:path w="6552565" h="2984500">
                  <a:moveTo>
                    <a:pt x="0" y="2984500"/>
                  </a:moveTo>
                  <a:lnTo>
                    <a:pt x="6552183" y="2984500"/>
                  </a:lnTo>
                  <a:lnTo>
                    <a:pt x="6552183" y="0"/>
                  </a:lnTo>
                  <a:lnTo>
                    <a:pt x="0" y="0"/>
                  </a:lnTo>
                  <a:lnTo>
                    <a:pt x="0" y="2984500"/>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635000" y="5679567"/>
              <a:ext cx="6528181" cy="2978150"/>
            </a:xfrm>
            <a:prstGeom prst="rect">
              <a:avLst/>
            </a:prstGeom>
          </p:spPr>
        </p:pic>
        <p:sp>
          <p:nvSpPr>
            <p:cNvPr id="8" name="object 8"/>
            <p:cNvSpPr/>
            <p:nvPr/>
          </p:nvSpPr>
          <p:spPr>
            <a:xfrm>
              <a:off x="633412" y="5677916"/>
              <a:ext cx="6531609" cy="2981325"/>
            </a:xfrm>
            <a:custGeom>
              <a:avLst/>
              <a:gdLst/>
              <a:ahLst/>
              <a:cxnLst/>
              <a:rect l="l" t="t" r="r" b="b"/>
              <a:pathLst>
                <a:path w="6531609" h="2981325">
                  <a:moveTo>
                    <a:pt x="0" y="2981325"/>
                  </a:moveTo>
                  <a:lnTo>
                    <a:pt x="6531356" y="2981325"/>
                  </a:lnTo>
                  <a:lnTo>
                    <a:pt x="6531356" y="0"/>
                  </a:lnTo>
                  <a:lnTo>
                    <a:pt x="0" y="0"/>
                  </a:lnTo>
                  <a:lnTo>
                    <a:pt x="0" y="2981325"/>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1130617" y="1194181"/>
            <a:ext cx="1177290"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dirty="0">
                <a:latin typeface="Times New Roman"/>
                <a:cs typeface="Times New Roman"/>
              </a:rPr>
              <a:t>Home</a:t>
            </a:r>
            <a:r>
              <a:rPr sz="1400" b="1" spc="-25" dirty="0">
                <a:latin typeface="Times New Roman"/>
                <a:cs typeface="Times New Roman"/>
              </a:rPr>
              <a:t> </a:t>
            </a:r>
            <a:r>
              <a:rPr sz="1400" b="1" spc="-10" dirty="0">
                <a:latin typeface="Times New Roman"/>
                <a:cs typeface="Times New Roman"/>
              </a:rPr>
              <a:t>Panel</a:t>
            </a:r>
            <a:endParaRPr sz="1400">
              <a:latin typeface="Times New Roman"/>
              <a:cs typeface="Times New Roman"/>
            </a:endParaRPr>
          </a:p>
        </p:txBody>
      </p:sp>
      <p:sp>
        <p:nvSpPr>
          <p:cNvPr id="10" name="object 10"/>
          <p:cNvSpPr txBox="1"/>
          <p:nvPr/>
        </p:nvSpPr>
        <p:spPr>
          <a:xfrm>
            <a:off x="1130617" y="5309870"/>
            <a:ext cx="1503680"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Services</a:t>
            </a:r>
            <a:r>
              <a:rPr sz="1600" b="1" spc="-50" dirty="0">
                <a:latin typeface="Times New Roman"/>
                <a:cs typeface="Times New Roman"/>
              </a:rPr>
              <a:t> </a:t>
            </a:r>
            <a:r>
              <a:rPr sz="1600" b="1" spc="-20" dirty="0">
                <a:latin typeface="Times New Roman"/>
                <a:cs typeface="Times New Roman"/>
              </a:rPr>
              <a:t>Panel</a:t>
            </a:r>
            <a:endParaRPr sz="16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612140" y="1801939"/>
            <a:ext cx="6520815" cy="7148830"/>
            <a:chOff x="612140" y="1801939"/>
            <a:chExt cx="6520815" cy="714883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615315" y="1805177"/>
              <a:ext cx="6511671" cy="2940685"/>
            </a:xfrm>
            <a:prstGeom prst="rect">
              <a:avLst/>
            </a:prstGeom>
          </p:spPr>
        </p:pic>
        <p:sp>
          <p:nvSpPr>
            <p:cNvPr id="6" name="object 6"/>
            <p:cNvSpPr/>
            <p:nvPr/>
          </p:nvSpPr>
          <p:spPr>
            <a:xfrm>
              <a:off x="613727" y="1803526"/>
              <a:ext cx="6515100" cy="2943860"/>
            </a:xfrm>
            <a:custGeom>
              <a:avLst/>
              <a:gdLst/>
              <a:ahLst/>
              <a:cxnLst/>
              <a:rect l="l" t="t" r="r" b="b"/>
              <a:pathLst>
                <a:path w="6515100" h="2943860">
                  <a:moveTo>
                    <a:pt x="0" y="2943860"/>
                  </a:moveTo>
                  <a:lnTo>
                    <a:pt x="6514846" y="2943860"/>
                  </a:lnTo>
                  <a:lnTo>
                    <a:pt x="6514846" y="0"/>
                  </a:lnTo>
                  <a:lnTo>
                    <a:pt x="0" y="0"/>
                  </a:lnTo>
                  <a:lnTo>
                    <a:pt x="0" y="2943860"/>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622935" y="5646547"/>
              <a:ext cx="6506591" cy="2956560"/>
            </a:xfrm>
            <a:prstGeom prst="rect">
              <a:avLst/>
            </a:prstGeom>
          </p:spPr>
        </p:pic>
        <p:sp>
          <p:nvSpPr>
            <p:cNvPr id="8" name="object 8"/>
            <p:cNvSpPr/>
            <p:nvPr/>
          </p:nvSpPr>
          <p:spPr>
            <a:xfrm>
              <a:off x="621347" y="5644895"/>
              <a:ext cx="6510020" cy="2959735"/>
            </a:xfrm>
            <a:custGeom>
              <a:avLst/>
              <a:gdLst/>
              <a:ahLst/>
              <a:cxnLst/>
              <a:rect l="l" t="t" r="r" b="b"/>
              <a:pathLst>
                <a:path w="6510020" h="2959734">
                  <a:moveTo>
                    <a:pt x="0" y="2959735"/>
                  </a:moveTo>
                  <a:lnTo>
                    <a:pt x="6509766" y="2959735"/>
                  </a:lnTo>
                  <a:lnTo>
                    <a:pt x="6509766" y="0"/>
                  </a:lnTo>
                  <a:lnTo>
                    <a:pt x="0" y="0"/>
                  </a:lnTo>
                  <a:lnTo>
                    <a:pt x="0" y="2959735"/>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1130617" y="1194181"/>
            <a:ext cx="1570990"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Services</a:t>
            </a:r>
            <a:r>
              <a:rPr sz="1600" b="1" spc="-50" dirty="0">
                <a:latin typeface="Times New Roman"/>
                <a:cs typeface="Times New Roman"/>
              </a:rPr>
              <a:t> </a:t>
            </a:r>
            <a:r>
              <a:rPr sz="1600" b="1" spc="-10" dirty="0">
                <a:latin typeface="Times New Roman"/>
                <a:cs typeface="Times New Roman"/>
              </a:rPr>
              <a:t>Panel:</a:t>
            </a:r>
            <a:endParaRPr sz="1600">
              <a:latin typeface="Times New Roman"/>
              <a:cs typeface="Times New Roman"/>
            </a:endParaRPr>
          </a:p>
        </p:txBody>
      </p:sp>
      <p:sp>
        <p:nvSpPr>
          <p:cNvPr id="10" name="object 10"/>
          <p:cNvSpPr txBox="1"/>
          <p:nvPr/>
        </p:nvSpPr>
        <p:spPr>
          <a:xfrm>
            <a:off x="1130617" y="5241290"/>
            <a:ext cx="1395095"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spc="-20" dirty="0">
                <a:latin typeface="Times New Roman"/>
                <a:cs typeface="Times New Roman"/>
              </a:rPr>
              <a:t>Tutorial</a:t>
            </a:r>
            <a:r>
              <a:rPr sz="1400" b="1" spc="-30" dirty="0">
                <a:latin typeface="Times New Roman"/>
                <a:cs typeface="Times New Roman"/>
              </a:rPr>
              <a:t> </a:t>
            </a:r>
            <a:r>
              <a:rPr sz="1400" b="1" spc="-10" dirty="0">
                <a:latin typeface="Times New Roman"/>
                <a:cs typeface="Times New Roman"/>
              </a:rPr>
              <a:t>Panel:</a:t>
            </a:r>
            <a:endParaRPr sz="14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49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89381"/>
            <a:ext cx="5972175" cy="6412230"/>
          </a:xfrm>
          <a:prstGeom prst="rect">
            <a:avLst/>
          </a:prstGeom>
        </p:spPr>
        <p:txBody>
          <a:bodyPr vert="horz" wrap="square" lIns="0" tIns="12700" rIns="0" bIns="0" rtlCol="0">
            <a:spAutoFit/>
          </a:bodyPr>
          <a:lstStyle/>
          <a:p>
            <a:pPr algn="ctr">
              <a:lnSpc>
                <a:spcPct val="100000"/>
              </a:lnSpc>
              <a:spcBef>
                <a:spcPts val="100"/>
              </a:spcBef>
            </a:pPr>
            <a:r>
              <a:rPr sz="1800" b="1" dirty="0">
                <a:latin typeface="Times New Roman"/>
                <a:cs typeface="Times New Roman"/>
              </a:rPr>
              <a:t>Company’s</a:t>
            </a:r>
            <a:r>
              <a:rPr sz="1800" b="1" spc="-95" dirty="0">
                <a:latin typeface="Times New Roman"/>
                <a:cs typeface="Times New Roman"/>
              </a:rPr>
              <a:t> </a:t>
            </a:r>
            <a:r>
              <a:rPr sz="1800" b="1" spc="-10" dirty="0">
                <a:latin typeface="Times New Roman"/>
                <a:cs typeface="Times New Roman"/>
              </a:rPr>
              <a:t>Workflow</a:t>
            </a:r>
            <a:endParaRPr sz="1800">
              <a:latin typeface="Times New Roman"/>
              <a:cs typeface="Times New Roman"/>
            </a:endParaRPr>
          </a:p>
          <a:p>
            <a:pPr>
              <a:lnSpc>
                <a:spcPct val="100000"/>
              </a:lnSpc>
              <a:spcBef>
                <a:spcPts val="1350"/>
              </a:spcBef>
            </a:pPr>
            <a:endParaRPr sz="1800">
              <a:latin typeface="Times New Roman"/>
              <a:cs typeface="Times New Roman"/>
            </a:endParaRPr>
          </a:p>
          <a:p>
            <a:pPr marL="12700" algn="just">
              <a:lnSpc>
                <a:spcPct val="100000"/>
              </a:lnSpc>
            </a:pPr>
            <a:r>
              <a:rPr sz="1800" b="1" dirty="0">
                <a:latin typeface="Times New Roman"/>
                <a:cs typeface="Times New Roman"/>
              </a:rPr>
              <a:t>What is</a:t>
            </a:r>
            <a:r>
              <a:rPr sz="1800" b="1" spc="5" dirty="0">
                <a:latin typeface="Times New Roman"/>
                <a:cs typeface="Times New Roman"/>
              </a:rPr>
              <a:t> </a:t>
            </a:r>
            <a:r>
              <a:rPr sz="1800" b="1" spc="-10" dirty="0">
                <a:latin typeface="Times New Roman"/>
                <a:cs typeface="Times New Roman"/>
              </a:rPr>
              <a:t>ticket?</a:t>
            </a:r>
            <a:endParaRPr sz="1800">
              <a:latin typeface="Times New Roman"/>
              <a:cs typeface="Times New Roman"/>
            </a:endParaRPr>
          </a:p>
          <a:p>
            <a:pPr marL="12700" marR="6985" algn="just">
              <a:lnSpc>
                <a:spcPct val="103499"/>
              </a:lnSpc>
              <a:spcBef>
                <a:spcPts val="830"/>
              </a:spcBef>
            </a:pP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this</a:t>
            </a:r>
            <a:r>
              <a:rPr sz="1200" spc="-10" dirty="0">
                <a:latin typeface="Times New Roman"/>
                <a:cs typeface="Times New Roman"/>
              </a:rPr>
              <a:t> </a:t>
            </a:r>
            <a:r>
              <a:rPr sz="1200" dirty="0">
                <a:latin typeface="Times New Roman"/>
                <a:cs typeface="Times New Roman"/>
              </a:rPr>
              <a:t>system,</a:t>
            </a:r>
            <a:r>
              <a:rPr sz="1200" spc="-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"ticket"</a:t>
            </a:r>
            <a:r>
              <a:rPr sz="1200" spc="-15" dirty="0">
                <a:latin typeface="Times New Roman"/>
                <a:cs typeface="Times New Roman"/>
              </a:rPr>
              <a:t> </a:t>
            </a:r>
            <a:r>
              <a:rPr sz="1200" dirty="0">
                <a:latin typeface="Times New Roman"/>
                <a:cs typeface="Times New Roman"/>
              </a:rPr>
              <a:t>serves</a:t>
            </a:r>
            <a:r>
              <a:rPr sz="1200" spc="-10" dirty="0">
                <a:latin typeface="Times New Roman"/>
                <a:cs typeface="Times New Roman"/>
              </a:rPr>
              <a:t> </a:t>
            </a:r>
            <a:r>
              <a:rPr sz="1200" dirty="0">
                <a:latin typeface="Times New Roman"/>
                <a:cs typeface="Times New Roman"/>
              </a:rPr>
              <a:t>as</a:t>
            </a:r>
            <a:r>
              <a:rPr sz="1200" spc="-1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record</a:t>
            </a:r>
            <a:r>
              <a:rPr sz="1200" spc="-5" dirty="0">
                <a:latin typeface="Times New Roman"/>
                <a:cs typeface="Times New Roman"/>
              </a:rPr>
              <a:t> </a:t>
            </a:r>
            <a:r>
              <a:rPr sz="1200" dirty="0">
                <a:latin typeface="Times New Roman"/>
                <a:cs typeface="Times New Roman"/>
              </a:rPr>
              <a:t>for</a:t>
            </a:r>
            <a:r>
              <a:rPr sz="1200" spc="-5" dirty="0">
                <a:latin typeface="Times New Roman"/>
                <a:cs typeface="Times New Roman"/>
              </a:rPr>
              <a:t> </a:t>
            </a:r>
            <a:r>
              <a:rPr sz="1200" dirty="0">
                <a:latin typeface="Times New Roman"/>
                <a:cs typeface="Times New Roman"/>
              </a:rPr>
              <a:t>any</a:t>
            </a:r>
            <a:r>
              <a:rPr sz="1200" spc="-5" dirty="0">
                <a:latin typeface="Times New Roman"/>
                <a:cs typeface="Times New Roman"/>
              </a:rPr>
              <a:t> </a:t>
            </a:r>
            <a:r>
              <a:rPr sz="1200" dirty="0">
                <a:latin typeface="Times New Roman"/>
                <a:cs typeface="Times New Roman"/>
              </a:rPr>
              <a:t>technical problem,</a:t>
            </a:r>
            <a:r>
              <a:rPr sz="1200" spc="-5" dirty="0">
                <a:latin typeface="Times New Roman"/>
                <a:cs typeface="Times New Roman"/>
              </a:rPr>
              <a:t> </a:t>
            </a:r>
            <a:r>
              <a:rPr sz="1200" dirty="0">
                <a:latin typeface="Times New Roman"/>
                <a:cs typeface="Times New Roman"/>
              </a:rPr>
              <a:t>question,</a:t>
            </a:r>
            <a:r>
              <a:rPr sz="1200" spc="-5" dirty="0">
                <a:latin typeface="Times New Roman"/>
                <a:cs typeface="Times New Roman"/>
              </a:rPr>
              <a:t> </a:t>
            </a:r>
            <a:r>
              <a:rPr sz="1200" dirty="0">
                <a:latin typeface="Times New Roman"/>
                <a:cs typeface="Times New Roman"/>
              </a:rPr>
              <a:t>or</a:t>
            </a:r>
            <a:r>
              <a:rPr sz="1200" spc="-5" dirty="0">
                <a:latin typeface="Times New Roman"/>
                <a:cs typeface="Times New Roman"/>
              </a:rPr>
              <a:t> </a:t>
            </a:r>
            <a:r>
              <a:rPr sz="1200" dirty="0">
                <a:latin typeface="Times New Roman"/>
                <a:cs typeface="Times New Roman"/>
              </a:rPr>
              <a:t>request</a:t>
            </a:r>
            <a:r>
              <a:rPr sz="1200" spc="-5" dirty="0">
                <a:latin typeface="Times New Roman"/>
                <a:cs typeface="Times New Roman"/>
              </a:rPr>
              <a:t> </a:t>
            </a:r>
            <a:r>
              <a:rPr sz="1200" spc="-10" dirty="0">
                <a:latin typeface="Times New Roman"/>
                <a:cs typeface="Times New Roman"/>
              </a:rPr>
              <a:t>raised </a:t>
            </a:r>
            <a:r>
              <a:rPr sz="1200" dirty="0">
                <a:latin typeface="Times New Roman"/>
                <a:cs typeface="Times New Roman"/>
              </a:rPr>
              <a:t>by</a:t>
            </a:r>
            <a:r>
              <a:rPr sz="1200" spc="200" dirty="0">
                <a:latin typeface="Times New Roman"/>
                <a:cs typeface="Times New Roman"/>
              </a:rPr>
              <a:t> </a:t>
            </a:r>
            <a:r>
              <a:rPr sz="1200" dirty="0">
                <a:latin typeface="Times New Roman"/>
                <a:cs typeface="Times New Roman"/>
              </a:rPr>
              <a:t>a</a:t>
            </a:r>
            <a:r>
              <a:rPr sz="1200" spc="215" dirty="0">
                <a:latin typeface="Times New Roman"/>
                <a:cs typeface="Times New Roman"/>
              </a:rPr>
              <a:t> </a:t>
            </a:r>
            <a:r>
              <a:rPr sz="1200" dirty="0">
                <a:latin typeface="Times New Roman"/>
                <a:cs typeface="Times New Roman"/>
              </a:rPr>
              <a:t>client.</a:t>
            </a:r>
            <a:r>
              <a:rPr sz="1200" spc="145" dirty="0">
                <a:latin typeface="Times New Roman"/>
                <a:cs typeface="Times New Roman"/>
              </a:rPr>
              <a:t> </a:t>
            </a:r>
            <a:r>
              <a:rPr sz="1200" dirty="0">
                <a:latin typeface="Times New Roman"/>
                <a:cs typeface="Times New Roman"/>
              </a:rPr>
              <a:t>Tickets</a:t>
            </a:r>
            <a:r>
              <a:rPr sz="1200" spc="195" dirty="0">
                <a:latin typeface="Times New Roman"/>
                <a:cs typeface="Times New Roman"/>
              </a:rPr>
              <a:t> </a:t>
            </a:r>
            <a:r>
              <a:rPr sz="1200" dirty="0">
                <a:latin typeface="Times New Roman"/>
                <a:cs typeface="Times New Roman"/>
              </a:rPr>
              <a:t>allow</a:t>
            </a:r>
            <a:r>
              <a:rPr sz="1200" spc="200" dirty="0">
                <a:latin typeface="Times New Roman"/>
                <a:cs typeface="Times New Roman"/>
              </a:rPr>
              <a:t> </a:t>
            </a:r>
            <a:r>
              <a:rPr sz="1200" dirty="0">
                <a:latin typeface="Times New Roman"/>
                <a:cs typeface="Times New Roman"/>
              </a:rPr>
              <a:t>both</a:t>
            </a:r>
            <a:r>
              <a:rPr sz="1200" spc="185" dirty="0">
                <a:latin typeface="Times New Roman"/>
                <a:cs typeface="Times New Roman"/>
              </a:rPr>
              <a:t> </a:t>
            </a:r>
            <a:r>
              <a:rPr sz="1200" dirty="0">
                <a:latin typeface="Times New Roman"/>
                <a:cs typeface="Times New Roman"/>
              </a:rPr>
              <a:t>customers</a:t>
            </a:r>
            <a:r>
              <a:rPr sz="1200" spc="200" dirty="0">
                <a:latin typeface="Times New Roman"/>
                <a:cs typeface="Times New Roman"/>
              </a:rPr>
              <a:t> </a:t>
            </a:r>
            <a:r>
              <a:rPr sz="1200" dirty="0">
                <a:latin typeface="Times New Roman"/>
                <a:cs typeface="Times New Roman"/>
              </a:rPr>
              <a:t>and</a:t>
            </a:r>
            <a:r>
              <a:rPr sz="1200" spc="200" dirty="0">
                <a:latin typeface="Times New Roman"/>
                <a:cs typeface="Times New Roman"/>
              </a:rPr>
              <a:t> </a:t>
            </a:r>
            <a:r>
              <a:rPr sz="1200" dirty="0">
                <a:latin typeface="Times New Roman"/>
                <a:cs typeface="Times New Roman"/>
              </a:rPr>
              <a:t>company</a:t>
            </a:r>
            <a:r>
              <a:rPr sz="1200" spc="229" dirty="0">
                <a:latin typeface="Times New Roman"/>
                <a:cs typeface="Times New Roman"/>
              </a:rPr>
              <a:t> </a:t>
            </a:r>
            <a:r>
              <a:rPr sz="1200" dirty="0">
                <a:latin typeface="Times New Roman"/>
                <a:cs typeface="Times New Roman"/>
              </a:rPr>
              <a:t>representatives</a:t>
            </a:r>
            <a:r>
              <a:rPr sz="1200" spc="200" dirty="0">
                <a:latin typeface="Times New Roman"/>
                <a:cs typeface="Times New Roman"/>
              </a:rPr>
              <a:t> </a:t>
            </a:r>
            <a:r>
              <a:rPr sz="1200" dirty="0">
                <a:latin typeface="Times New Roman"/>
                <a:cs typeface="Times New Roman"/>
              </a:rPr>
              <a:t>to</a:t>
            </a:r>
            <a:r>
              <a:rPr sz="1200" spc="185" dirty="0">
                <a:latin typeface="Times New Roman"/>
                <a:cs typeface="Times New Roman"/>
              </a:rPr>
              <a:t> </a:t>
            </a:r>
            <a:r>
              <a:rPr sz="1200" dirty="0">
                <a:latin typeface="Times New Roman"/>
                <a:cs typeface="Times New Roman"/>
              </a:rPr>
              <a:t>effectively</a:t>
            </a:r>
            <a:r>
              <a:rPr sz="1200" spc="185" dirty="0">
                <a:latin typeface="Times New Roman"/>
                <a:cs typeface="Times New Roman"/>
              </a:rPr>
              <a:t> </a:t>
            </a:r>
            <a:r>
              <a:rPr sz="1200" spc="-10" dirty="0">
                <a:latin typeface="Times New Roman"/>
                <a:cs typeface="Times New Roman"/>
              </a:rPr>
              <a:t>report, </a:t>
            </a:r>
            <a:r>
              <a:rPr sz="1200" dirty="0">
                <a:latin typeface="Times New Roman"/>
                <a:cs typeface="Times New Roman"/>
              </a:rPr>
              <a:t>manage,</a:t>
            </a:r>
            <a:r>
              <a:rPr sz="1200" spc="-3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resolve</a:t>
            </a:r>
            <a:r>
              <a:rPr sz="1200" spc="-5" dirty="0">
                <a:latin typeface="Times New Roman"/>
                <a:cs typeface="Times New Roman"/>
              </a:rPr>
              <a:t> </a:t>
            </a:r>
            <a:r>
              <a:rPr sz="1200" spc="-10" dirty="0">
                <a:latin typeface="Times New Roman"/>
                <a:cs typeface="Times New Roman"/>
              </a:rPr>
              <a:t>software-</a:t>
            </a:r>
            <a:r>
              <a:rPr sz="1200" dirty="0">
                <a:latin typeface="Times New Roman"/>
                <a:cs typeface="Times New Roman"/>
              </a:rPr>
              <a:t>related</a:t>
            </a:r>
            <a:r>
              <a:rPr sz="1200" spc="-10" dirty="0">
                <a:latin typeface="Times New Roman"/>
                <a:cs typeface="Times New Roman"/>
              </a:rPr>
              <a:t> issues.</a:t>
            </a:r>
            <a:endParaRPr sz="1200">
              <a:latin typeface="Times New Roman"/>
              <a:cs typeface="Times New Roman"/>
            </a:endParaRPr>
          </a:p>
          <a:p>
            <a:pPr marL="12700" marR="5080" algn="just">
              <a:lnSpc>
                <a:spcPct val="103299"/>
              </a:lnSpc>
              <a:spcBef>
                <a:spcPts val="815"/>
              </a:spcBef>
            </a:pPr>
            <a:r>
              <a:rPr sz="1200" dirty="0">
                <a:latin typeface="Times New Roman"/>
                <a:cs typeface="Times New Roman"/>
              </a:rPr>
              <a:t>When</a:t>
            </a:r>
            <a:r>
              <a:rPr sz="1200" spc="285" dirty="0">
                <a:latin typeface="Times New Roman"/>
                <a:cs typeface="Times New Roman"/>
              </a:rPr>
              <a:t> </a:t>
            </a:r>
            <a:r>
              <a:rPr sz="1200" dirty="0">
                <a:latin typeface="Times New Roman"/>
                <a:cs typeface="Times New Roman"/>
              </a:rPr>
              <a:t>a</a:t>
            </a:r>
            <a:r>
              <a:rPr sz="1200" spc="280" dirty="0">
                <a:latin typeface="Times New Roman"/>
                <a:cs typeface="Times New Roman"/>
              </a:rPr>
              <a:t> </a:t>
            </a:r>
            <a:r>
              <a:rPr sz="1200" dirty="0">
                <a:latin typeface="Times New Roman"/>
                <a:cs typeface="Times New Roman"/>
              </a:rPr>
              <a:t>customer</a:t>
            </a:r>
            <a:r>
              <a:rPr sz="1200" spc="270" dirty="0">
                <a:latin typeface="Times New Roman"/>
                <a:cs typeface="Times New Roman"/>
              </a:rPr>
              <a:t> </a:t>
            </a:r>
            <a:r>
              <a:rPr sz="1200" dirty="0">
                <a:latin typeface="Times New Roman"/>
                <a:cs typeface="Times New Roman"/>
              </a:rPr>
              <a:t>encounters</a:t>
            </a:r>
            <a:r>
              <a:rPr sz="1200" spc="285" dirty="0">
                <a:latin typeface="Times New Roman"/>
                <a:cs typeface="Times New Roman"/>
              </a:rPr>
              <a:t> </a:t>
            </a:r>
            <a:r>
              <a:rPr sz="1200" dirty="0">
                <a:latin typeface="Times New Roman"/>
                <a:cs typeface="Times New Roman"/>
              </a:rPr>
              <a:t>an</a:t>
            </a:r>
            <a:r>
              <a:rPr sz="1200" spc="270" dirty="0">
                <a:latin typeface="Times New Roman"/>
                <a:cs typeface="Times New Roman"/>
              </a:rPr>
              <a:t> </a:t>
            </a:r>
            <a:r>
              <a:rPr sz="1200" dirty="0">
                <a:latin typeface="Times New Roman"/>
                <a:cs typeface="Times New Roman"/>
              </a:rPr>
              <a:t>issue,</a:t>
            </a:r>
            <a:r>
              <a:rPr sz="1200" spc="290" dirty="0">
                <a:latin typeface="Times New Roman"/>
                <a:cs typeface="Times New Roman"/>
              </a:rPr>
              <a:t> </a:t>
            </a:r>
            <a:r>
              <a:rPr sz="1200" dirty="0">
                <a:latin typeface="Times New Roman"/>
                <a:cs typeface="Times New Roman"/>
              </a:rPr>
              <a:t>they</a:t>
            </a:r>
            <a:r>
              <a:rPr sz="1200" spc="270" dirty="0">
                <a:latin typeface="Times New Roman"/>
                <a:cs typeface="Times New Roman"/>
              </a:rPr>
              <a:t> </a:t>
            </a:r>
            <a:r>
              <a:rPr sz="1200" dirty="0">
                <a:latin typeface="Times New Roman"/>
                <a:cs typeface="Times New Roman"/>
              </a:rPr>
              <a:t>can</a:t>
            </a:r>
            <a:r>
              <a:rPr sz="1200" spc="270" dirty="0">
                <a:latin typeface="Times New Roman"/>
                <a:cs typeface="Times New Roman"/>
              </a:rPr>
              <a:t> </a:t>
            </a:r>
            <a:r>
              <a:rPr sz="1200" dirty="0">
                <a:latin typeface="Times New Roman"/>
                <a:cs typeface="Times New Roman"/>
              </a:rPr>
              <a:t>create</a:t>
            </a:r>
            <a:r>
              <a:rPr sz="1200" spc="280" dirty="0">
                <a:latin typeface="Times New Roman"/>
                <a:cs typeface="Times New Roman"/>
              </a:rPr>
              <a:t> </a:t>
            </a:r>
            <a:r>
              <a:rPr sz="1200" dirty="0">
                <a:latin typeface="Times New Roman"/>
                <a:cs typeface="Times New Roman"/>
              </a:rPr>
              <a:t>a</a:t>
            </a:r>
            <a:r>
              <a:rPr sz="1200" spc="280" dirty="0">
                <a:latin typeface="Times New Roman"/>
                <a:cs typeface="Times New Roman"/>
              </a:rPr>
              <a:t> </a:t>
            </a:r>
            <a:r>
              <a:rPr sz="1200" dirty="0">
                <a:latin typeface="Times New Roman"/>
                <a:cs typeface="Times New Roman"/>
              </a:rPr>
              <a:t>ticket</a:t>
            </a:r>
            <a:r>
              <a:rPr sz="1200" spc="295" dirty="0">
                <a:latin typeface="Times New Roman"/>
                <a:cs typeface="Times New Roman"/>
              </a:rPr>
              <a:t> </a:t>
            </a:r>
            <a:r>
              <a:rPr sz="1200" dirty="0">
                <a:latin typeface="Times New Roman"/>
                <a:cs typeface="Times New Roman"/>
              </a:rPr>
              <a:t>specifying</a:t>
            </a:r>
            <a:r>
              <a:rPr sz="1200" spc="270" dirty="0">
                <a:latin typeface="Times New Roman"/>
                <a:cs typeface="Times New Roman"/>
              </a:rPr>
              <a:t> </a:t>
            </a:r>
            <a:r>
              <a:rPr sz="1200" dirty="0">
                <a:latin typeface="Times New Roman"/>
                <a:cs typeface="Times New Roman"/>
              </a:rPr>
              <a:t>the</a:t>
            </a:r>
            <a:r>
              <a:rPr sz="1200" spc="295" dirty="0">
                <a:latin typeface="Times New Roman"/>
                <a:cs typeface="Times New Roman"/>
              </a:rPr>
              <a:t> </a:t>
            </a:r>
            <a:r>
              <a:rPr sz="1200" dirty="0">
                <a:latin typeface="Times New Roman"/>
                <a:cs typeface="Times New Roman"/>
              </a:rPr>
              <a:t>subject</a:t>
            </a:r>
            <a:r>
              <a:rPr sz="1200" spc="295" dirty="0">
                <a:latin typeface="Times New Roman"/>
                <a:cs typeface="Times New Roman"/>
              </a:rPr>
              <a:t> </a:t>
            </a:r>
            <a:r>
              <a:rPr sz="1200" spc="-25" dirty="0">
                <a:latin typeface="Times New Roman"/>
                <a:cs typeface="Times New Roman"/>
              </a:rPr>
              <a:t>and </a:t>
            </a:r>
            <a:r>
              <a:rPr sz="1200" dirty="0">
                <a:latin typeface="Times New Roman"/>
                <a:cs typeface="Times New Roman"/>
              </a:rPr>
              <a:t>description</a:t>
            </a:r>
            <a:r>
              <a:rPr sz="1200" spc="-6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problem.</a:t>
            </a:r>
            <a:r>
              <a:rPr sz="1200" spc="-65" dirty="0">
                <a:latin typeface="Times New Roman"/>
                <a:cs typeface="Times New Roman"/>
              </a:rPr>
              <a:t> </a:t>
            </a:r>
            <a:r>
              <a:rPr sz="1200" spc="-20" dirty="0">
                <a:latin typeface="Times New Roman"/>
                <a:cs typeface="Times New Roman"/>
              </a:rPr>
              <a:t>Alternatively,</a:t>
            </a:r>
            <a:r>
              <a:rPr sz="1200" spc="-30"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reports</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issue</a:t>
            </a:r>
            <a:r>
              <a:rPr sz="1200" spc="-20" dirty="0">
                <a:latin typeface="Times New Roman"/>
                <a:cs typeface="Times New Roman"/>
              </a:rPr>
              <a:t> </a:t>
            </a:r>
            <a:r>
              <a:rPr sz="1200" spc="-10" dirty="0">
                <a:latin typeface="Times New Roman"/>
                <a:cs typeface="Times New Roman"/>
              </a:rPr>
              <a:t>verbally,</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developer</a:t>
            </a:r>
            <a:r>
              <a:rPr sz="1200" spc="-25" dirty="0">
                <a:latin typeface="Times New Roman"/>
                <a:cs typeface="Times New Roman"/>
              </a:rPr>
              <a:t> or </a:t>
            </a:r>
            <a:r>
              <a:rPr sz="1200" dirty="0">
                <a:latin typeface="Times New Roman"/>
                <a:cs typeface="Times New Roman"/>
              </a:rPr>
              <a:t>any authorized</a:t>
            </a:r>
            <a:r>
              <a:rPr sz="1200" spc="5" dirty="0">
                <a:latin typeface="Times New Roman"/>
                <a:cs typeface="Times New Roman"/>
              </a:rPr>
              <a:t> </a:t>
            </a:r>
            <a:r>
              <a:rPr sz="1200" dirty="0">
                <a:latin typeface="Times New Roman"/>
                <a:cs typeface="Times New Roman"/>
              </a:rPr>
              <a:t>company representative</a:t>
            </a:r>
            <a:r>
              <a:rPr sz="1200" spc="-5" dirty="0">
                <a:latin typeface="Times New Roman"/>
                <a:cs typeface="Times New Roman"/>
              </a:rPr>
              <a:t> </a:t>
            </a:r>
            <a:r>
              <a:rPr sz="1200" dirty="0">
                <a:latin typeface="Times New Roman"/>
                <a:cs typeface="Times New Roman"/>
              </a:rPr>
              <a:t>can</a:t>
            </a:r>
            <a:r>
              <a:rPr sz="1200" spc="5" dirty="0">
                <a:latin typeface="Times New Roman"/>
                <a:cs typeface="Times New Roman"/>
              </a:rPr>
              <a:t> </a:t>
            </a:r>
            <a:r>
              <a:rPr sz="1200" dirty="0">
                <a:latin typeface="Times New Roman"/>
                <a:cs typeface="Times New Roman"/>
              </a:rPr>
              <a:t>create</a:t>
            </a:r>
            <a:r>
              <a:rPr sz="1200" spc="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ticket</a:t>
            </a:r>
            <a:r>
              <a:rPr sz="1200" spc="5" dirty="0">
                <a:latin typeface="Times New Roman"/>
                <a:cs typeface="Times New Roman"/>
              </a:rPr>
              <a:t> </a:t>
            </a:r>
            <a:r>
              <a:rPr sz="1200" dirty="0">
                <a:latin typeface="Times New Roman"/>
                <a:cs typeface="Times New Roman"/>
              </a:rPr>
              <a:t>on</a:t>
            </a:r>
            <a:r>
              <a:rPr sz="1200" spc="5" dirty="0">
                <a:latin typeface="Times New Roman"/>
                <a:cs typeface="Times New Roman"/>
              </a:rPr>
              <a:t> </a:t>
            </a:r>
            <a:r>
              <a:rPr sz="1200" dirty="0">
                <a:latin typeface="Times New Roman"/>
                <a:cs typeface="Times New Roman"/>
              </a:rPr>
              <a:t>their behalf.</a:t>
            </a:r>
            <a:r>
              <a:rPr sz="1200" spc="5" dirty="0">
                <a:latin typeface="Times New Roman"/>
                <a:cs typeface="Times New Roman"/>
              </a:rPr>
              <a:t> </a:t>
            </a:r>
            <a:r>
              <a:rPr sz="1200" dirty="0">
                <a:latin typeface="Times New Roman"/>
                <a:cs typeface="Times New Roman"/>
              </a:rPr>
              <a:t>Each ticket</a:t>
            </a:r>
            <a:r>
              <a:rPr sz="1200" spc="10" dirty="0">
                <a:latin typeface="Times New Roman"/>
                <a:cs typeface="Times New Roman"/>
              </a:rPr>
              <a:t> </a:t>
            </a:r>
            <a:r>
              <a:rPr sz="1200" spc="-10" dirty="0">
                <a:latin typeface="Times New Roman"/>
                <a:cs typeface="Times New Roman"/>
              </a:rPr>
              <a:t>includes </a:t>
            </a:r>
            <a:r>
              <a:rPr sz="1200" dirty="0">
                <a:latin typeface="Times New Roman"/>
                <a:cs typeface="Times New Roman"/>
              </a:rPr>
              <a:t>fields</a:t>
            </a:r>
            <a:r>
              <a:rPr sz="1200" spc="-40"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spc="-10" dirty="0">
                <a:latin typeface="Times New Roman"/>
                <a:cs typeface="Times New Roman"/>
              </a:rPr>
              <a:t>capture</a:t>
            </a:r>
            <a:r>
              <a:rPr sz="1200" spc="-25" dirty="0">
                <a:latin typeface="Times New Roman"/>
                <a:cs typeface="Times New Roman"/>
              </a:rPr>
              <a:t> </a:t>
            </a:r>
            <a:r>
              <a:rPr sz="1200" spc="-10" dirty="0">
                <a:latin typeface="Times New Roman"/>
                <a:cs typeface="Times New Roman"/>
              </a:rPr>
              <a:t>details</a:t>
            </a:r>
            <a:r>
              <a:rPr sz="1200" spc="-40" dirty="0">
                <a:latin typeface="Times New Roman"/>
                <a:cs typeface="Times New Roman"/>
              </a:rPr>
              <a:t>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6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status,</a:t>
            </a:r>
            <a:r>
              <a:rPr sz="1200" spc="-50" dirty="0">
                <a:latin typeface="Times New Roman"/>
                <a:cs typeface="Times New Roman"/>
              </a:rPr>
              <a:t> </a:t>
            </a:r>
            <a:r>
              <a:rPr sz="1200" spc="-20" dirty="0">
                <a:latin typeface="Times New Roman"/>
                <a:cs typeface="Times New Roman"/>
              </a:rPr>
              <a:t>priority,</a:t>
            </a:r>
            <a:r>
              <a:rPr sz="1200" spc="-45" dirty="0">
                <a:latin typeface="Times New Roman"/>
                <a:cs typeface="Times New Roman"/>
              </a:rPr>
              <a:t> </a:t>
            </a:r>
            <a:r>
              <a:rPr sz="1200" spc="-20" dirty="0">
                <a:latin typeface="Times New Roman"/>
                <a:cs typeface="Times New Roman"/>
              </a:rPr>
              <a:t>category,</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subcategory</a:t>
            </a:r>
            <a:r>
              <a:rPr sz="1200" spc="-5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issue,</a:t>
            </a:r>
            <a:r>
              <a:rPr sz="1200" spc="-30" dirty="0">
                <a:latin typeface="Times New Roman"/>
                <a:cs typeface="Times New Roman"/>
              </a:rPr>
              <a:t> </a:t>
            </a:r>
            <a:r>
              <a:rPr sz="1200" spc="-10" dirty="0">
                <a:latin typeface="Times New Roman"/>
                <a:cs typeface="Times New Roman"/>
              </a:rPr>
              <a:t>ensuring </a:t>
            </a:r>
            <a:r>
              <a:rPr sz="1200" dirty="0">
                <a:latin typeface="Times New Roman"/>
                <a:cs typeface="Times New Roman"/>
              </a:rPr>
              <a:t>that</a:t>
            </a:r>
            <a:r>
              <a:rPr sz="1200" spc="130" dirty="0">
                <a:latin typeface="Times New Roman"/>
                <a:cs typeface="Times New Roman"/>
              </a:rPr>
              <a:t> </a:t>
            </a:r>
            <a:r>
              <a:rPr sz="1200" dirty="0">
                <a:latin typeface="Times New Roman"/>
                <a:cs typeface="Times New Roman"/>
              </a:rPr>
              <a:t>all</a:t>
            </a:r>
            <a:r>
              <a:rPr sz="1200" spc="135" dirty="0">
                <a:latin typeface="Times New Roman"/>
                <a:cs typeface="Times New Roman"/>
              </a:rPr>
              <a:t> </a:t>
            </a:r>
            <a:r>
              <a:rPr sz="1200" dirty="0">
                <a:latin typeface="Times New Roman"/>
                <a:cs typeface="Times New Roman"/>
              </a:rPr>
              <a:t>necessary</a:t>
            </a:r>
            <a:r>
              <a:rPr sz="1200" spc="135" dirty="0">
                <a:latin typeface="Times New Roman"/>
                <a:cs typeface="Times New Roman"/>
              </a:rPr>
              <a:t> </a:t>
            </a:r>
            <a:r>
              <a:rPr sz="1200" dirty="0">
                <a:latin typeface="Times New Roman"/>
                <a:cs typeface="Times New Roman"/>
              </a:rPr>
              <a:t>information</a:t>
            </a:r>
            <a:r>
              <a:rPr sz="1200" spc="130" dirty="0">
                <a:latin typeface="Times New Roman"/>
                <a:cs typeface="Times New Roman"/>
              </a:rPr>
              <a:t> </a:t>
            </a:r>
            <a:r>
              <a:rPr sz="1200" dirty="0">
                <a:latin typeface="Times New Roman"/>
                <a:cs typeface="Times New Roman"/>
              </a:rPr>
              <a:t>is</a:t>
            </a:r>
            <a:r>
              <a:rPr sz="1200" spc="145" dirty="0">
                <a:latin typeface="Times New Roman"/>
                <a:cs typeface="Times New Roman"/>
              </a:rPr>
              <a:t> </a:t>
            </a:r>
            <a:r>
              <a:rPr sz="1200" dirty="0">
                <a:latin typeface="Times New Roman"/>
                <a:cs typeface="Times New Roman"/>
              </a:rPr>
              <a:t>documented</a:t>
            </a:r>
            <a:r>
              <a:rPr sz="1200" spc="130" dirty="0">
                <a:latin typeface="Times New Roman"/>
                <a:cs typeface="Times New Roman"/>
              </a:rPr>
              <a:t> </a:t>
            </a:r>
            <a:r>
              <a:rPr sz="1200" dirty="0">
                <a:latin typeface="Times New Roman"/>
                <a:cs typeface="Times New Roman"/>
              </a:rPr>
              <a:t>for</a:t>
            </a:r>
            <a:r>
              <a:rPr sz="1200" spc="135" dirty="0">
                <a:latin typeface="Times New Roman"/>
                <a:cs typeface="Times New Roman"/>
              </a:rPr>
              <a:t> </a:t>
            </a:r>
            <a:r>
              <a:rPr sz="1200" dirty="0">
                <a:latin typeface="Times New Roman"/>
                <a:cs typeface="Times New Roman"/>
              </a:rPr>
              <a:t>efficient</a:t>
            </a:r>
            <a:r>
              <a:rPr sz="1200" spc="135" dirty="0">
                <a:latin typeface="Times New Roman"/>
                <a:cs typeface="Times New Roman"/>
              </a:rPr>
              <a:t> </a:t>
            </a:r>
            <a:r>
              <a:rPr sz="1200" dirty="0">
                <a:latin typeface="Times New Roman"/>
                <a:cs typeface="Times New Roman"/>
              </a:rPr>
              <a:t>resolution.</a:t>
            </a:r>
            <a:r>
              <a:rPr sz="1200" spc="40" dirty="0">
                <a:latin typeface="Times New Roman"/>
                <a:cs typeface="Times New Roman"/>
              </a:rPr>
              <a:t> </a:t>
            </a:r>
            <a:r>
              <a:rPr sz="1200" dirty="0">
                <a:latin typeface="Times New Roman"/>
                <a:cs typeface="Times New Roman"/>
              </a:rPr>
              <a:t>Additionally,</a:t>
            </a:r>
            <a:r>
              <a:rPr sz="1200" spc="130" dirty="0">
                <a:latin typeface="Times New Roman"/>
                <a:cs typeface="Times New Roman"/>
              </a:rPr>
              <a:t> </a:t>
            </a:r>
            <a:r>
              <a:rPr sz="1200" dirty="0">
                <a:latin typeface="Times New Roman"/>
                <a:cs typeface="Times New Roman"/>
              </a:rPr>
              <a:t>the</a:t>
            </a:r>
            <a:r>
              <a:rPr sz="1200" spc="140" dirty="0">
                <a:latin typeface="Times New Roman"/>
                <a:cs typeface="Times New Roman"/>
              </a:rPr>
              <a:t> </a:t>
            </a:r>
            <a:r>
              <a:rPr sz="1200" spc="-10" dirty="0">
                <a:latin typeface="Times New Roman"/>
                <a:cs typeface="Times New Roman"/>
              </a:rPr>
              <a:t>system </a:t>
            </a:r>
            <a:r>
              <a:rPr sz="1200" dirty="0">
                <a:latin typeface="Times New Roman"/>
                <a:cs typeface="Times New Roman"/>
              </a:rPr>
              <a:t>tracks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person</a:t>
            </a:r>
            <a:r>
              <a:rPr sz="1200" spc="-25" dirty="0">
                <a:latin typeface="Times New Roman"/>
                <a:cs typeface="Times New Roman"/>
              </a:rPr>
              <a:t> </a:t>
            </a:r>
            <a:r>
              <a:rPr sz="1200" dirty="0">
                <a:latin typeface="Times New Roman"/>
                <a:cs typeface="Times New Roman"/>
              </a:rPr>
              <a:t>currently</a:t>
            </a:r>
            <a:r>
              <a:rPr sz="1200" spc="-50" dirty="0">
                <a:latin typeface="Times New Roman"/>
                <a:cs typeface="Times New Roman"/>
              </a:rPr>
              <a:t> </a:t>
            </a:r>
            <a:r>
              <a:rPr sz="1200" dirty="0">
                <a:latin typeface="Times New Roman"/>
                <a:cs typeface="Times New Roman"/>
              </a:rPr>
              <a:t>assigned</a:t>
            </a:r>
            <a:r>
              <a:rPr sz="1200" spc="-5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time</a:t>
            </a:r>
            <a:r>
              <a:rPr sz="1200" spc="-20" dirty="0">
                <a:latin typeface="Times New Roman"/>
                <a:cs typeface="Times New Roman"/>
              </a:rPr>
              <a:t> </a:t>
            </a:r>
            <a:r>
              <a:rPr sz="1200" dirty="0">
                <a:latin typeface="Times New Roman"/>
                <a:cs typeface="Times New Roman"/>
              </a:rPr>
              <a:t>spent</a:t>
            </a:r>
            <a:r>
              <a:rPr sz="1200" spc="-20"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dirty="0">
                <a:latin typeface="Times New Roman"/>
                <a:cs typeface="Times New Roman"/>
              </a:rPr>
              <a:t>its</a:t>
            </a:r>
            <a:r>
              <a:rPr sz="1200" spc="-35" dirty="0">
                <a:latin typeface="Times New Roman"/>
                <a:cs typeface="Times New Roman"/>
              </a:rPr>
              <a:t> </a:t>
            </a:r>
            <a:r>
              <a:rPr sz="1200" dirty="0">
                <a:latin typeface="Times New Roman"/>
                <a:cs typeface="Times New Roman"/>
              </a:rPr>
              <a:t>resolution,</a:t>
            </a:r>
            <a:r>
              <a:rPr sz="1200" spc="-5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its</a:t>
            </a:r>
            <a:r>
              <a:rPr sz="1200" spc="-35" dirty="0">
                <a:latin typeface="Times New Roman"/>
                <a:cs typeface="Times New Roman"/>
              </a:rPr>
              <a:t> </a:t>
            </a:r>
            <a:r>
              <a:rPr sz="1200" spc="-10" dirty="0">
                <a:latin typeface="Times New Roman"/>
                <a:cs typeface="Times New Roman"/>
              </a:rPr>
              <a:t>priority </a:t>
            </a:r>
            <a:r>
              <a:rPr sz="1200" dirty="0">
                <a:latin typeface="Times New Roman"/>
                <a:cs typeface="Times New Roman"/>
              </a:rPr>
              <a:t>level,</a:t>
            </a:r>
            <a:r>
              <a:rPr sz="1200" spc="-30" dirty="0">
                <a:latin typeface="Times New Roman"/>
                <a:cs typeface="Times New Roman"/>
              </a:rPr>
              <a:t> </a:t>
            </a:r>
            <a:r>
              <a:rPr sz="1200" dirty="0">
                <a:latin typeface="Times New Roman"/>
                <a:cs typeface="Times New Roman"/>
              </a:rPr>
              <a:t>giving</a:t>
            </a:r>
            <a:r>
              <a:rPr sz="1200" spc="-25"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clear</a:t>
            </a:r>
            <a:r>
              <a:rPr sz="1200" spc="-25" dirty="0">
                <a:latin typeface="Times New Roman"/>
                <a:cs typeface="Times New Roman"/>
              </a:rPr>
              <a:t> </a:t>
            </a:r>
            <a:r>
              <a:rPr sz="1200" dirty="0">
                <a:latin typeface="Times New Roman"/>
                <a:cs typeface="Times New Roman"/>
              </a:rPr>
              <a:t>visibility</a:t>
            </a:r>
            <a:r>
              <a:rPr sz="1200" spc="-25" dirty="0">
                <a:latin typeface="Times New Roman"/>
                <a:cs typeface="Times New Roman"/>
              </a:rPr>
              <a:t> </a:t>
            </a:r>
            <a:r>
              <a:rPr sz="1200" dirty="0">
                <a:latin typeface="Times New Roman"/>
                <a:cs typeface="Times New Roman"/>
              </a:rPr>
              <a:t>into</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progress</a:t>
            </a:r>
            <a:r>
              <a:rPr sz="1200"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each</a:t>
            </a:r>
            <a:r>
              <a:rPr sz="1200" spc="-45" dirty="0">
                <a:latin typeface="Times New Roman"/>
                <a:cs typeface="Times New Roman"/>
              </a:rPr>
              <a:t> </a:t>
            </a:r>
            <a:r>
              <a:rPr sz="1200" spc="-10" dirty="0">
                <a:latin typeface="Times New Roman"/>
                <a:cs typeface="Times New Roman"/>
              </a:rPr>
              <a:t>issue.</a:t>
            </a:r>
            <a:endParaRPr sz="1200">
              <a:latin typeface="Times New Roman"/>
              <a:cs typeface="Times New Roman"/>
            </a:endParaRPr>
          </a:p>
          <a:p>
            <a:pPr marL="12700" marR="8890" algn="just">
              <a:lnSpc>
                <a:spcPct val="102800"/>
              </a:lnSpc>
              <a:spcBef>
                <a:spcPts val="815"/>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15"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two</a:t>
            </a:r>
            <a:r>
              <a:rPr sz="1200" spc="-20" dirty="0">
                <a:latin typeface="Times New Roman"/>
                <a:cs typeface="Times New Roman"/>
              </a:rPr>
              <a:t> </a:t>
            </a:r>
            <a:r>
              <a:rPr sz="1200" dirty="0">
                <a:latin typeface="Times New Roman"/>
                <a:cs typeface="Times New Roman"/>
              </a:rPr>
              <a:t>separate</a:t>
            </a:r>
            <a:r>
              <a:rPr sz="1200" spc="-15" dirty="0">
                <a:latin typeface="Times New Roman"/>
                <a:cs typeface="Times New Roman"/>
              </a:rPr>
              <a:t> </a:t>
            </a:r>
            <a:r>
              <a:rPr sz="1200" spc="-10" dirty="0">
                <a:latin typeface="Times New Roman"/>
                <a:cs typeface="Times New Roman"/>
              </a:rPr>
              <a:t>workflows:</a:t>
            </a:r>
            <a:r>
              <a:rPr sz="1200" spc="-15" dirty="0">
                <a:latin typeface="Times New Roman"/>
                <a:cs typeface="Times New Roman"/>
              </a:rPr>
              <a:t> </a:t>
            </a:r>
            <a:r>
              <a:rPr sz="1200" dirty="0">
                <a:latin typeface="Times New Roman"/>
                <a:cs typeface="Times New Roman"/>
              </a:rPr>
              <a:t>one</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internal</a:t>
            </a:r>
            <a:r>
              <a:rPr sz="1200" spc="-15" dirty="0">
                <a:latin typeface="Times New Roman"/>
                <a:cs typeface="Times New Roman"/>
              </a:rPr>
              <a:t> </a:t>
            </a:r>
            <a:r>
              <a:rPr sz="1200" dirty="0">
                <a:latin typeface="Times New Roman"/>
                <a:cs typeface="Times New Roman"/>
              </a:rPr>
              <a:t>company</a:t>
            </a:r>
            <a:r>
              <a:rPr sz="1200" spc="-20" dirty="0">
                <a:latin typeface="Times New Roman"/>
                <a:cs typeface="Times New Roman"/>
              </a:rPr>
              <a:t> </a:t>
            </a:r>
            <a:r>
              <a:rPr sz="1200" dirty="0">
                <a:latin typeface="Times New Roman"/>
                <a:cs typeface="Times New Roman"/>
              </a:rPr>
              <a:t>use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one</a:t>
            </a:r>
            <a:r>
              <a:rPr sz="1200" spc="-3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spc="-10" dirty="0">
                <a:latin typeface="Times New Roman"/>
                <a:cs typeface="Times New Roman"/>
              </a:rPr>
              <a:t>customer </a:t>
            </a:r>
            <a:r>
              <a:rPr sz="1200" spc="-20" dirty="0">
                <a:latin typeface="Times New Roman"/>
                <a:cs typeface="Times New Roman"/>
              </a:rPr>
              <a:t>use.</a:t>
            </a:r>
            <a:endParaRPr sz="1200">
              <a:latin typeface="Times New Roman"/>
              <a:cs typeface="Times New Roman"/>
            </a:endParaRPr>
          </a:p>
          <a:p>
            <a:pPr marL="12700" algn="just">
              <a:lnSpc>
                <a:spcPct val="100000"/>
              </a:lnSpc>
              <a:spcBef>
                <a:spcPts val="865"/>
              </a:spcBef>
            </a:pPr>
            <a:r>
              <a:rPr sz="1200" spc="-10" dirty="0">
                <a:latin typeface="Times New Roman"/>
                <a:cs typeface="Times New Roman"/>
              </a:rPr>
              <a:t>Let’s</a:t>
            </a:r>
            <a:r>
              <a:rPr sz="1200" spc="-45" dirty="0">
                <a:latin typeface="Times New Roman"/>
                <a:cs typeface="Times New Roman"/>
              </a:rPr>
              <a:t> </a:t>
            </a:r>
            <a:r>
              <a:rPr sz="1200" dirty="0">
                <a:latin typeface="Times New Roman"/>
                <a:cs typeface="Times New Roman"/>
              </a:rPr>
              <a:t>Elaborate</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Company</a:t>
            </a:r>
            <a:r>
              <a:rPr sz="1200" spc="-35" dirty="0">
                <a:latin typeface="Times New Roman"/>
                <a:cs typeface="Times New Roman"/>
              </a:rPr>
              <a:t> </a:t>
            </a:r>
            <a:r>
              <a:rPr sz="1200" dirty="0">
                <a:latin typeface="Times New Roman"/>
                <a:cs typeface="Times New Roman"/>
              </a:rPr>
              <a:t>Flow</a:t>
            </a:r>
            <a:r>
              <a:rPr sz="1200" spc="-45" dirty="0">
                <a:latin typeface="Times New Roman"/>
                <a:cs typeface="Times New Roman"/>
              </a:rPr>
              <a:t> </a:t>
            </a:r>
            <a:r>
              <a:rPr sz="1200" spc="-10" dirty="0">
                <a:latin typeface="Times New Roman"/>
                <a:cs typeface="Times New Roman"/>
              </a:rPr>
              <a:t>First:~</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40"/>
              </a:spcBef>
            </a:pPr>
            <a:endParaRPr sz="1200">
              <a:latin typeface="Times New Roman"/>
              <a:cs typeface="Times New Roman"/>
            </a:endParaRPr>
          </a:p>
          <a:p>
            <a:pPr marL="12700" marR="17145" algn="just">
              <a:lnSpc>
                <a:spcPct val="102400"/>
              </a:lnSpc>
            </a:pPr>
            <a:r>
              <a:rPr sz="1400" b="1" dirty="0">
                <a:latin typeface="Times New Roman"/>
                <a:cs typeface="Times New Roman"/>
              </a:rPr>
              <a:t>Company</a:t>
            </a:r>
            <a:r>
              <a:rPr sz="1400" b="1" spc="-50" dirty="0">
                <a:latin typeface="Times New Roman"/>
                <a:cs typeface="Times New Roman"/>
              </a:rPr>
              <a:t> </a:t>
            </a:r>
            <a:r>
              <a:rPr sz="1400" b="1" spc="-10" dirty="0">
                <a:latin typeface="Times New Roman"/>
                <a:cs typeface="Times New Roman"/>
              </a:rPr>
              <a:t>Workflow</a:t>
            </a:r>
            <a:r>
              <a:rPr sz="1400" spc="-10" dirty="0">
                <a:latin typeface="Times New Roman"/>
                <a:cs typeface="Times New Roman"/>
              </a:rPr>
              <a:t>:</a:t>
            </a:r>
            <a:r>
              <a:rPr sz="1400" spc="-25" dirty="0">
                <a:latin typeface="Times New Roman"/>
                <a:cs typeface="Times New Roman"/>
              </a:rPr>
              <a:t> </a:t>
            </a:r>
            <a:r>
              <a:rPr sz="1200" dirty="0">
                <a:latin typeface="Times New Roman"/>
                <a:cs typeface="Times New Roman"/>
              </a:rPr>
              <a:t>When</a:t>
            </a:r>
            <a:r>
              <a:rPr sz="1200" spc="-15" dirty="0">
                <a:latin typeface="Times New Roman"/>
                <a:cs typeface="Times New Roman"/>
              </a:rPr>
              <a:t> </a:t>
            </a:r>
            <a:r>
              <a:rPr sz="1200" dirty="0">
                <a:latin typeface="Times New Roman"/>
                <a:cs typeface="Times New Roman"/>
              </a:rPr>
              <a:t>logged</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company</a:t>
            </a:r>
            <a:r>
              <a:rPr sz="1200" spc="-15" dirty="0">
                <a:latin typeface="Times New Roman"/>
                <a:cs typeface="Times New Roman"/>
              </a:rPr>
              <a:t> </a:t>
            </a:r>
            <a:r>
              <a:rPr sz="1200" dirty="0">
                <a:latin typeface="Times New Roman"/>
                <a:cs typeface="Times New Roman"/>
              </a:rPr>
              <a:t>admin</a:t>
            </a:r>
            <a:r>
              <a:rPr sz="1200" spc="-15" dirty="0">
                <a:latin typeface="Times New Roman"/>
                <a:cs typeface="Times New Roman"/>
              </a:rPr>
              <a:t> </a:t>
            </a:r>
            <a:r>
              <a:rPr sz="1200" dirty="0">
                <a:latin typeface="Times New Roman"/>
                <a:cs typeface="Times New Roman"/>
              </a:rPr>
              <a:t>have</a:t>
            </a:r>
            <a:r>
              <a:rPr sz="1200" spc="-1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multiple</a:t>
            </a:r>
            <a:r>
              <a:rPr sz="1200" spc="-35" dirty="0">
                <a:latin typeface="Times New Roman"/>
                <a:cs typeface="Times New Roman"/>
              </a:rPr>
              <a:t> </a:t>
            </a:r>
            <a:r>
              <a:rPr sz="1200" dirty="0">
                <a:latin typeface="Times New Roman"/>
                <a:cs typeface="Times New Roman"/>
              </a:rPr>
              <a:t>modules</a:t>
            </a:r>
            <a:r>
              <a:rPr sz="1200" spc="-25" dirty="0">
                <a:latin typeface="Times New Roman"/>
                <a:cs typeface="Times New Roman"/>
              </a:rPr>
              <a:t> and </a:t>
            </a:r>
            <a:r>
              <a:rPr sz="1200" spc="-20" dirty="0">
                <a:latin typeface="Times New Roman"/>
                <a:cs typeface="Times New Roman"/>
              </a:rPr>
              <a:t>can:</a:t>
            </a:r>
            <a:endParaRPr sz="1200">
              <a:latin typeface="Times New Roman"/>
              <a:cs typeface="Times New Roman"/>
            </a:endParaRPr>
          </a:p>
          <a:p>
            <a:pPr marL="927100" indent="-228600">
              <a:lnSpc>
                <a:spcPct val="100000"/>
              </a:lnSpc>
              <a:spcBef>
                <a:spcPts val="860"/>
              </a:spcBef>
              <a:buFont typeface="Courier New"/>
              <a:buChar char="o"/>
              <a:tabLst>
                <a:tab pos="927100" algn="l"/>
              </a:tabLst>
            </a:pP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manage</a:t>
            </a:r>
            <a:r>
              <a:rPr sz="1200" spc="-30" dirty="0">
                <a:latin typeface="Times New Roman"/>
                <a:cs typeface="Times New Roman"/>
              </a:rPr>
              <a:t> </a:t>
            </a:r>
            <a:r>
              <a:rPr sz="1200" dirty="0">
                <a:latin typeface="Times New Roman"/>
                <a:cs typeface="Times New Roman"/>
              </a:rPr>
              <a:t>tickets</a:t>
            </a:r>
            <a:r>
              <a:rPr sz="1200" spc="-25" dirty="0">
                <a:latin typeface="Times New Roman"/>
                <a:cs typeface="Times New Roman"/>
              </a:rPr>
              <a:t> </a:t>
            </a:r>
            <a:r>
              <a:rPr sz="1200" dirty="0">
                <a:latin typeface="Times New Roman"/>
                <a:cs typeface="Times New Roman"/>
              </a:rPr>
              <a:t>for </a:t>
            </a:r>
            <a:r>
              <a:rPr sz="1200" spc="-10" dirty="0">
                <a:latin typeface="Times New Roman"/>
                <a:cs typeface="Times New Roman"/>
              </a:rPr>
              <a:t>customers</a:t>
            </a:r>
            <a:endParaRPr sz="1200">
              <a:latin typeface="Times New Roman"/>
              <a:cs typeface="Times New Roman"/>
            </a:endParaRPr>
          </a:p>
          <a:p>
            <a:pPr marL="927100" indent="-228600">
              <a:lnSpc>
                <a:spcPct val="100000"/>
              </a:lnSpc>
              <a:spcBef>
                <a:spcPts val="840"/>
              </a:spcBef>
              <a:buFont typeface="Courier New"/>
              <a:buChar char="o"/>
              <a:tabLst>
                <a:tab pos="927100" algn="l"/>
              </a:tabLst>
            </a:pPr>
            <a:r>
              <a:rPr sz="1200" dirty="0">
                <a:latin typeface="Times New Roman"/>
                <a:cs typeface="Times New Roman"/>
              </a:rPr>
              <a:t>Manage</a:t>
            </a:r>
            <a:r>
              <a:rPr sz="1200" spc="-35" dirty="0">
                <a:latin typeface="Times New Roman"/>
                <a:cs typeface="Times New Roman"/>
              </a:rPr>
              <a:t> </a:t>
            </a:r>
            <a:r>
              <a:rPr sz="1200" dirty="0">
                <a:latin typeface="Times New Roman"/>
                <a:cs typeface="Times New Roman"/>
              </a:rPr>
              <a:t>customer</a:t>
            </a:r>
            <a:r>
              <a:rPr sz="1200" spc="-35" dirty="0">
                <a:latin typeface="Times New Roman"/>
                <a:cs typeface="Times New Roman"/>
              </a:rPr>
              <a:t> </a:t>
            </a:r>
            <a:r>
              <a:rPr sz="1200" dirty="0">
                <a:latin typeface="Times New Roman"/>
                <a:cs typeface="Times New Roman"/>
              </a:rPr>
              <a:t>accounts,</a:t>
            </a:r>
            <a:r>
              <a:rPr sz="1200" spc="-35" dirty="0">
                <a:latin typeface="Times New Roman"/>
                <a:cs typeface="Times New Roman"/>
              </a:rPr>
              <a:t> </a:t>
            </a:r>
            <a:r>
              <a:rPr sz="1200" dirty="0">
                <a:latin typeface="Times New Roman"/>
                <a:cs typeface="Times New Roman"/>
              </a:rPr>
              <a:t>including</a:t>
            </a:r>
            <a:r>
              <a:rPr sz="1200" spc="-55" dirty="0">
                <a:latin typeface="Times New Roman"/>
                <a:cs typeface="Times New Roman"/>
              </a:rPr>
              <a:t> </a:t>
            </a:r>
            <a:r>
              <a:rPr sz="1200" dirty="0">
                <a:latin typeface="Times New Roman"/>
                <a:cs typeface="Times New Roman"/>
              </a:rPr>
              <a:t>creating</a:t>
            </a:r>
            <a:r>
              <a:rPr sz="1200" spc="-35" dirty="0">
                <a:latin typeface="Times New Roman"/>
                <a:cs typeface="Times New Roman"/>
              </a:rPr>
              <a:t> </a:t>
            </a:r>
            <a:r>
              <a:rPr sz="1200" dirty="0">
                <a:latin typeface="Times New Roman"/>
                <a:cs typeface="Times New Roman"/>
              </a:rPr>
              <a:t>accounts</a:t>
            </a:r>
            <a:r>
              <a:rPr sz="1200" spc="-4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providing</a:t>
            </a:r>
            <a:r>
              <a:rPr sz="1200" spc="-35" dirty="0">
                <a:latin typeface="Times New Roman"/>
                <a:cs typeface="Times New Roman"/>
              </a:rPr>
              <a:t> </a:t>
            </a:r>
            <a:r>
              <a:rPr sz="1200" spc="-10" dirty="0">
                <a:latin typeface="Times New Roman"/>
                <a:cs typeface="Times New Roman"/>
              </a:rPr>
              <a:t>login</a:t>
            </a:r>
            <a:endParaRPr sz="1200">
              <a:latin typeface="Times New Roman"/>
              <a:cs typeface="Times New Roman"/>
            </a:endParaRPr>
          </a:p>
          <a:p>
            <a:pPr marL="927100" marR="122555">
              <a:lnSpc>
                <a:spcPct val="102800"/>
              </a:lnSpc>
              <a:spcBef>
                <a:spcPts val="20"/>
              </a:spcBef>
            </a:pPr>
            <a:r>
              <a:rPr sz="1200" dirty="0">
                <a:latin typeface="Times New Roman"/>
                <a:cs typeface="Times New Roman"/>
              </a:rPr>
              <a:t>credentials</a:t>
            </a:r>
            <a:r>
              <a:rPr sz="1200" spc="-30"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password)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customers,</a:t>
            </a:r>
            <a:r>
              <a:rPr sz="1200" spc="-20" dirty="0">
                <a:latin typeface="Times New Roman"/>
                <a:cs typeface="Times New Roman"/>
              </a:rPr>
              <a:t> </a:t>
            </a:r>
            <a:r>
              <a:rPr sz="1200" dirty="0">
                <a:latin typeface="Times New Roman"/>
                <a:cs typeface="Times New Roman"/>
              </a:rPr>
              <a:t>bypassing</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need</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10" dirty="0">
                <a:latin typeface="Times New Roman"/>
                <a:cs typeface="Times New Roman"/>
              </a:rPr>
              <a:t>separate </a:t>
            </a:r>
            <a:r>
              <a:rPr sz="1200" dirty="0">
                <a:latin typeface="Times New Roman"/>
                <a:cs typeface="Times New Roman"/>
              </a:rPr>
              <a:t>registration</a:t>
            </a:r>
            <a:r>
              <a:rPr sz="1200" spc="-50" dirty="0">
                <a:latin typeface="Times New Roman"/>
                <a:cs typeface="Times New Roman"/>
              </a:rPr>
              <a:t> </a:t>
            </a:r>
            <a:r>
              <a:rPr sz="1200" spc="-10" dirty="0">
                <a:latin typeface="Times New Roman"/>
                <a:cs typeface="Times New Roman"/>
              </a:rPr>
              <a:t>process</a:t>
            </a:r>
            <a:endParaRPr sz="1200">
              <a:latin typeface="Times New Roman"/>
              <a:cs typeface="Times New Roman"/>
            </a:endParaRPr>
          </a:p>
          <a:p>
            <a:pPr marL="927100" indent="-228600">
              <a:lnSpc>
                <a:spcPct val="100000"/>
              </a:lnSpc>
              <a:spcBef>
                <a:spcPts val="860"/>
              </a:spcBef>
              <a:buFont typeface="Courier New"/>
              <a:buChar char="o"/>
              <a:tabLst>
                <a:tab pos="927100" algn="l"/>
              </a:tabLst>
            </a:pPr>
            <a:r>
              <a:rPr sz="1200" dirty="0">
                <a:latin typeface="Times New Roman"/>
                <a:cs typeface="Times New Roman"/>
              </a:rPr>
              <a:t>Access</a:t>
            </a:r>
            <a:r>
              <a:rPr sz="1200" spc="-4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settings,</a:t>
            </a:r>
            <a:r>
              <a:rPr sz="1200" spc="-25"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settings,</a:t>
            </a:r>
            <a:r>
              <a:rPr sz="1200" spc="-2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analyzing</a:t>
            </a:r>
            <a:r>
              <a:rPr sz="1200" spc="-25" dirty="0">
                <a:latin typeface="Times New Roman"/>
                <a:cs typeface="Times New Roman"/>
              </a:rPr>
              <a:t> </a:t>
            </a:r>
            <a:r>
              <a:rPr sz="1200" dirty="0">
                <a:latin typeface="Times New Roman"/>
                <a:cs typeface="Times New Roman"/>
              </a:rPr>
              <a:t>support</a:t>
            </a:r>
            <a:r>
              <a:rPr sz="1200" spc="-25" dirty="0">
                <a:latin typeface="Times New Roman"/>
                <a:cs typeface="Times New Roman"/>
              </a:rPr>
              <a:t> </a:t>
            </a:r>
            <a:r>
              <a:rPr sz="1200" spc="-20" dirty="0">
                <a:latin typeface="Times New Roman"/>
                <a:cs typeface="Times New Roman"/>
              </a:rPr>
              <a:t>logs</a:t>
            </a:r>
            <a:endParaRPr sz="1200">
              <a:latin typeface="Times New Roman"/>
              <a:cs typeface="Times New Roman"/>
            </a:endParaRPr>
          </a:p>
          <a:p>
            <a:pPr marL="927100" marR="297180" indent="-228600">
              <a:lnSpc>
                <a:spcPct val="104200"/>
              </a:lnSpc>
              <a:spcBef>
                <a:spcPts val="780"/>
              </a:spcBef>
              <a:buFont typeface="Courier New"/>
              <a:buChar char="o"/>
              <a:tabLst>
                <a:tab pos="927100" algn="l"/>
              </a:tabLst>
            </a:pPr>
            <a:r>
              <a:rPr sz="1200" spc="-10" dirty="0">
                <a:latin typeface="Times New Roman"/>
                <a:cs typeface="Times New Roman"/>
              </a:rPr>
              <a:t>View</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assignment</a:t>
            </a:r>
            <a:r>
              <a:rPr sz="1200" spc="-4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progress</a:t>
            </a:r>
            <a:r>
              <a:rPr sz="1200"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each</a:t>
            </a:r>
            <a:r>
              <a:rPr sz="1200" spc="-5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including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time</a:t>
            </a:r>
            <a:r>
              <a:rPr sz="1200" spc="-20" dirty="0">
                <a:latin typeface="Times New Roman"/>
                <a:cs typeface="Times New Roman"/>
              </a:rPr>
              <a:t> </a:t>
            </a:r>
            <a:r>
              <a:rPr sz="1200" dirty="0">
                <a:latin typeface="Times New Roman"/>
                <a:cs typeface="Times New Roman"/>
              </a:rPr>
              <a:t>spent</a:t>
            </a:r>
            <a:r>
              <a:rPr sz="1200" spc="-45" dirty="0">
                <a:latin typeface="Times New Roman"/>
                <a:cs typeface="Times New Roman"/>
              </a:rPr>
              <a:t> </a:t>
            </a:r>
            <a:r>
              <a:rPr sz="1200" spc="-25" dirty="0">
                <a:latin typeface="Times New Roman"/>
                <a:cs typeface="Times New Roman"/>
              </a:rPr>
              <a:t>and </a:t>
            </a:r>
            <a:r>
              <a:rPr sz="1200" dirty="0">
                <a:latin typeface="Times New Roman"/>
                <a:cs typeface="Times New Roman"/>
              </a:rPr>
              <a:t>resolution</a:t>
            </a:r>
            <a:r>
              <a:rPr sz="1200" spc="-25" dirty="0">
                <a:latin typeface="Times New Roman"/>
                <a:cs typeface="Times New Roman"/>
              </a:rPr>
              <a:t> </a:t>
            </a:r>
            <a:r>
              <a:rPr sz="1200" spc="-10" dirty="0">
                <a:latin typeface="Times New Roman"/>
                <a:cs typeface="Times New Roman"/>
              </a:rPr>
              <a:t>priority.</a:t>
            </a:r>
            <a:endParaRPr sz="1200">
              <a:latin typeface="Times New Roman"/>
              <a:cs typeface="Times New Roman"/>
            </a:endParaRPr>
          </a:p>
        </p:txBody>
      </p:sp>
      <p:pic>
        <p:nvPicPr>
          <p:cNvPr id="5" name="object 5"/>
          <p:cNvPicPr/>
          <p:nvPr/>
        </p:nvPicPr>
        <p:blipFill>
          <a:blip r:embed="rId2" cstate="print"/>
          <a:stretch>
            <a:fillRect/>
          </a:stretch>
        </p:blipFill>
        <p:spPr>
          <a:xfrm>
            <a:off x="299084" y="304800"/>
            <a:ext cx="7170799" cy="9451022"/>
          </a:xfrm>
          <a:prstGeom prst="rect">
            <a:avLst/>
          </a:prstGeom>
        </p:spPr>
      </p:pic>
      <p:sp>
        <p:nvSpPr>
          <p:cNvPr id="6" name="object 6"/>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50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73075" y="3397059"/>
            <a:ext cx="6823075" cy="5553710"/>
            <a:chOff x="473075" y="3397059"/>
            <a:chExt cx="6823075" cy="555371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138350" y="3400170"/>
              <a:ext cx="6154624" cy="3200400"/>
            </a:xfrm>
            <a:prstGeom prst="rect">
              <a:avLst/>
            </a:prstGeom>
          </p:spPr>
        </p:pic>
        <p:sp>
          <p:nvSpPr>
            <p:cNvPr id="6" name="object 6"/>
            <p:cNvSpPr/>
            <p:nvPr/>
          </p:nvSpPr>
          <p:spPr>
            <a:xfrm>
              <a:off x="474662" y="3398646"/>
              <a:ext cx="6819900" cy="3203575"/>
            </a:xfrm>
            <a:custGeom>
              <a:avLst/>
              <a:gdLst/>
              <a:ahLst/>
              <a:cxnLst/>
              <a:rect l="l" t="t" r="r" b="b"/>
              <a:pathLst>
                <a:path w="6819900" h="3203575">
                  <a:moveTo>
                    <a:pt x="0" y="3203575"/>
                  </a:moveTo>
                  <a:lnTo>
                    <a:pt x="6819900" y="3203575"/>
                  </a:lnTo>
                  <a:lnTo>
                    <a:pt x="6819900" y="0"/>
                  </a:lnTo>
                  <a:lnTo>
                    <a:pt x="0" y="0"/>
                  </a:lnTo>
                  <a:lnTo>
                    <a:pt x="0" y="3203575"/>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5744845" cy="2177415"/>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spc="-10" dirty="0">
                <a:latin typeface="Times New Roman"/>
                <a:cs typeface="Times New Roman"/>
              </a:rPr>
              <a:t>Login</a:t>
            </a:r>
            <a:endParaRPr sz="1400">
              <a:latin typeface="Times New Roman"/>
              <a:cs typeface="Times New Roman"/>
            </a:endParaRPr>
          </a:p>
          <a:p>
            <a:pPr>
              <a:lnSpc>
                <a:spcPct val="100000"/>
              </a:lnSpc>
              <a:spcBef>
                <a:spcPts val="940"/>
              </a:spcBef>
            </a:pPr>
            <a:endParaRPr sz="1400">
              <a:latin typeface="Times New Roman"/>
              <a:cs typeface="Times New Roman"/>
            </a:endParaRPr>
          </a:p>
          <a:p>
            <a:pPr marL="12700" marR="5080" algn="just">
              <a:lnSpc>
                <a:spcPct val="103299"/>
              </a:lnSpc>
            </a:pPr>
            <a:r>
              <a:rPr sz="1200" dirty="0">
                <a:latin typeface="Times New Roman"/>
                <a:cs typeface="Times New Roman"/>
              </a:rPr>
              <a:t>The</a:t>
            </a:r>
            <a:r>
              <a:rPr sz="1200" spc="170" dirty="0">
                <a:latin typeface="Times New Roman"/>
                <a:cs typeface="Times New Roman"/>
              </a:rPr>
              <a:t> </a:t>
            </a:r>
            <a:r>
              <a:rPr sz="1200" dirty="0">
                <a:latin typeface="Times New Roman"/>
                <a:cs typeface="Times New Roman"/>
              </a:rPr>
              <a:t>login</a:t>
            </a:r>
            <a:r>
              <a:rPr sz="1200" spc="165" dirty="0">
                <a:latin typeface="Times New Roman"/>
                <a:cs typeface="Times New Roman"/>
              </a:rPr>
              <a:t> </a:t>
            </a:r>
            <a:r>
              <a:rPr sz="1200" dirty="0">
                <a:latin typeface="Times New Roman"/>
                <a:cs typeface="Times New Roman"/>
              </a:rPr>
              <a:t>page</a:t>
            </a:r>
            <a:r>
              <a:rPr sz="1200" spc="155" dirty="0">
                <a:latin typeface="Times New Roman"/>
                <a:cs typeface="Times New Roman"/>
              </a:rPr>
              <a:t> </a:t>
            </a:r>
            <a:r>
              <a:rPr sz="1200" dirty="0">
                <a:latin typeface="Times New Roman"/>
                <a:cs typeface="Times New Roman"/>
              </a:rPr>
              <a:t>allows</a:t>
            </a:r>
            <a:r>
              <a:rPr sz="1200" spc="160" dirty="0">
                <a:latin typeface="Times New Roman"/>
                <a:cs typeface="Times New Roman"/>
              </a:rPr>
              <a:t> </a:t>
            </a:r>
            <a:r>
              <a:rPr sz="1200" dirty="0">
                <a:latin typeface="Times New Roman"/>
                <a:cs typeface="Times New Roman"/>
              </a:rPr>
              <a:t>users</a:t>
            </a:r>
            <a:r>
              <a:rPr sz="1200" spc="160" dirty="0">
                <a:latin typeface="Times New Roman"/>
                <a:cs typeface="Times New Roman"/>
              </a:rPr>
              <a:t> </a:t>
            </a:r>
            <a:r>
              <a:rPr sz="1200" dirty="0">
                <a:latin typeface="Times New Roman"/>
                <a:cs typeface="Times New Roman"/>
              </a:rPr>
              <a:t>and</a:t>
            </a:r>
            <a:r>
              <a:rPr sz="1200" spc="165" dirty="0">
                <a:latin typeface="Times New Roman"/>
                <a:cs typeface="Times New Roman"/>
              </a:rPr>
              <a:t> </a:t>
            </a:r>
            <a:r>
              <a:rPr sz="1200" dirty="0">
                <a:latin typeface="Times New Roman"/>
                <a:cs typeface="Times New Roman"/>
              </a:rPr>
              <a:t>administrators</a:t>
            </a:r>
            <a:r>
              <a:rPr sz="1200" spc="160" dirty="0">
                <a:latin typeface="Times New Roman"/>
                <a:cs typeface="Times New Roman"/>
              </a:rPr>
              <a:t> </a:t>
            </a:r>
            <a:r>
              <a:rPr sz="1200" dirty="0">
                <a:latin typeface="Times New Roman"/>
                <a:cs typeface="Times New Roman"/>
              </a:rPr>
              <a:t>to</a:t>
            </a:r>
            <a:r>
              <a:rPr sz="1200" spc="165" dirty="0">
                <a:latin typeface="Times New Roman"/>
                <a:cs typeface="Times New Roman"/>
              </a:rPr>
              <a:t> </a:t>
            </a:r>
            <a:r>
              <a:rPr sz="1200" dirty="0">
                <a:latin typeface="Times New Roman"/>
                <a:cs typeface="Times New Roman"/>
              </a:rPr>
              <a:t>securely</a:t>
            </a:r>
            <a:r>
              <a:rPr sz="1200" spc="150" dirty="0">
                <a:latin typeface="Times New Roman"/>
                <a:cs typeface="Times New Roman"/>
              </a:rPr>
              <a:t> </a:t>
            </a:r>
            <a:r>
              <a:rPr sz="1200" dirty="0">
                <a:latin typeface="Times New Roman"/>
                <a:cs typeface="Times New Roman"/>
              </a:rPr>
              <a:t>access</a:t>
            </a:r>
            <a:r>
              <a:rPr sz="1200" spc="160" dirty="0">
                <a:latin typeface="Times New Roman"/>
                <a:cs typeface="Times New Roman"/>
              </a:rPr>
              <a:t> </a:t>
            </a:r>
            <a:r>
              <a:rPr sz="1200" dirty="0">
                <a:latin typeface="Times New Roman"/>
                <a:cs typeface="Times New Roman"/>
              </a:rPr>
              <a:t>the</a:t>
            </a:r>
            <a:r>
              <a:rPr sz="1200" spc="225" dirty="0">
                <a:latin typeface="Times New Roman"/>
                <a:cs typeface="Times New Roman"/>
              </a:rPr>
              <a:t> </a:t>
            </a:r>
            <a:r>
              <a:rPr sz="1200" b="1" dirty="0">
                <a:latin typeface="Times New Roman"/>
                <a:cs typeface="Times New Roman"/>
              </a:rPr>
              <a:t>Software</a:t>
            </a:r>
            <a:r>
              <a:rPr sz="1200" b="1" spc="155" dirty="0">
                <a:latin typeface="Times New Roman"/>
                <a:cs typeface="Times New Roman"/>
              </a:rPr>
              <a:t> </a:t>
            </a:r>
            <a:r>
              <a:rPr sz="1200" b="1" spc="-10" dirty="0">
                <a:latin typeface="Times New Roman"/>
                <a:cs typeface="Times New Roman"/>
              </a:rPr>
              <a:t>Support </a:t>
            </a:r>
            <a:r>
              <a:rPr sz="1200" b="1" dirty="0">
                <a:latin typeface="Times New Roman"/>
                <a:cs typeface="Times New Roman"/>
              </a:rPr>
              <a:t>Ticketing</a:t>
            </a:r>
            <a:r>
              <a:rPr sz="1200" b="1" spc="65" dirty="0">
                <a:latin typeface="Times New Roman"/>
                <a:cs typeface="Times New Roman"/>
              </a:rPr>
              <a:t> </a:t>
            </a:r>
            <a:r>
              <a:rPr sz="1200" b="1" dirty="0">
                <a:latin typeface="Times New Roman"/>
                <a:cs typeface="Times New Roman"/>
              </a:rPr>
              <a:t>System</a:t>
            </a:r>
            <a:r>
              <a:rPr sz="1200" b="1" spc="85" dirty="0">
                <a:latin typeface="Times New Roman"/>
                <a:cs typeface="Times New Roman"/>
              </a:rPr>
              <a:t> </a:t>
            </a:r>
            <a:r>
              <a:rPr sz="1200" dirty="0">
                <a:latin typeface="Times New Roman"/>
                <a:cs typeface="Times New Roman"/>
              </a:rPr>
              <a:t>by</a:t>
            </a:r>
            <a:r>
              <a:rPr sz="1200" spc="70" dirty="0">
                <a:latin typeface="Times New Roman"/>
                <a:cs typeface="Times New Roman"/>
              </a:rPr>
              <a:t> </a:t>
            </a:r>
            <a:r>
              <a:rPr sz="1200" dirty="0">
                <a:latin typeface="Times New Roman"/>
                <a:cs typeface="Times New Roman"/>
              </a:rPr>
              <a:t>entering</a:t>
            </a:r>
            <a:r>
              <a:rPr sz="1200" spc="50" dirty="0">
                <a:latin typeface="Times New Roman"/>
                <a:cs typeface="Times New Roman"/>
              </a:rPr>
              <a:t> </a:t>
            </a:r>
            <a:r>
              <a:rPr sz="1200" dirty="0">
                <a:latin typeface="Times New Roman"/>
                <a:cs typeface="Times New Roman"/>
              </a:rPr>
              <a:t>their</a:t>
            </a:r>
            <a:r>
              <a:rPr sz="1200" spc="65" dirty="0">
                <a:latin typeface="Times New Roman"/>
                <a:cs typeface="Times New Roman"/>
              </a:rPr>
              <a:t> </a:t>
            </a:r>
            <a:r>
              <a:rPr sz="1200" dirty="0">
                <a:latin typeface="Times New Roman"/>
                <a:cs typeface="Times New Roman"/>
              </a:rPr>
              <a:t>email</a:t>
            </a:r>
            <a:r>
              <a:rPr sz="1200" spc="75" dirty="0">
                <a:latin typeface="Times New Roman"/>
                <a:cs typeface="Times New Roman"/>
              </a:rPr>
              <a:t> </a:t>
            </a:r>
            <a:r>
              <a:rPr sz="1200" dirty="0">
                <a:latin typeface="Times New Roman"/>
                <a:cs typeface="Times New Roman"/>
              </a:rPr>
              <a:t>address</a:t>
            </a:r>
            <a:r>
              <a:rPr sz="1200" spc="65" dirty="0">
                <a:latin typeface="Times New Roman"/>
                <a:cs typeface="Times New Roman"/>
              </a:rPr>
              <a:t> </a:t>
            </a:r>
            <a:r>
              <a:rPr sz="1200" dirty="0">
                <a:latin typeface="Times New Roman"/>
                <a:cs typeface="Times New Roman"/>
              </a:rPr>
              <a:t>and</a:t>
            </a:r>
            <a:r>
              <a:rPr sz="1200" spc="65" dirty="0">
                <a:latin typeface="Times New Roman"/>
                <a:cs typeface="Times New Roman"/>
              </a:rPr>
              <a:t> </a:t>
            </a:r>
            <a:r>
              <a:rPr sz="1200" dirty="0">
                <a:latin typeface="Times New Roman"/>
                <a:cs typeface="Times New Roman"/>
              </a:rPr>
              <a:t>password.</a:t>
            </a:r>
            <a:r>
              <a:rPr sz="1200" spc="70" dirty="0">
                <a:latin typeface="Times New Roman"/>
                <a:cs typeface="Times New Roman"/>
              </a:rPr>
              <a:t> </a:t>
            </a:r>
            <a:r>
              <a:rPr sz="1200" dirty="0">
                <a:latin typeface="Times New Roman"/>
                <a:cs typeface="Times New Roman"/>
              </a:rPr>
              <a:t>It</a:t>
            </a:r>
            <a:r>
              <a:rPr sz="1200" spc="75" dirty="0">
                <a:latin typeface="Times New Roman"/>
                <a:cs typeface="Times New Roman"/>
              </a:rPr>
              <a:t> </a:t>
            </a:r>
            <a:r>
              <a:rPr sz="1200" dirty="0">
                <a:latin typeface="Times New Roman"/>
                <a:cs typeface="Times New Roman"/>
              </a:rPr>
              <a:t>provides</a:t>
            </a:r>
            <a:r>
              <a:rPr sz="1200" spc="65" dirty="0">
                <a:latin typeface="Times New Roman"/>
                <a:cs typeface="Times New Roman"/>
              </a:rPr>
              <a:t> </a:t>
            </a:r>
            <a:r>
              <a:rPr sz="1200" dirty="0">
                <a:latin typeface="Times New Roman"/>
                <a:cs typeface="Times New Roman"/>
              </a:rPr>
              <a:t>a</a:t>
            </a:r>
            <a:r>
              <a:rPr sz="1200" spc="70" dirty="0">
                <a:latin typeface="Times New Roman"/>
                <a:cs typeface="Times New Roman"/>
              </a:rPr>
              <a:t> </a:t>
            </a:r>
            <a:r>
              <a:rPr sz="1200" spc="-10" dirty="0">
                <a:latin typeface="Times New Roman"/>
                <a:cs typeface="Times New Roman"/>
              </a:rPr>
              <a:t>user-friendly interface</a:t>
            </a:r>
            <a:r>
              <a:rPr sz="1200" spc="-35"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spc="-10" dirty="0">
                <a:latin typeface="Times New Roman"/>
                <a:cs typeface="Times New Roman"/>
              </a:rPr>
              <a:t>credential</a:t>
            </a:r>
            <a:r>
              <a:rPr sz="1200" spc="-35" dirty="0">
                <a:latin typeface="Times New Roman"/>
                <a:cs typeface="Times New Roman"/>
              </a:rPr>
              <a:t> </a:t>
            </a:r>
            <a:r>
              <a:rPr sz="1200" spc="-20" dirty="0">
                <a:latin typeface="Times New Roman"/>
                <a:cs typeface="Times New Roman"/>
              </a:rPr>
              <a:t>entry,</a:t>
            </a:r>
            <a:r>
              <a:rPr sz="1200" spc="-35" dirty="0">
                <a:latin typeface="Times New Roman"/>
                <a:cs typeface="Times New Roman"/>
              </a:rPr>
              <a:t> </a:t>
            </a:r>
            <a:r>
              <a:rPr sz="1200" spc="-10" dirty="0">
                <a:latin typeface="Times New Roman"/>
                <a:cs typeface="Times New Roman"/>
              </a:rPr>
              <a:t>error</a:t>
            </a:r>
            <a:r>
              <a:rPr sz="1200" spc="-40" dirty="0">
                <a:latin typeface="Times New Roman"/>
                <a:cs typeface="Times New Roman"/>
              </a:rPr>
              <a:t> </a:t>
            </a:r>
            <a:r>
              <a:rPr sz="1200" spc="-10" dirty="0">
                <a:latin typeface="Times New Roman"/>
                <a:cs typeface="Times New Roman"/>
              </a:rPr>
              <a:t>handling,</a:t>
            </a:r>
            <a:r>
              <a:rPr sz="1200" spc="-4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10" dirty="0">
                <a:latin typeface="Times New Roman"/>
                <a:cs typeface="Times New Roman"/>
              </a:rPr>
              <a:t>additional</a:t>
            </a:r>
            <a:r>
              <a:rPr sz="1200" spc="-30" dirty="0">
                <a:latin typeface="Times New Roman"/>
                <a:cs typeface="Times New Roman"/>
              </a:rPr>
              <a:t> </a:t>
            </a:r>
            <a:r>
              <a:rPr sz="1200" spc="-10" dirty="0">
                <a:latin typeface="Times New Roman"/>
                <a:cs typeface="Times New Roman"/>
              </a:rPr>
              <a:t>features</a:t>
            </a:r>
            <a:r>
              <a:rPr sz="1200" spc="-50" dirty="0">
                <a:latin typeface="Times New Roman"/>
                <a:cs typeface="Times New Roman"/>
              </a:rPr>
              <a:t> </a:t>
            </a:r>
            <a:r>
              <a:rPr sz="1200" spc="-10" dirty="0">
                <a:latin typeface="Times New Roman"/>
                <a:cs typeface="Times New Roman"/>
              </a:rPr>
              <a:t>such</a:t>
            </a:r>
            <a:r>
              <a:rPr sz="1200" spc="-40" dirty="0">
                <a:latin typeface="Times New Roman"/>
                <a:cs typeface="Times New Roman"/>
              </a:rPr>
              <a:t> </a:t>
            </a:r>
            <a:r>
              <a:rPr sz="1200" dirty="0">
                <a:latin typeface="Times New Roman"/>
                <a:cs typeface="Times New Roman"/>
              </a:rPr>
              <a:t>as</a:t>
            </a:r>
            <a:r>
              <a:rPr sz="1200" spc="-50" dirty="0">
                <a:latin typeface="Times New Roman"/>
                <a:cs typeface="Times New Roman"/>
              </a:rPr>
              <a:t> </a:t>
            </a:r>
            <a:r>
              <a:rPr sz="1200" spc="-10" dirty="0">
                <a:latin typeface="Times New Roman"/>
                <a:cs typeface="Times New Roman"/>
              </a:rPr>
              <a:t>password</a:t>
            </a:r>
            <a:r>
              <a:rPr sz="1200" spc="-40" dirty="0">
                <a:latin typeface="Times New Roman"/>
                <a:cs typeface="Times New Roman"/>
              </a:rPr>
              <a:t> </a:t>
            </a:r>
            <a:r>
              <a:rPr sz="1200" spc="-10" dirty="0">
                <a:latin typeface="Times New Roman"/>
                <a:cs typeface="Times New Roman"/>
              </a:rPr>
              <a:t>recovery </a:t>
            </a:r>
            <a:r>
              <a:rPr sz="1200" dirty="0">
                <a:latin typeface="Times New Roman"/>
                <a:cs typeface="Times New Roman"/>
              </a:rPr>
              <a:t>and</a:t>
            </a:r>
            <a:r>
              <a:rPr sz="1200" spc="-5" dirty="0">
                <a:latin typeface="Times New Roman"/>
                <a:cs typeface="Times New Roman"/>
              </a:rPr>
              <a:t> </a:t>
            </a:r>
            <a:r>
              <a:rPr sz="1200" spc="-10" dirty="0">
                <a:latin typeface="Times New Roman"/>
                <a:cs typeface="Times New Roman"/>
              </a:rPr>
              <a:t>role-</a:t>
            </a:r>
            <a:r>
              <a:rPr sz="1200" dirty="0">
                <a:latin typeface="Times New Roman"/>
                <a:cs typeface="Times New Roman"/>
              </a:rPr>
              <a:t>based</a:t>
            </a:r>
            <a:r>
              <a:rPr sz="1200" spc="-25" dirty="0">
                <a:latin typeface="Times New Roman"/>
                <a:cs typeface="Times New Roman"/>
              </a:rPr>
              <a:t> </a:t>
            </a:r>
            <a:r>
              <a:rPr sz="1200" dirty="0">
                <a:latin typeface="Times New Roman"/>
                <a:cs typeface="Times New Roman"/>
              </a:rPr>
              <a:t>access</a:t>
            </a:r>
            <a:r>
              <a:rPr sz="1200" spc="-15" dirty="0">
                <a:latin typeface="Times New Roman"/>
                <a:cs typeface="Times New Roman"/>
              </a:rPr>
              <a:t> </a:t>
            </a:r>
            <a:r>
              <a:rPr sz="1200" spc="-10" dirty="0">
                <a:latin typeface="Times New Roman"/>
                <a:cs typeface="Times New Roman"/>
              </a:rPr>
              <a:t>control.</a:t>
            </a:r>
            <a:endParaRPr sz="1200">
              <a:latin typeface="Times New Roman"/>
              <a:cs typeface="Times New Roman"/>
            </a:endParaRPr>
          </a:p>
          <a:p>
            <a:pPr marL="241300" indent="-228600">
              <a:lnSpc>
                <a:spcPct val="100000"/>
              </a:lnSpc>
              <a:spcBef>
                <a:spcPts val="860"/>
              </a:spcBef>
              <a:buFont typeface="Courier New"/>
              <a:buChar char="o"/>
              <a:tabLst>
                <a:tab pos="241300" algn="l"/>
              </a:tabLst>
            </a:pPr>
            <a:r>
              <a:rPr sz="1200" b="1" spc="-10" dirty="0">
                <a:latin typeface="Times New Roman"/>
                <a:cs typeface="Times New Roman"/>
              </a:rPr>
              <a:t>Email</a:t>
            </a:r>
            <a:r>
              <a:rPr sz="1200" b="1" spc="-35" dirty="0">
                <a:latin typeface="Times New Roman"/>
                <a:cs typeface="Times New Roman"/>
              </a:rPr>
              <a:t> </a:t>
            </a:r>
            <a:r>
              <a:rPr sz="1200" b="1" spc="-10" dirty="0">
                <a:latin typeface="Times New Roman"/>
                <a:cs typeface="Times New Roman"/>
              </a:rPr>
              <a:t>Address:</a:t>
            </a:r>
            <a:endParaRPr sz="1200">
              <a:latin typeface="Times New Roman"/>
              <a:cs typeface="Times New Roman"/>
            </a:endParaRPr>
          </a:p>
          <a:p>
            <a:pPr marL="240665">
              <a:lnSpc>
                <a:spcPct val="100000"/>
              </a:lnSpc>
              <a:spcBef>
                <a:spcPts val="40"/>
              </a:spcBef>
            </a:pP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enter</a:t>
            </a:r>
            <a:r>
              <a:rPr sz="1200" spc="-35" dirty="0">
                <a:latin typeface="Times New Roman"/>
                <a:cs typeface="Times New Roman"/>
              </a:rPr>
              <a:t> </a:t>
            </a:r>
            <a:r>
              <a:rPr sz="1200" dirty="0">
                <a:latin typeface="Times New Roman"/>
                <a:cs typeface="Times New Roman"/>
              </a:rPr>
              <a:t>their</a:t>
            </a:r>
            <a:r>
              <a:rPr sz="1200" spc="-35" dirty="0">
                <a:latin typeface="Times New Roman"/>
                <a:cs typeface="Times New Roman"/>
              </a:rPr>
              <a:t> </a:t>
            </a:r>
            <a:r>
              <a:rPr sz="1200" dirty="0">
                <a:latin typeface="Times New Roman"/>
                <a:cs typeface="Times New Roman"/>
              </a:rPr>
              <a:t>email</a:t>
            </a:r>
            <a:r>
              <a:rPr sz="1200" spc="-10" dirty="0">
                <a:latin typeface="Times New Roman"/>
                <a:cs typeface="Times New Roman"/>
              </a:rPr>
              <a:t> </a:t>
            </a:r>
            <a:r>
              <a:rPr sz="1200" dirty="0">
                <a:latin typeface="Times New Roman"/>
                <a:cs typeface="Times New Roman"/>
              </a:rPr>
              <a:t>address</a:t>
            </a:r>
            <a:r>
              <a:rPr sz="1200" spc="-20"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dirty="0">
                <a:latin typeface="Times New Roman"/>
                <a:cs typeface="Times New Roman"/>
              </a:rPr>
              <a:t>this</a:t>
            </a:r>
            <a:r>
              <a:rPr sz="1200" spc="-45" dirty="0">
                <a:latin typeface="Times New Roman"/>
                <a:cs typeface="Times New Roman"/>
              </a:rPr>
              <a:t> </a:t>
            </a:r>
            <a:r>
              <a:rPr sz="1200" spc="-10" dirty="0">
                <a:latin typeface="Times New Roman"/>
                <a:cs typeface="Times New Roman"/>
              </a:rPr>
              <a:t>field.</a:t>
            </a:r>
            <a:endParaRPr sz="1200">
              <a:latin typeface="Times New Roman"/>
              <a:cs typeface="Times New Roman"/>
            </a:endParaRPr>
          </a:p>
          <a:p>
            <a:pPr marL="241300" indent="-228600">
              <a:lnSpc>
                <a:spcPct val="100000"/>
              </a:lnSpc>
              <a:spcBef>
                <a:spcPts val="40"/>
              </a:spcBef>
              <a:buFont typeface="Courier New"/>
              <a:buChar char="o"/>
              <a:tabLst>
                <a:tab pos="241300" algn="l"/>
              </a:tabLst>
            </a:pPr>
            <a:r>
              <a:rPr sz="1200" b="1" spc="-10" dirty="0">
                <a:latin typeface="Times New Roman"/>
                <a:cs typeface="Times New Roman"/>
              </a:rPr>
              <a:t>Password:</a:t>
            </a:r>
            <a:endParaRPr sz="1200">
              <a:latin typeface="Times New Roman"/>
              <a:cs typeface="Times New Roman"/>
            </a:endParaRPr>
          </a:p>
          <a:p>
            <a:pPr marL="240665">
              <a:lnSpc>
                <a:spcPct val="100000"/>
              </a:lnSpc>
              <a:spcBef>
                <a:spcPts val="60"/>
              </a:spcBef>
            </a:pP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enter</a:t>
            </a:r>
            <a:r>
              <a:rPr sz="1200" spc="-3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password</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spc="-20" dirty="0">
                <a:latin typeface="Times New Roman"/>
                <a:cs typeface="Times New Roman"/>
              </a:rPr>
              <a:t>field</a:t>
            </a:r>
            <a:endParaRPr sz="1200">
              <a:latin typeface="Times New Roman"/>
              <a:cs typeface="Times New Roman"/>
            </a:endParaRPr>
          </a:p>
        </p:txBody>
      </p:sp>
      <p:sp>
        <p:nvSpPr>
          <p:cNvPr id="8" name="object 8"/>
          <p:cNvSpPr txBox="1"/>
          <p:nvPr/>
        </p:nvSpPr>
        <p:spPr>
          <a:xfrm>
            <a:off x="902017" y="7032243"/>
            <a:ext cx="5970270" cy="183007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Forgot </a:t>
            </a:r>
            <a:r>
              <a:rPr sz="1400" b="1" spc="-10" dirty="0">
                <a:latin typeface="Times New Roman"/>
                <a:cs typeface="Times New Roman"/>
              </a:rPr>
              <a:t>Password?</a:t>
            </a:r>
            <a:endParaRPr sz="1400">
              <a:latin typeface="Times New Roman"/>
              <a:cs typeface="Times New Roman"/>
            </a:endParaRPr>
          </a:p>
          <a:p>
            <a:pPr>
              <a:lnSpc>
                <a:spcPct val="100000"/>
              </a:lnSpc>
              <a:spcBef>
                <a:spcPts val="685"/>
              </a:spcBef>
            </a:pPr>
            <a:endParaRPr sz="1400">
              <a:latin typeface="Times New Roman"/>
              <a:cs typeface="Times New Roman"/>
            </a:endParaRPr>
          </a:p>
          <a:p>
            <a:pPr marL="12700" marR="5080" algn="just">
              <a:lnSpc>
                <a:spcPct val="103200"/>
              </a:lnSpc>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you've</a:t>
            </a:r>
            <a:r>
              <a:rPr sz="1200" spc="-25" dirty="0">
                <a:latin typeface="Times New Roman"/>
                <a:cs typeface="Times New Roman"/>
              </a:rPr>
              <a:t> </a:t>
            </a:r>
            <a:r>
              <a:rPr sz="1200" dirty="0">
                <a:latin typeface="Times New Roman"/>
                <a:cs typeface="Times New Roman"/>
              </a:rPr>
              <a:t>forgotten</a:t>
            </a:r>
            <a:r>
              <a:rPr sz="1200" spc="-2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click</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"Forgot</a:t>
            </a:r>
            <a:r>
              <a:rPr sz="1200" spc="-20"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dirty="0">
                <a:latin typeface="Times New Roman"/>
                <a:cs typeface="Times New Roman"/>
              </a:rPr>
              <a:t>link.</a:t>
            </a:r>
            <a:r>
              <a:rPr sz="1200" spc="-60" dirty="0">
                <a:latin typeface="Times New Roman"/>
                <a:cs typeface="Times New Roman"/>
              </a:rPr>
              <a:t> </a:t>
            </a:r>
            <a:r>
              <a:rPr sz="1200" spc="-35" dirty="0">
                <a:latin typeface="Times New Roman"/>
                <a:cs typeface="Times New Roman"/>
              </a:rPr>
              <a:t>You</a:t>
            </a:r>
            <a:r>
              <a:rPr sz="1200" spc="-25"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redirected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the </a:t>
            </a:r>
            <a:r>
              <a:rPr sz="1200" dirty="0">
                <a:latin typeface="Times New Roman"/>
                <a:cs typeface="Times New Roman"/>
              </a:rPr>
              <a:t>Reset</a:t>
            </a:r>
            <a:r>
              <a:rPr sz="1200" spc="95" dirty="0">
                <a:latin typeface="Times New Roman"/>
                <a:cs typeface="Times New Roman"/>
              </a:rPr>
              <a:t> </a:t>
            </a:r>
            <a:r>
              <a:rPr sz="1200" dirty="0">
                <a:latin typeface="Times New Roman"/>
                <a:cs typeface="Times New Roman"/>
              </a:rPr>
              <a:t>Password</a:t>
            </a:r>
            <a:r>
              <a:rPr sz="1200" spc="95" dirty="0">
                <a:latin typeface="Times New Roman"/>
                <a:cs typeface="Times New Roman"/>
              </a:rPr>
              <a:t> </a:t>
            </a:r>
            <a:r>
              <a:rPr sz="1200" dirty="0">
                <a:latin typeface="Times New Roman"/>
                <a:cs typeface="Times New Roman"/>
              </a:rPr>
              <a:t>page,</a:t>
            </a:r>
            <a:r>
              <a:rPr sz="1200" spc="95" dirty="0">
                <a:latin typeface="Times New Roman"/>
                <a:cs typeface="Times New Roman"/>
              </a:rPr>
              <a:t> </a:t>
            </a:r>
            <a:r>
              <a:rPr sz="1200" dirty="0">
                <a:latin typeface="Times New Roman"/>
                <a:cs typeface="Times New Roman"/>
              </a:rPr>
              <a:t>where</a:t>
            </a:r>
            <a:r>
              <a:rPr sz="1200" spc="105" dirty="0">
                <a:latin typeface="Times New Roman"/>
                <a:cs typeface="Times New Roman"/>
              </a:rPr>
              <a:t> </a:t>
            </a:r>
            <a:r>
              <a:rPr sz="1200" dirty="0">
                <a:latin typeface="Times New Roman"/>
                <a:cs typeface="Times New Roman"/>
              </a:rPr>
              <a:t>you</a:t>
            </a:r>
            <a:r>
              <a:rPr sz="1200" spc="95" dirty="0">
                <a:latin typeface="Times New Roman"/>
                <a:cs typeface="Times New Roman"/>
              </a:rPr>
              <a:t> </a:t>
            </a:r>
            <a:r>
              <a:rPr sz="1200" dirty="0">
                <a:latin typeface="Times New Roman"/>
                <a:cs typeface="Times New Roman"/>
              </a:rPr>
              <a:t>can</a:t>
            </a:r>
            <a:r>
              <a:rPr sz="1200" spc="95" dirty="0">
                <a:latin typeface="Times New Roman"/>
                <a:cs typeface="Times New Roman"/>
              </a:rPr>
              <a:t> </a:t>
            </a:r>
            <a:r>
              <a:rPr sz="1200" dirty="0">
                <a:latin typeface="Times New Roman"/>
                <a:cs typeface="Times New Roman"/>
              </a:rPr>
              <a:t>enter</a:t>
            </a:r>
            <a:r>
              <a:rPr sz="1200" spc="95" dirty="0">
                <a:latin typeface="Times New Roman"/>
                <a:cs typeface="Times New Roman"/>
              </a:rPr>
              <a:t> </a:t>
            </a:r>
            <a:r>
              <a:rPr sz="1200" dirty="0">
                <a:latin typeface="Times New Roman"/>
                <a:cs typeface="Times New Roman"/>
              </a:rPr>
              <a:t>your</a:t>
            </a:r>
            <a:r>
              <a:rPr sz="1200" spc="95" dirty="0">
                <a:latin typeface="Times New Roman"/>
                <a:cs typeface="Times New Roman"/>
              </a:rPr>
              <a:t> </a:t>
            </a:r>
            <a:r>
              <a:rPr sz="1200" dirty="0">
                <a:latin typeface="Times New Roman"/>
                <a:cs typeface="Times New Roman"/>
              </a:rPr>
              <a:t>email</a:t>
            </a:r>
            <a:r>
              <a:rPr sz="1200" spc="145" dirty="0">
                <a:latin typeface="Times New Roman"/>
                <a:cs typeface="Times New Roman"/>
              </a:rPr>
              <a:t> </a:t>
            </a:r>
            <a:r>
              <a:rPr sz="1200" dirty="0">
                <a:latin typeface="Times New Roman"/>
                <a:cs typeface="Times New Roman"/>
              </a:rPr>
              <a:t>address</a:t>
            </a:r>
            <a:r>
              <a:rPr sz="1200" spc="90" dirty="0">
                <a:latin typeface="Times New Roman"/>
                <a:cs typeface="Times New Roman"/>
              </a:rPr>
              <a:t> </a:t>
            </a:r>
            <a:r>
              <a:rPr sz="1200" dirty="0">
                <a:latin typeface="Times New Roman"/>
                <a:cs typeface="Times New Roman"/>
              </a:rPr>
              <a:t>to</a:t>
            </a:r>
            <a:r>
              <a:rPr sz="1200" spc="95" dirty="0">
                <a:latin typeface="Times New Roman"/>
                <a:cs typeface="Times New Roman"/>
              </a:rPr>
              <a:t> </a:t>
            </a:r>
            <a:r>
              <a:rPr sz="1200" dirty="0">
                <a:latin typeface="Times New Roman"/>
                <a:cs typeface="Times New Roman"/>
              </a:rPr>
              <a:t>receive</a:t>
            </a:r>
            <a:r>
              <a:rPr sz="1200" spc="100" dirty="0">
                <a:latin typeface="Times New Roman"/>
                <a:cs typeface="Times New Roman"/>
              </a:rPr>
              <a:t> </a:t>
            </a:r>
            <a:r>
              <a:rPr sz="1200" dirty="0">
                <a:latin typeface="Times New Roman"/>
                <a:cs typeface="Times New Roman"/>
              </a:rPr>
              <a:t>a</a:t>
            </a:r>
            <a:r>
              <a:rPr sz="1200" spc="105" dirty="0">
                <a:latin typeface="Times New Roman"/>
                <a:cs typeface="Times New Roman"/>
              </a:rPr>
              <a:t> </a:t>
            </a:r>
            <a:r>
              <a:rPr sz="1200" dirty="0">
                <a:latin typeface="Times New Roman"/>
                <a:cs typeface="Times New Roman"/>
              </a:rPr>
              <a:t>one-time</a:t>
            </a:r>
            <a:r>
              <a:rPr sz="1200" spc="105" dirty="0">
                <a:latin typeface="Times New Roman"/>
                <a:cs typeface="Times New Roman"/>
              </a:rPr>
              <a:t> </a:t>
            </a:r>
            <a:r>
              <a:rPr sz="1200" spc="-10" dirty="0">
                <a:latin typeface="Times New Roman"/>
                <a:cs typeface="Times New Roman"/>
              </a:rPr>
              <a:t>password </a:t>
            </a:r>
            <a:r>
              <a:rPr sz="1200" dirty="0">
                <a:latin typeface="Times New Roman"/>
                <a:cs typeface="Times New Roman"/>
              </a:rPr>
              <a:t>(OTP)</a:t>
            </a:r>
            <a:r>
              <a:rPr sz="1200" spc="-55" dirty="0">
                <a:latin typeface="Times New Roman"/>
                <a:cs typeface="Times New Roman"/>
              </a:rPr>
              <a:t> </a:t>
            </a:r>
            <a:r>
              <a:rPr sz="1200" dirty="0">
                <a:latin typeface="Times New Roman"/>
                <a:cs typeface="Times New Roman"/>
              </a:rPr>
              <a:t>for</a:t>
            </a:r>
            <a:r>
              <a:rPr sz="1200" spc="-50" dirty="0">
                <a:latin typeface="Times New Roman"/>
                <a:cs typeface="Times New Roman"/>
              </a:rPr>
              <a:t> </a:t>
            </a:r>
            <a:r>
              <a:rPr sz="1200" dirty="0">
                <a:latin typeface="Times New Roman"/>
                <a:cs typeface="Times New Roman"/>
              </a:rPr>
              <a:t>verification.</a:t>
            </a:r>
            <a:r>
              <a:rPr sz="1200" spc="-50" dirty="0">
                <a:latin typeface="Times New Roman"/>
                <a:cs typeface="Times New Roman"/>
              </a:rPr>
              <a:t> </a:t>
            </a:r>
            <a:r>
              <a:rPr sz="1200" dirty="0">
                <a:latin typeface="Times New Roman"/>
                <a:cs typeface="Times New Roman"/>
              </a:rPr>
              <a:t>Once</a:t>
            </a:r>
            <a:r>
              <a:rPr sz="1200" spc="-45" dirty="0">
                <a:latin typeface="Times New Roman"/>
                <a:cs typeface="Times New Roman"/>
              </a:rPr>
              <a:t> </a:t>
            </a:r>
            <a:r>
              <a:rPr sz="1200" dirty="0">
                <a:latin typeface="Times New Roman"/>
                <a:cs typeface="Times New Roman"/>
              </a:rPr>
              <a:t>your</a:t>
            </a:r>
            <a:r>
              <a:rPr sz="1200" spc="-50" dirty="0">
                <a:latin typeface="Times New Roman"/>
                <a:cs typeface="Times New Roman"/>
              </a:rPr>
              <a:t> </a:t>
            </a:r>
            <a:r>
              <a:rPr sz="1200" dirty="0">
                <a:latin typeface="Times New Roman"/>
                <a:cs typeface="Times New Roman"/>
              </a:rPr>
              <a:t>email</a:t>
            </a:r>
            <a:r>
              <a:rPr sz="1200" spc="-45" dirty="0">
                <a:latin typeface="Times New Roman"/>
                <a:cs typeface="Times New Roman"/>
              </a:rPr>
              <a:t> </a:t>
            </a:r>
            <a:r>
              <a:rPr sz="1200" dirty="0">
                <a:latin typeface="Times New Roman"/>
                <a:cs typeface="Times New Roman"/>
              </a:rPr>
              <a:t>is</a:t>
            </a:r>
            <a:r>
              <a:rPr sz="1200" spc="-75" dirty="0">
                <a:latin typeface="Times New Roman"/>
                <a:cs typeface="Times New Roman"/>
              </a:rPr>
              <a:t> </a:t>
            </a:r>
            <a:r>
              <a:rPr sz="1200" dirty="0">
                <a:latin typeface="Times New Roman"/>
                <a:cs typeface="Times New Roman"/>
              </a:rPr>
              <a:t>verified,</a:t>
            </a:r>
            <a:r>
              <a:rPr sz="1200" spc="-50" dirty="0">
                <a:latin typeface="Times New Roman"/>
                <a:cs typeface="Times New Roman"/>
              </a:rPr>
              <a:t> </a:t>
            </a:r>
            <a:r>
              <a:rPr sz="1200" dirty="0">
                <a:latin typeface="Times New Roman"/>
                <a:cs typeface="Times New Roman"/>
              </a:rPr>
              <a:t>you</a:t>
            </a:r>
            <a:r>
              <a:rPr sz="1200" spc="-50" dirty="0">
                <a:latin typeface="Times New Roman"/>
                <a:cs typeface="Times New Roman"/>
              </a:rPr>
              <a:t> </a:t>
            </a:r>
            <a:r>
              <a:rPr sz="1200" dirty="0">
                <a:latin typeface="Times New Roman"/>
                <a:cs typeface="Times New Roman"/>
              </a:rPr>
              <a:t>can</a:t>
            </a:r>
            <a:r>
              <a:rPr sz="1200" spc="-50" dirty="0">
                <a:latin typeface="Times New Roman"/>
                <a:cs typeface="Times New Roman"/>
              </a:rPr>
              <a:t> </a:t>
            </a:r>
            <a:r>
              <a:rPr sz="1200" spc="-10" dirty="0">
                <a:latin typeface="Times New Roman"/>
                <a:cs typeface="Times New Roman"/>
              </a:rPr>
              <a:t>reset</a:t>
            </a:r>
            <a:r>
              <a:rPr sz="1200" spc="-50" dirty="0">
                <a:latin typeface="Times New Roman"/>
                <a:cs typeface="Times New Roman"/>
              </a:rPr>
              <a:t> </a:t>
            </a:r>
            <a:r>
              <a:rPr sz="1200" dirty="0">
                <a:latin typeface="Times New Roman"/>
                <a:cs typeface="Times New Roman"/>
              </a:rPr>
              <a:t>your</a:t>
            </a:r>
            <a:r>
              <a:rPr sz="1200" spc="-50" dirty="0">
                <a:latin typeface="Times New Roman"/>
                <a:cs typeface="Times New Roman"/>
              </a:rPr>
              <a:t> </a:t>
            </a:r>
            <a:r>
              <a:rPr sz="1200" spc="-10" dirty="0">
                <a:latin typeface="Times New Roman"/>
                <a:cs typeface="Times New Roman"/>
              </a:rPr>
              <a:t>password</a:t>
            </a:r>
            <a:r>
              <a:rPr sz="1200" spc="-5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regain</a:t>
            </a:r>
            <a:r>
              <a:rPr sz="1200" spc="-50" dirty="0">
                <a:latin typeface="Times New Roman"/>
                <a:cs typeface="Times New Roman"/>
              </a:rPr>
              <a:t> </a:t>
            </a:r>
            <a:r>
              <a:rPr sz="1200" spc="-10" dirty="0">
                <a:latin typeface="Times New Roman"/>
                <a:cs typeface="Times New Roman"/>
              </a:rPr>
              <a:t>access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your</a:t>
            </a:r>
            <a:r>
              <a:rPr sz="1200" spc="-10" dirty="0">
                <a:latin typeface="Times New Roman"/>
                <a:cs typeface="Times New Roman"/>
              </a:rPr>
              <a:t> account.</a:t>
            </a:r>
            <a:endParaRPr sz="1200">
              <a:latin typeface="Times New Roman"/>
              <a:cs typeface="Times New Roman"/>
            </a:endParaRPr>
          </a:p>
          <a:p>
            <a:pPr marL="12700">
              <a:lnSpc>
                <a:spcPct val="100000"/>
              </a:lnSpc>
              <a:spcBef>
                <a:spcPts val="860"/>
              </a:spcBef>
            </a:pPr>
            <a:r>
              <a:rPr sz="1400" b="1" spc="-10" dirty="0">
                <a:latin typeface="Times New Roman"/>
                <a:cs typeface="Times New Roman"/>
              </a:rPr>
              <a:t>Email</a:t>
            </a:r>
            <a:r>
              <a:rPr sz="1400" b="1" spc="-60" dirty="0">
                <a:latin typeface="Times New Roman"/>
                <a:cs typeface="Times New Roman"/>
              </a:rPr>
              <a:t> </a:t>
            </a:r>
            <a:r>
              <a:rPr sz="1400" b="1" spc="-10" dirty="0">
                <a:latin typeface="Times New Roman"/>
                <a:cs typeface="Times New Roman"/>
              </a:rPr>
              <a:t>Address:</a:t>
            </a:r>
            <a:endParaRPr sz="1400">
              <a:latin typeface="Times New Roman"/>
              <a:cs typeface="Times New Roman"/>
            </a:endParaRPr>
          </a:p>
          <a:p>
            <a:pPr marL="12700">
              <a:lnSpc>
                <a:spcPct val="100000"/>
              </a:lnSpc>
              <a:spcBef>
                <a:spcPts val="65"/>
              </a:spcBef>
            </a:pP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dirty="0">
                <a:latin typeface="Times New Roman"/>
                <a:cs typeface="Times New Roman"/>
              </a:rPr>
              <a:t>address</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receive</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OTP</a:t>
            </a:r>
            <a:r>
              <a:rPr sz="1400" spc="-20" dirty="0">
                <a:latin typeface="Times New Roman"/>
                <a:cs typeface="Times New Roman"/>
              </a:rPr>
              <a:t>.</a:t>
            </a:r>
            <a:endParaRPr sz="1400">
              <a:latin typeface="Times New Roman"/>
              <a:cs typeface="Times New Roman"/>
            </a:endParaRPr>
          </a:p>
        </p:txBody>
      </p:sp>
      <p:pic>
        <p:nvPicPr>
          <p:cNvPr id="9" name="object 9"/>
          <p:cNvPicPr/>
          <p:nvPr/>
        </p:nvPicPr>
        <p:blipFill>
          <a:blip r:embed="rId3" cstate="print"/>
          <a:stretch>
            <a:fillRect/>
          </a:stretch>
        </p:blipFill>
        <p:spPr>
          <a:xfrm>
            <a:off x="292100" y="304800"/>
            <a:ext cx="71777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15925" y="865441"/>
            <a:ext cx="6898640" cy="8085455"/>
            <a:chOff x="415925" y="865441"/>
            <a:chExt cx="6898640" cy="808545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19100" y="868679"/>
              <a:ext cx="6892290" cy="3154552"/>
            </a:xfrm>
            <a:prstGeom prst="rect">
              <a:avLst/>
            </a:prstGeom>
          </p:spPr>
        </p:pic>
        <p:sp>
          <p:nvSpPr>
            <p:cNvPr id="6" name="object 6"/>
            <p:cNvSpPr/>
            <p:nvPr/>
          </p:nvSpPr>
          <p:spPr>
            <a:xfrm>
              <a:off x="417512" y="867028"/>
              <a:ext cx="6895465" cy="3157855"/>
            </a:xfrm>
            <a:custGeom>
              <a:avLst/>
              <a:gdLst/>
              <a:ahLst/>
              <a:cxnLst/>
              <a:rect l="l" t="t" r="r" b="b"/>
              <a:pathLst>
                <a:path w="6895465" h="3157854">
                  <a:moveTo>
                    <a:pt x="0" y="3157728"/>
                  </a:moveTo>
                  <a:lnTo>
                    <a:pt x="6895465" y="3157728"/>
                  </a:lnTo>
                  <a:lnTo>
                    <a:pt x="6895465" y="0"/>
                  </a:lnTo>
                  <a:lnTo>
                    <a:pt x="0" y="0"/>
                  </a:lnTo>
                  <a:lnTo>
                    <a:pt x="0" y="3157728"/>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900146" y="5258053"/>
              <a:ext cx="6302531" cy="3382645"/>
            </a:xfrm>
            <a:prstGeom prst="rect">
              <a:avLst/>
            </a:prstGeom>
          </p:spPr>
        </p:pic>
        <p:sp>
          <p:nvSpPr>
            <p:cNvPr id="8" name="object 8"/>
            <p:cNvSpPr/>
            <p:nvPr/>
          </p:nvSpPr>
          <p:spPr>
            <a:xfrm>
              <a:off x="569912" y="5256402"/>
              <a:ext cx="6634480" cy="3385820"/>
            </a:xfrm>
            <a:custGeom>
              <a:avLst/>
              <a:gdLst/>
              <a:ahLst/>
              <a:cxnLst/>
              <a:rect l="l" t="t" r="r" b="b"/>
              <a:pathLst>
                <a:path w="6634480" h="3385820">
                  <a:moveTo>
                    <a:pt x="0" y="3385820"/>
                  </a:moveTo>
                  <a:lnTo>
                    <a:pt x="6634353" y="3385820"/>
                  </a:lnTo>
                  <a:lnTo>
                    <a:pt x="6634353" y="0"/>
                  </a:lnTo>
                  <a:lnTo>
                    <a:pt x="0" y="0"/>
                  </a:lnTo>
                  <a:lnTo>
                    <a:pt x="0" y="3385820"/>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4438650"/>
            <a:ext cx="5969000" cy="426720"/>
          </a:xfrm>
          <a:prstGeom prst="rect">
            <a:avLst/>
          </a:prstGeom>
        </p:spPr>
        <p:txBody>
          <a:bodyPr vert="horz" wrap="square" lIns="0" tIns="7620" rIns="0" bIns="0" rtlCol="0">
            <a:spAutoFit/>
          </a:bodyPr>
          <a:lstStyle/>
          <a:p>
            <a:pPr marL="12700" marR="5080">
              <a:lnSpc>
                <a:spcPct val="102400"/>
              </a:lnSpc>
              <a:spcBef>
                <a:spcPts val="60"/>
              </a:spcBef>
            </a:pPr>
            <a:r>
              <a:rPr sz="1400" b="1" spc="-10" dirty="0">
                <a:latin typeface="Times New Roman"/>
                <a:cs typeface="Times New Roman"/>
              </a:rPr>
              <a:t>OTP</a:t>
            </a:r>
            <a:r>
              <a:rPr sz="1400" b="1" spc="-90" dirty="0">
                <a:latin typeface="Times New Roman"/>
                <a:cs typeface="Times New Roman"/>
              </a:rPr>
              <a:t> </a:t>
            </a:r>
            <a:r>
              <a:rPr sz="1400" b="1" spc="-10" dirty="0">
                <a:latin typeface="Times New Roman"/>
                <a:cs typeface="Times New Roman"/>
              </a:rPr>
              <a:t>Successfully</a:t>
            </a:r>
            <a:r>
              <a:rPr sz="1400" b="1" spc="-55" dirty="0">
                <a:latin typeface="Times New Roman"/>
                <a:cs typeface="Times New Roman"/>
              </a:rPr>
              <a:t> </a:t>
            </a:r>
            <a:r>
              <a:rPr sz="1400" b="1" spc="-20" dirty="0">
                <a:latin typeface="Times New Roman"/>
                <a:cs typeface="Times New Roman"/>
              </a:rPr>
              <a:t>Verified</a:t>
            </a:r>
            <a:r>
              <a:rPr sz="1400" b="1" spc="-5" dirty="0">
                <a:latin typeface="Times New Roman"/>
                <a:cs typeface="Times New Roman"/>
              </a:rPr>
              <a:t> </a:t>
            </a:r>
            <a:r>
              <a:rPr sz="1200" spc="-30" dirty="0">
                <a:latin typeface="Times New Roman"/>
                <a:cs typeface="Times New Roman"/>
              </a:rPr>
              <a:t>Your</a:t>
            </a:r>
            <a:r>
              <a:rPr sz="1200" spc="-15" dirty="0">
                <a:latin typeface="Times New Roman"/>
                <a:cs typeface="Times New Roman"/>
              </a:rPr>
              <a:t> </a:t>
            </a:r>
            <a:r>
              <a:rPr sz="1200" spc="-10" dirty="0">
                <a:latin typeface="Times New Roman"/>
                <a:cs typeface="Times New Roman"/>
              </a:rPr>
              <a:t>One-Time</a:t>
            </a:r>
            <a:r>
              <a:rPr sz="1200" spc="-15" dirty="0">
                <a:latin typeface="Times New Roman"/>
                <a:cs typeface="Times New Roman"/>
              </a:rPr>
              <a:t> </a:t>
            </a:r>
            <a:r>
              <a:rPr sz="1200" spc="-10" dirty="0">
                <a:latin typeface="Times New Roman"/>
                <a:cs typeface="Times New Roman"/>
              </a:rPr>
              <a:t>Password</a:t>
            </a:r>
            <a:r>
              <a:rPr sz="1200" spc="-20" dirty="0">
                <a:latin typeface="Times New Roman"/>
                <a:cs typeface="Times New Roman"/>
              </a:rPr>
              <a:t> </a:t>
            </a:r>
            <a:r>
              <a:rPr sz="1200" dirty="0">
                <a:latin typeface="Times New Roman"/>
                <a:cs typeface="Times New Roman"/>
              </a:rPr>
              <a:t>(OTP)</a:t>
            </a:r>
            <a:r>
              <a:rPr sz="1200" spc="-20"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dirty="0">
                <a:latin typeface="Times New Roman"/>
                <a:cs typeface="Times New Roman"/>
              </a:rPr>
              <a:t>been</a:t>
            </a:r>
            <a:r>
              <a:rPr sz="1200" spc="-25" dirty="0">
                <a:latin typeface="Times New Roman"/>
                <a:cs typeface="Times New Roman"/>
              </a:rPr>
              <a:t> </a:t>
            </a:r>
            <a:r>
              <a:rPr sz="1200" spc="-10" dirty="0">
                <a:latin typeface="Times New Roman"/>
                <a:cs typeface="Times New Roman"/>
              </a:rPr>
              <a:t>verified!</a:t>
            </a:r>
            <a:r>
              <a:rPr sz="1200" spc="-80" dirty="0">
                <a:latin typeface="Times New Roman"/>
                <a:cs typeface="Times New Roman"/>
              </a:rPr>
              <a:t> </a:t>
            </a:r>
            <a:r>
              <a:rPr sz="1200" spc="-45" dirty="0">
                <a:latin typeface="Times New Roman"/>
                <a:cs typeface="Times New Roman"/>
              </a:rPr>
              <a:t>You</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spc="-25" dirty="0">
                <a:latin typeface="Times New Roman"/>
                <a:cs typeface="Times New Roman"/>
              </a:rPr>
              <a:t>now </a:t>
            </a:r>
            <a:r>
              <a:rPr sz="1200" dirty="0">
                <a:latin typeface="Times New Roman"/>
                <a:cs typeface="Times New Roman"/>
              </a:rPr>
              <a:t>proceed</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reset</a:t>
            </a:r>
            <a:r>
              <a:rPr sz="1200" spc="-2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password</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securely</a:t>
            </a:r>
            <a:r>
              <a:rPr sz="1200" spc="-30" dirty="0">
                <a:latin typeface="Times New Roman"/>
                <a:cs typeface="Times New Roman"/>
              </a:rPr>
              <a:t> </a:t>
            </a:r>
            <a:r>
              <a:rPr sz="1200" dirty="0">
                <a:latin typeface="Times New Roman"/>
                <a:cs typeface="Times New Roman"/>
              </a:rPr>
              <a:t>access</a:t>
            </a:r>
            <a:r>
              <a:rPr sz="1200" spc="-35" dirty="0">
                <a:latin typeface="Times New Roman"/>
                <a:cs typeface="Times New Roman"/>
              </a:rPr>
              <a:t> </a:t>
            </a:r>
            <a:r>
              <a:rPr sz="1200" dirty="0">
                <a:latin typeface="Times New Roman"/>
                <a:cs typeface="Times New Roman"/>
              </a:rPr>
              <a:t>your</a:t>
            </a:r>
            <a:r>
              <a:rPr sz="1200" spc="-30"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59765" y="1947481"/>
            <a:ext cx="6399530" cy="7245350"/>
            <a:chOff x="659765" y="1947481"/>
            <a:chExt cx="6399530" cy="724535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284628" y="1950720"/>
              <a:ext cx="5771491" cy="3657600"/>
            </a:xfrm>
            <a:prstGeom prst="rect">
              <a:avLst/>
            </a:prstGeom>
          </p:spPr>
        </p:pic>
        <p:sp>
          <p:nvSpPr>
            <p:cNvPr id="5" name="object 5"/>
            <p:cNvSpPr/>
            <p:nvPr/>
          </p:nvSpPr>
          <p:spPr>
            <a:xfrm>
              <a:off x="661352" y="1949069"/>
              <a:ext cx="6396355" cy="3660775"/>
            </a:xfrm>
            <a:custGeom>
              <a:avLst/>
              <a:gdLst/>
              <a:ahLst/>
              <a:cxnLst/>
              <a:rect l="l" t="t" r="r" b="b"/>
              <a:pathLst>
                <a:path w="6396355" h="3660775">
                  <a:moveTo>
                    <a:pt x="0" y="3660775"/>
                  </a:moveTo>
                  <a:lnTo>
                    <a:pt x="6396355" y="3660775"/>
                  </a:lnTo>
                  <a:lnTo>
                    <a:pt x="6396355" y="0"/>
                  </a:lnTo>
                  <a:lnTo>
                    <a:pt x="0" y="0"/>
                  </a:lnTo>
                  <a:lnTo>
                    <a:pt x="0" y="3660775"/>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752475" y="6170777"/>
              <a:ext cx="6149340" cy="3018789"/>
            </a:xfrm>
            <a:prstGeom prst="rect">
              <a:avLst/>
            </a:prstGeom>
          </p:spPr>
        </p:pic>
        <p:sp>
          <p:nvSpPr>
            <p:cNvPr id="7" name="object 7"/>
            <p:cNvSpPr/>
            <p:nvPr/>
          </p:nvSpPr>
          <p:spPr>
            <a:xfrm>
              <a:off x="750887" y="6169190"/>
              <a:ext cx="6152515" cy="3021965"/>
            </a:xfrm>
            <a:custGeom>
              <a:avLst/>
              <a:gdLst/>
              <a:ahLst/>
              <a:cxnLst/>
              <a:rect l="l" t="t" r="r" b="b"/>
              <a:pathLst>
                <a:path w="6152515" h="3021965">
                  <a:moveTo>
                    <a:pt x="0" y="3021964"/>
                  </a:moveTo>
                  <a:lnTo>
                    <a:pt x="6152515" y="3021964"/>
                  </a:lnTo>
                  <a:lnTo>
                    <a:pt x="6152515" y="0"/>
                  </a:lnTo>
                  <a:lnTo>
                    <a:pt x="0" y="0"/>
                  </a:lnTo>
                  <a:lnTo>
                    <a:pt x="0" y="3021964"/>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902017" y="434340"/>
            <a:ext cx="5969635" cy="126555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12700" marR="6350" algn="just">
              <a:lnSpc>
                <a:spcPct val="103499"/>
              </a:lnSpc>
            </a:pPr>
            <a:r>
              <a:rPr sz="1400" b="1" dirty="0">
                <a:latin typeface="Times New Roman"/>
                <a:cs typeface="Times New Roman"/>
              </a:rPr>
              <a:t>Incorrect</a:t>
            </a:r>
            <a:r>
              <a:rPr sz="1400" b="1" spc="5" dirty="0">
                <a:latin typeface="Times New Roman"/>
                <a:cs typeface="Times New Roman"/>
              </a:rPr>
              <a:t> </a:t>
            </a:r>
            <a:r>
              <a:rPr sz="1400" b="1" dirty="0">
                <a:latin typeface="Times New Roman"/>
                <a:cs typeface="Times New Roman"/>
              </a:rPr>
              <a:t>OTP:</a:t>
            </a:r>
            <a:r>
              <a:rPr sz="1400" b="1"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30" dirty="0">
                <a:latin typeface="Times New Roman"/>
                <a:cs typeface="Times New Roman"/>
              </a:rPr>
              <a:t> </a:t>
            </a:r>
            <a:r>
              <a:rPr sz="1200" dirty="0">
                <a:latin typeface="Times New Roman"/>
                <a:cs typeface="Times New Roman"/>
              </a:rPr>
              <a:t>you</a:t>
            </a:r>
            <a:r>
              <a:rPr sz="1200" spc="-10" dirty="0">
                <a:latin typeface="Times New Roman"/>
                <a:cs typeface="Times New Roman"/>
              </a:rPr>
              <a:t> </a:t>
            </a:r>
            <a:r>
              <a:rPr sz="1200" dirty="0">
                <a:latin typeface="Times New Roman"/>
                <a:cs typeface="Times New Roman"/>
              </a:rPr>
              <a:t>entered</a:t>
            </a:r>
            <a:r>
              <a:rPr sz="1200" spc="-10" dirty="0">
                <a:latin typeface="Times New Roman"/>
                <a:cs typeface="Times New Roman"/>
              </a:rPr>
              <a:t> </a:t>
            </a:r>
            <a:r>
              <a:rPr sz="1200" dirty="0">
                <a:latin typeface="Times New Roman"/>
                <a:cs typeface="Times New Roman"/>
              </a:rPr>
              <a:t>is</a:t>
            </a:r>
            <a:r>
              <a:rPr sz="1200" spc="5" dirty="0">
                <a:latin typeface="Times New Roman"/>
                <a:cs typeface="Times New Roman"/>
              </a:rPr>
              <a:t> </a:t>
            </a:r>
            <a:r>
              <a:rPr sz="1200" dirty="0">
                <a:latin typeface="Times New Roman"/>
                <a:cs typeface="Times New Roman"/>
              </a:rPr>
              <a:t>incorrect.</a:t>
            </a:r>
            <a:r>
              <a:rPr sz="1200" spc="10" dirty="0">
                <a:latin typeface="Times New Roman"/>
                <a:cs typeface="Times New Roman"/>
              </a:rPr>
              <a:t> </a:t>
            </a:r>
            <a:r>
              <a:rPr sz="1200" dirty="0">
                <a:latin typeface="Times New Roman"/>
                <a:cs typeface="Times New Roman"/>
              </a:rPr>
              <a:t>Please</a:t>
            </a:r>
            <a:r>
              <a:rPr sz="1200" spc="5" dirty="0">
                <a:latin typeface="Times New Roman"/>
                <a:cs typeface="Times New Roman"/>
              </a:rPr>
              <a:t> </a:t>
            </a:r>
            <a:r>
              <a:rPr sz="1200" dirty="0">
                <a:latin typeface="Times New Roman"/>
                <a:cs typeface="Times New Roman"/>
              </a:rPr>
              <a:t>check</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try</a:t>
            </a:r>
            <a:r>
              <a:rPr sz="1200" spc="-10" dirty="0">
                <a:latin typeface="Times New Roman"/>
                <a:cs typeface="Times New Roman"/>
              </a:rPr>
              <a:t> </a:t>
            </a:r>
            <a:r>
              <a:rPr sz="1200" dirty="0">
                <a:latin typeface="Times New Roman"/>
                <a:cs typeface="Times New Roman"/>
              </a:rPr>
              <a:t>again.</a:t>
            </a:r>
            <a:r>
              <a:rPr sz="1200" spc="10" dirty="0">
                <a:latin typeface="Times New Roman"/>
                <a:cs typeface="Times New Roman"/>
              </a:rPr>
              <a:t> </a:t>
            </a:r>
            <a:r>
              <a:rPr sz="1200" dirty="0">
                <a:latin typeface="Times New Roman"/>
                <a:cs typeface="Times New Roman"/>
              </a:rPr>
              <a:t>Ensure</a:t>
            </a:r>
            <a:r>
              <a:rPr sz="1200" spc="15" dirty="0">
                <a:latin typeface="Times New Roman"/>
                <a:cs typeface="Times New Roman"/>
              </a:rPr>
              <a:t> </a:t>
            </a:r>
            <a:r>
              <a:rPr sz="1200" spc="-10" dirty="0">
                <a:latin typeface="Times New Roman"/>
                <a:cs typeface="Times New Roman"/>
              </a:rPr>
              <a:t>you’re </a:t>
            </a:r>
            <a:r>
              <a:rPr sz="1200" dirty="0">
                <a:latin typeface="Times New Roman"/>
                <a:cs typeface="Times New Roman"/>
              </a:rPr>
              <a:t>entering</a:t>
            </a:r>
            <a:r>
              <a:rPr sz="1200" spc="-5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exact</a:t>
            </a:r>
            <a:r>
              <a:rPr sz="1200" spc="-50" dirty="0">
                <a:latin typeface="Times New Roman"/>
                <a:cs typeface="Times New Roman"/>
              </a:rPr>
              <a:t> </a:t>
            </a:r>
            <a:r>
              <a:rPr sz="1200" dirty="0">
                <a:latin typeface="Times New Roman"/>
                <a:cs typeface="Times New Roman"/>
              </a:rPr>
              <a:t>code</a:t>
            </a:r>
            <a:r>
              <a:rPr sz="1200" spc="-45" dirty="0">
                <a:latin typeface="Times New Roman"/>
                <a:cs typeface="Times New Roman"/>
              </a:rPr>
              <a:t> </a:t>
            </a:r>
            <a:r>
              <a:rPr sz="1200" dirty="0">
                <a:latin typeface="Times New Roman"/>
                <a:cs typeface="Times New Roman"/>
              </a:rPr>
              <a:t>sent</a:t>
            </a:r>
            <a:r>
              <a:rPr sz="1200" spc="-4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your</a:t>
            </a:r>
            <a:r>
              <a:rPr sz="1200" spc="-50" dirty="0">
                <a:latin typeface="Times New Roman"/>
                <a:cs typeface="Times New Roman"/>
              </a:rPr>
              <a:t> </a:t>
            </a:r>
            <a:r>
              <a:rPr sz="1200" dirty="0">
                <a:latin typeface="Times New Roman"/>
                <a:cs typeface="Times New Roman"/>
              </a:rPr>
              <a:t>email.</a:t>
            </a:r>
            <a:r>
              <a:rPr sz="1200" spc="-50" dirty="0">
                <a:latin typeface="Times New Roman"/>
                <a:cs typeface="Times New Roman"/>
              </a:rPr>
              <a:t> </a:t>
            </a:r>
            <a:r>
              <a:rPr sz="1200" dirty="0">
                <a:latin typeface="Times New Roman"/>
                <a:cs typeface="Times New Roman"/>
              </a:rPr>
              <a:t>If</a:t>
            </a:r>
            <a:r>
              <a:rPr sz="1200" spc="-30" dirty="0">
                <a:latin typeface="Times New Roman"/>
                <a:cs typeface="Times New Roman"/>
              </a:rPr>
              <a:t> </a:t>
            </a:r>
            <a:r>
              <a:rPr sz="1200" dirty="0">
                <a:latin typeface="Times New Roman"/>
                <a:cs typeface="Times New Roman"/>
              </a:rPr>
              <a:t>you’re</a:t>
            </a:r>
            <a:r>
              <a:rPr sz="1200" spc="-25" dirty="0">
                <a:latin typeface="Times New Roman"/>
                <a:cs typeface="Times New Roman"/>
              </a:rPr>
              <a:t> </a:t>
            </a:r>
            <a:r>
              <a:rPr sz="1200" spc="-10" dirty="0">
                <a:latin typeface="Times New Roman"/>
                <a:cs typeface="Times New Roman"/>
              </a:rPr>
              <a:t>experiencing</a:t>
            </a:r>
            <a:r>
              <a:rPr sz="1200" spc="-55" dirty="0">
                <a:latin typeface="Times New Roman"/>
                <a:cs typeface="Times New Roman"/>
              </a:rPr>
              <a:t> </a:t>
            </a:r>
            <a:r>
              <a:rPr sz="1200" dirty="0">
                <a:latin typeface="Times New Roman"/>
                <a:cs typeface="Times New Roman"/>
              </a:rPr>
              <a:t>issues</a:t>
            </a:r>
            <a:r>
              <a:rPr sz="1200" spc="-4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spc="-10" dirty="0">
                <a:latin typeface="Times New Roman"/>
                <a:cs typeface="Times New Roman"/>
              </a:rPr>
              <a:t>didn’t</a:t>
            </a:r>
            <a:r>
              <a:rPr sz="1200" spc="-30" dirty="0">
                <a:latin typeface="Times New Roman"/>
                <a:cs typeface="Times New Roman"/>
              </a:rPr>
              <a:t> </a:t>
            </a:r>
            <a:r>
              <a:rPr sz="1200" spc="-10" dirty="0">
                <a:latin typeface="Times New Roman"/>
                <a:cs typeface="Times New Roman"/>
              </a:rPr>
              <a:t>receive</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20" dirty="0">
                <a:latin typeface="Times New Roman"/>
                <a:cs typeface="Times New Roman"/>
              </a:rPr>
              <a:t>OTP, </a:t>
            </a:r>
            <a:r>
              <a:rPr sz="1200" dirty="0">
                <a:latin typeface="Times New Roman"/>
                <a:cs typeface="Times New Roman"/>
              </a:rPr>
              <a:t>click</a:t>
            </a:r>
            <a:r>
              <a:rPr sz="1200" spc="-55" dirty="0">
                <a:latin typeface="Times New Roman"/>
                <a:cs typeface="Times New Roman"/>
              </a:rPr>
              <a:t> </a:t>
            </a:r>
            <a:r>
              <a:rPr sz="1200" dirty="0">
                <a:latin typeface="Times New Roman"/>
                <a:cs typeface="Times New Roman"/>
              </a:rPr>
              <a:t>"Resend"</a:t>
            </a:r>
            <a:r>
              <a:rPr sz="1200" spc="-3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receive</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new</a:t>
            </a:r>
            <a:r>
              <a:rPr sz="1200" spc="-25" dirty="0">
                <a:latin typeface="Times New Roman"/>
                <a:cs typeface="Times New Roman"/>
              </a:rPr>
              <a:t> </a:t>
            </a:r>
            <a:r>
              <a:rPr sz="1200" dirty="0">
                <a:latin typeface="Times New Roman"/>
                <a:cs typeface="Times New Roman"/>
              </a:rPr>
              <a:t>code.</a:t>
            </a:r>
            <a:r>
              <a:rPr sz="1200" spc="-60" dirty="0">
                <a:latin typeface="Times New Roman"/>
                <a:cs typeface="Times New Roman"/>
              </a:rPr>
              <a:t> </a:t>
            </a:r>
            <a:r>
              <a:rPr sz="1200" spc="-45" dirty="0">
                <a:latin typeface="Times New Roman"/>
                <a:cs typeface="Times New Roman"/>
              </a:rPr>
              <a:t>You</a:t>
            </a:r>
            <a:r>
              <a:rPr sz="1200" spc="-30"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try</a:t>
            </a:r>
            <a:r>
              <a:rPr sz="1200" spc="-40" dirty="0">
                <a:latin typeface="Times New Roman"/>
                <a:cs typeface="Times New Roman"/>
              </a:rPr>
              <a:t> </a:t>
            </a:r>
            <a:r>
              <a:rPr sz="1200" dirty="0">
                <a:latin typeface="Times New Roman"/>
                <a:cs typeface="Times New Roman"/>
              </a:rPr>
              <a:t>again</a:t>
            </a:r>
            <a:r>
              <a:rPr sz="1200" spc="-40" dirty="0">
                <a:latin typeface="Times New Roman"/>
                <a:cs typeface="Times New Roman"/>
              </a:rPr>
              <a:t> </a:t>
            </a:r>
            <a:r>
              <a:rPr sz="1200" dirty="0">
                <a:latin typeface="Times New Roman"/>
                <a:cs typeface="Times New Roman"/>
              </a:rPr>
              <a:t>after</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timer</a:t>
            </a:r>
            <a:r>
              <a:rPr sz="1200" spc="-40" dirty="0">
                <a:latin typeface="Times New Roman"/>
                <a:cs typeface="Times New Roman"/>
              </a:rPr>
              <a:t> </a:t>
            </a:r>
            <a:r>
              <a:rPr sz="1200" dirty="0">
                <a:latin typeface="Times New Roman"/>
                <a:cs typeface="Times New Roman"/>
              </a:rPr>
              <a:t>resets.</a:t>
            </a:r>
            <a:r>
              <a:rPr sz="1200" spc="-20" dirty="0">
                <a:latin typeface="Times New Roman"/>
                <a:cs typeface="Times New Roman"/>
              </a:rPr>
              <a:t> </a:t>
            </a:r>
            <a:r>
              <a:rPr sz="1200" dirty="0">
                <a:latin typeface="Times New Roman"/>
                <a:cs typeface="Times New Roman"/>
              </a:rPr>
              <a:t>Make</a:t>
            </a:r>
            <a:r>
              <a:rPr sz="1200" spc="-50" dirty="0">
                <a:latin typeface="Times New Roman"/>
                <a:cs typeface="Times New Roman"/>
              </a:rPr>
              <a:t> </a:t>
            </a:r>
            <a:r>
              <a:rPr sz="1200" dirty="0">
                <a:latin typeface="Times New Roman"/>
                <a:cs typeface="Times New Roman"/>
              </a:rPr>
              <a:t>sure</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check </a:t>
            </a:r>
            <a:r>
              <a:rPr sz="1200" dirty="0">
                <a:latin typeface="Times New Roman"/>
                <a:cs typeface="Times New Roman"/>
              </a:rPr>
              <a:t>your</a:t>
            </a:r>
            <a:r>
              <a:rPr sz="1200" spc="-15" dirty="0">
                <a:latin typeface="Times New Roman"/>
                <a:cs typeface="Times New Roman"/>
              </a:rPr>
              <a:t> </a:t>
            </a:r>
            <a:r>
              <a:rPr sz="1200" dirty="0">
                <a:latin typeface="Times New Roman"/>
                <a:cs typeface="Times New Roman"/>
              </a:rPr>
              <a:t>spam</a:t>
            </a:r>
            <a:r>
              <a:rPr sz="1200" spc="-1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junk</a:t>
            </a:r>
            <a:r>
              <a:rPr sz="1200" spc="-10" dirty="0">
                <a:latin typeface="Times New Roman"/>
                <a:cs typeface="Times New Roman"/>
              </a:rPr>
              <a:t> </a:t>
            </a:r>
            <a:r>
              <a:rPr sz="1200" dirty="0">
                <a:latin typeface="Times New Roman"/>
                <a:cs typeface="Times New Roman"/>
              </a:rPr>
              <a:t>folders</a:t>
            </a:r>
            <a:r>
              <a:rPr sz="1200" spc="-25" dirty="0">
                <a:latin typeface="Times New Roman"/>
                <a:cs typeface="Times New Roman"/>
              </a:rPr>
              <a:t> </a:t>
            </a:r>
            <a:r>
              <a:rPr sz="1200" dirty="0">
                <a:latin typeface="Times New Roman"/>
                <a:cs typeface="Times New Roman"/>
              </a:rPr>
              <a:t>as</a:t>
            </a:r>
            <a:r>
              <a:rPr sz="1200" spc="-20" dirty="0">
                <a:latin typeface="Times New Roman"/>
                <a:cs typeface="Times New Roman"/>
              </a:rPr>
              <a:t> well.</a:t>
            </a:r>
            <a:endParaRPr sz="1200">
              <a:latin typeface="Times New Roman"/>
              <a:cs typeface="Times New Roman"/>
            </a:endParaRPr>
          </a:p>
        </p:txBody>
      </p:sp>
      <p:sp>
        <p:nvSpPr>
          <p:cNvPr id="9" name="object 9"/>
          <p:cNvSpPr txBox="1"/>
          <p:nvPr/>
        </p:nvSpPr>
        <p:spPr>
          <a:xfrm>
            <a:off x="902017" y="5813171"/>
            <a:ext cx="273050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Now</a:t>
            </a:r>
            <a:r>
              <a:rPr sz="1400" spc="-20" dirty="0">
                <a:latin typeface="Times New Roman"/>
                <a:cs typeface="Times New Roman"/>
              </a:rPr>
              <a:t> </a:t>
            </a:r>
            <a:r>
              <a:rPr sz="1400" dirty="0">
                <a:latin typeface="Times New Roman"/>
                <a:cs typeface="Times New Roman"/>
              </a:rPr>
              <a:t>the</a:t>
            </a:r>
            <a:r>
              <a:rPr sz="1400" spc="-25" dirty="0">
                <a:latin typeface="Times New Roman"/>
                <a:cs typeface="Times New Roman"/>
              </a:rPr>
              <a:t> </a:t>
            </a:r>
            <a:r>
              <a:rPr sz="1400" dirty="0">
                <a:latin typeface="Times New Roman"/>
                <a:cs typeface="Times New Roman"/>
              </a:rPr>
              <a:t>new</a:t>
            </a:r>
            <a:r>
              <a:rPr sz="1400" spc="-20" dirty="0">
                <a:latin typeface="Times New Roman"/>
                <a:cs typeface="Times New Roman"/>
              </a:rPr>
              <a:t> </a:t>
            </a:r>
            <a:r>
              <a:rPr sz="1400" dirty="0">
                <a:latin typeface="Times New Roman"/>
                <a:cs typeface="Times New Roman"/>
              </a:rPr>
              <a:t>password</a:t>
            </a:r>
            <a:r>
              <a:rPr sz="1400" spc="-40" dirty="0">
                <a:latin typeface="Times New Roman"/>
                <a:cs typeface="Times New Roman"/>
              </a:rPr>
              <a:t> </a:t>
            </a:r>
            <a:r>
              <a:rPr sz="1400" dirty="0">
                <a:latin typeface="Times New Roman"/>
                <a:cs typeface="Times New Roman"/>
              </a:rPr>
              <a:t>will</a:t>
            </a:r>
            <a:r>
              <a:rPr sz="1400" spc="-35" dirty="0">
                <a:latin typeface="Times New Roman"/>
                <a:cs typeface="Times New Roman"/>
              </a:rPr>
              <a:t> </a:t>
            </a:r>
            <a:r>
              <a:rPr sz="1400" dirty="0">
                <a:latin typeface="Times New Roman"/>
                <a:cs typeface="Times New Roman"/>
              </a:rPr>
              <a:t>be</a:t>
            </a:r>
            <a:r>
              <a:rPr sz="1400" spc="-30" dirty="0">
                <a:latin typeface="Times New Roman"/>
                <a:cs typeface="Times New Roman"/>
              </a:rPr>
              <a:t> </a:t>
            </a:r>
            <a:r>
              <a:rPr sz="1400" dirty="0">
                <a:latin typeface="Times New Roman"/>
                <a:cs typeface="Times New Roman"/>
              </a:rPr>
              <a:t>set</a:t>
            </a:r>
            <a:r>
              <a:rPr sz="1400" spc="-35" dirty="0">
                <a:latin typeface="Times New Roman"/>
                <a:cs typeface="Times New Roman"/>
              </a:rPr>
              <a:t> </a:t>
            </a:r>
            <a:r>
              <a:rPr sz="1400" spc="-25" dirty="0">
                <a:latin typeface="Times New Roman"/>
                <a:cs typeface="Times New Roman"/>
              </a:rPr>
              <a:t>up.</a:t>
            </a:r>
            <a:endParaRPr sz="14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85469" y="1942909"/>
            <a:ext cx="6656070" cy="7007859"/>
            <a:chOff x="585469" y="1942909"/>
            <a:chExt cx="6656070" cy="7007859"/>
          </a:xfrm>
        </p:grpSpPr>
        <p:sp>
          <p:nvSpPr>
            <p:cNvPr id="4" name="object 4"/>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88644" y="1993936"/>
              <a:ext cx="6649720" cy="3165057"/>
            </a:xfrm>
            <a:prstGeom prst="rect">
              <a:avLst/>
            </a:prstGeom>
          </p:spPr>
        </p:pic>
        <p:sp>
          <p:nvSpPr>
            <p:cNvPr id="6" name="object 6"/>
            <p:cNvSpPr/>
            <p:nvPr/>
          </p:nvSpPr>
          <p:spPr>
            <a:xfrm>
              <a:off x="587057" y="1944497"/>
              <a:ext cx="6652895" cy="3216275"/>
            </a:xfrm>
            <a:custGeom>
              <a:avLst/>
              <a:gdLst/>
              <a:ahLst/>
              <a:cxnLst/>
              <a:rect l="l" t="t" r="r" b="b"/>
              <a:pathLst>
                <a:path w="6652895" h="3216275">
                  <a:moveTo>
                    <a:pt x="0" y="3216020"/>
                  </a:moveTo>
                  <a:lnTo>
                    <a:pt x="6652895" y="3216020"/>
                  </a:lnTo>
                  <a:lnTo>
                    <a:pt x="6652895" y="0"/>
                  </a:lnTo>
                  <a:lnTo>
                    <a:pt x="0" y="0"/>
                  </a:lnTo>
                  <a:lnTo>
                    <a:pt x="0" y="321602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524000"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dirty="0">
                <a:latin typeface="Times New Roman"/>
                <a:cs typeface="Times New Roman"/>
              </a:rPr>
              <a:t>Profile</a:t>
            </a:r>
            <a:r>
              <a:rPr sz="1600" spc="-55" dirty="0">
                <a:latin typeface="Times New Roman"/>
                <a:cs typeface="Times New Roman"/>
              </a:rPr>
              <a:t> </a:t>
            </a:r>
            <a:r>
              <a:rPr sz="1600" spc="-10" dirty="0">
                <a:latin typeface="Times New Roman"/>
                <a:cs typeface="Times New Roman"/>
              </a:rPr>
              <a:t>Section:</a:t>
            </a:r>
            <a:endParaRPr sz="1600">
              <a:latin typeface="Times New Roman"/>
              <a:cs typeface="Times New Roman"/>
            </a:endParaRPr>
          </a:p>
        </p:txBody>
      </p:sp>
      <p:sp>
        <p:nvSpPr>
          <p:cNvPr id="8" name="object 8"/>
          <p:cNvSpPr txBox="1"/>
          <p:nvPr/>
        </p:nvSpPr>
        <p:spPr>
          <a:xfrm>
            <a:off x="902017" y="1729993"/>
            <a:ext cx="429958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This</a:t>
            </a:r>
            <a:r>
              <a:rPr sz="1200" spc="-45"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quickly</a:t>
            </a:r>
            <a:r>
              <a:rPr sz="1200" spc="-2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own</a:t>
            </a:r>
            <a:r>
              <a:rPr sz="1200" spc="-20" dirty="0">
                <a:latin typeface="Times New Roman"/>
                <a:cs typeface="Times New Roman"/>
              </a:rPr>
              <a:t> </a:t>
            </a:r>
            <a:r>
              <a:rPr sz="1200" dirty="0">
                <a:latin typeface="Times New Roman"/>
                <a:cs typeface="Times New Roman"/>
              </a:rPr>
              <a:t>account</a:t>
            </a:r>
            <a:r>
              <a:rPr sz="1200" spc="-1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sp>
        <p:nvSpPr>
          <p:cNvPr id="9" name="object 9"/>
          <p:cNvSpPr txBox="1"/>
          <p:nvPr/>
        </p:nvSpPr>
        <p:spPr>
          <a:xfrm>
            <a:off x="902017" y="5106670"/>
            <a:ext cx="5970905" cy="3689350"/>
          </a:xfrm>
          <a:prstGeom prst="rect">
            <a:avLst/>
          </a:prstGeom>
        </p:spPr>
        <p:txBody>
          <a:bodyPr vert="horz" wrap="square" lIns="0" tIns="119380" rIns="0" bIns="0" rtlCol="0">
            <a:spAutoFit/>
          </a:bodyPr>
          <a:lstStyle/>
          <a:p>
            <a:pPr marL="12700">
              <a:lnSpc>
                <a:spcPct val="100000"/>
              </a:lnSpc>
              <a:spcBef>
                <a:spcPts val="940"/>
              </a:spcBef>
            </a:pPr>
            <a:r>
              <a:rPr sz="1200" b="1" dirty="0">
                <a:latin typeface="Times New Roman"/>
                <a:cs typeface="Times New Roman"/>
              </a:rPr>
              <a:t>Profile</a:t>
            </a:r>
            <a:r>
              <a:rPr sz="1200" b="1" spc="-55" dirty="0">
                <a:latin typeface="Times New Roman"/>
                <a:cs typeface="Times New Roman"/>
              </a:rPr>
              <a:t> </a:t>
            </a:r>
            <a:r>
              <a:rPr sz="1200" b="1" spc="-10" dirty="0">
                <a:latin typeface="Times New Roman"/>
                <a:cs typeface="Times New Roman"/>
              </a:rPr>
              <a:t>Photo:</a:t>
            </a:r>
            <a:endParaRPr sz="1200">
              <a:latin typeface="Times New Roman"/>
              <a:cs typeface="Times New Roman"/>
            </a:endParaRPr>
          </a:p>
          <a:p>
            <a:pPr marL="469265" marR="11430" indent="-228600" algn="just">
              <a:lnSpc>
                <a:spcPct val="103499"/>
              </a:lnSpc>
              <a:spcBef>
                <a:spcPts val="790"/>
              </a:spcBef>
              <a:buFont typeface="Courier New"/>
              <a:buChar char="o"/>
              <a:tabLst>
                <a:tab pos="469265" algn="l"/>
              </a:tabLst>
            </a:pPr>
            <a:r>
              <a:rPr sz="1200" dirty="0">
                <a:latin typeface="Times New Roman"/>
                <a:cs typeface="Times New Roman"/>
              </a:rPr>
              <a:t>The</a:t>
            </a:r>
            <a:r>
              <a:rPr sz="1200" spc="125" dirty="0">
                <a:latin typeface="Times New Roman"/>
                <a:cs typeface="Times New Roman"/>
              </a:rPr>
              <a:t> </a:t>
            </a:r>
            <a:r>
              <a:rPr sz="1200" dirty="0">
                <a:latin typeface="Times New Roman"/>
                <a:cs typeface="Times New Roman"/>
              </a:rPr>
              <a:t>user</a:t>
            </a:r>
            <a:r>
              <a:rPr sz="1200" spc="120" dirty="0">
                <a:latin typeface="Times New Roman"/>
                <a:cs typeface="Times New Roman"/>
              </a:rPr>
              <a:t> </a:t>
            </a:r>
            <a:r>
              <a:rPr sz="1200" dirty="0">
                <a:latin typeface="Times New Roman"/>
                <a:cs typeface="Times New Roman"/>
              </a:rPr>
              <a:t>has</a:t>
            </a:r>
            <a:r>
              <a:rPr sz="1200" spc="110" dirty="0">
                <a:latin typeface="Times New Roman"/>
                <a:cs typeface="Times New Roman"/>
              </a:rPr>
              <a:t> </a:t>
            </a:r>
            <a:r>
              <a:rPr sz="1200" dirty="0">
                <a:latin typeface="Times New Roman"/>
                <a:cs typeface="Times New Roman"/>
              </a:rPr>
              <a:t>the</a:t>
            </a:r>
            <a:r>
              <a:rPr sz="1200" spc="130" dirty="0">
                <a:latin typeface="Times New Roman"/>
                <a:cs typeface="Times New Roman"/>
              </a:rPr>
              <a:t> </a:t>
            </a:r>
            <a:r>
              <a:rPr sz="1200" dirty="0">
                <a:latin typeface="Times New Roman"/>
                <a:cs typeface="Times New Roman"/>
              </a:rPr>
              <a:t>option</a:t>
            </a:r>
            <a:r>
              <a:rPr sz="1200" spc="114" dirty="0">
                <a:latin typeface="Times New Roman"/>
                <a:cs typeface="Times New Roman"/>
              </a:rPr>
              <a:t> </a:t>
            </a:r>
            <a:r>
              <a:rPr sz="1200" dirty="0">
                <a:latin typeface="Times New Roman"/>
                <a:cs typeface="Times New Roman"/>
              </a:rPr>
              <a:t>to</a:t>
            </a:r>
            <a:r>
              <a:rPr sz="1200" spc="120" dirty="0">
                <a:latin typeface="Times New Roman"/>
                <a:cs typeface="Times New Roman"/>
              </a:rPr>
              <a:t> </a:t>
            </a:r>
            <a:r>
              <a:rPr sz="1200" dirty="0">
                <a:latin typeface="Times New Roman"/>
                <a:cs typeface="Times New Roman"/>
              </a:rPr>
              <a:t>set</a:t>
            </a:r>
            <a:r>
              <a:rPr sz="1200" spc="120" dirty="0">
                <a:latin typeface="Times New Roman"/>
                <a:cs typeface="Times New Roman"/>
              </a:rPr>
              <a:t> </a:t>
            </a:r>
            <a:r>
              <a:rPr sz="1200" dirty="0">
                <a:latin typeface="Times New Roman"/>
                <a:cs typeface="Times New Roman"/>
              </a:rPr>
              <a:t>or</a:t>
            </a:r>
            <a:r>
              <a:rPr sz="1200" spc="120" dirty="0">
                <a:latin typeface="Times New Roman"/>
                <a:cs typeface="Times New Roman"/>
              </a:rPr>
              <a:t> </a:t>
            </a:r>
            <a:r>
              <a:rPr sz="1200" dirty="0">
                <a:latin typeface="Times New Roman"/>
                <a:cs typeface="Times New Roman"/>
              </a:rPr>
              <a:t>update</a:t>
            </a:r>
            <a:r>
              <a:rPr sz="1200" spc="125" dirty="0">
                <a:latin typeface="Times New Roman"/>
                <a:cs typeface="Times New Roman"/>
              </a:rPr>
              <a:t> </a:t>
            </a:r>
            <a:r>
              <a:rPr sz="1200" dirty="0">
                <a:latin typeface="Times New Roman"/>
                <a:cs typeface="Times New Roman"/>
              </a:rPr>
              <a:t>their</a:t>
            </a:r>
            <a:r>
              <a:rPr sz="1200" spc="120" dirty="0">
                <a:latin typeface="Times New Roman"/>
                <a:cs typeface="Times New Roman"/>
              </a:rPr>
              <a:t> </a:t>
            </a:r>
            <a:r>
              <a:rPr sz="1200" dirty="0">
                <a:latin typeface="Times New Roman"/>
                <a:cs typeface="Times New Roman"/>
              </a:rPr>
              <a:t>profile</a:t>
            </a:r>
            <a:r>
              <a:rPr sz="1200" spc="125" dirty="0">
                <a:latin typeface="Times New Roman"/>
                <a:cs typeface="Times New Roman"/>
              </a:rPr>
              <a:t> </a:t>
            </a:r>
            <a:r>
              <a:rPr sz="1200" dirty="0">
                <a:latin typeface="Times New Roman"/>
                <a:cs typeface="Times New Roman"/>
              </a:rPr>
              <a:t>photo.</a:t>
            </a:r>
            <a:r>
              <a:rPr sz="1200" spc="80" dirty="0">
                <a:latin typeface="Times New Roman"/>
                <a:cs typeface="Times New Roman"/>
              </a:rPr>
              <a:t> </a:t>
            </a:r>
            <a:r>
              <a:rPr sz="1200" dirty="0">
                <a:latin typeface="Times New Roman"/>
                <a:cs typeface="Times New Roman"/>
              </a:rPr>
              <a:t>This</a:t>
            </a:r>
            <a:r>
              <a:rPr sz="1200" spc="114" dirty="0">
                <a:latin typeface="Times New Roman"/>
                <a:cs typeface="Times New Roman"/>
              </a:rPr>
              <a:t> </a:t>
            </a:r>
            <a:r>
              <a:rPr sz="1200" dirty="0">
                <a:latin typeface="Times New Roman"/>
                <a:cs typeface="Times New Roman"/>
              </a:rPr>
              <a:t>helps</a:t>
            </a:r>
            <a:r>
              <a:rPr sz="1200" spc="110" dirty="0">
                <a:latin typeface="Times New Roman"/>
                <a:cs typeface="Times New Roman"/>
              </a:rPr>
              <a:t> </a:t>
            </a:r>
            <a:r>
              <a:rPr sz="1200" dirty="0">
                <a:latin typeface="Times New Roman"/>
                <a:cs typeface="Times New Roman"/>
              </a:rPr>
              <a:t>personalize</a:t>
            </a:r>
            <a:r>
              <a:rPr sz="1200" spc="130" dirty="0">
                <a:latin typeface="Times New Roman"/>
                <a:cs typeface="Times New Roman"/>
              </a:rPr>
              <a:t> </a:t>
            </a:r>
            <a:r>
              <a:rPr sz="1200" spc="-25" dirty="0">
                <a:latin typeface="Times New Roman"/>
                <a:cs typeface="Times New Roman"/>
              </a:rPr>
              <a:t>the </a:t>
            </a:r>
            <a:r>
              <a:rPr sz="1200" dirty="0">
                <a:latin typeface="Times New Roman"/>
                <a:cs typeface="Times New Roman"/>
              </a:rPr>
              <a:t>profile</a:t>
            </a:r>
            <a:r>
              <a:rPr sz="1200" spc="160" dirty="0">
                <a:latin typeface="Times New Roman"/>
                <a:cs typeface="Times New Roman"/>
              </a:rPr>
              <a:t> </a:t>
            </a:r>
            <a:r>
              <a:rPr sz="1200" dirty="0">
                <a:latin typeface="Times New Roman"/>
                <a:cs typeface="Times New Roman"/>
              </a:rPr>
              <a:t>and</a:t>
            </a:r>
            <a:r>
              <a:rPr sz="1200" spc="155" dirty="0">
                <a:latin typeface="Times New Roman"/>
                <a:cs typeface="Times New Roman"/>
              </a:rPr>
              <a:t> </a:t>
            </a:r>
            <a:r>
              <a:rPr sz="1200" dirty="0">
                <a:latin typeface="Times New Roman"/>
                <a:cs typeface="Times New Roman"/>
              </a:rPr>
              <a:t>allows</a:t>
            </a:r>
            <a:r>
              <a:rPr sz="1200" spc="145" dirty="0">
                <a:latin typeface="Times New Roman"/>
                <a:cs typeface="Times New Roman"/>
              </a:rPr>
              <a:t> </a:t>
            </a:r>
            <a:r>
              <a:rPr sz="1200" dirty="0">
                <a:latin typeface="Times New Roman"/>
                <a:cs typeface="Times New Roman"/>
              </a:rPr>
              <a:t>the</a:t>
            </a:r>
            <a:r>
              <a:rPr sz="1200" spc="165" dirty="0">
                <a:latin typeface="Times New Roman"/>
                <a:cs typeface="Times New Roman"/>
              </a:rPr>
              <a:t> </a:t>
            </a:r>
            <a:r>
              <a:rPr sz="1200" dirty="0">
                <a:latin typeface="Times New Roman"/>
                <a:cs typeface="Times New Roman"/>
              </a:rPr>
              <a:t>user</a:t>
            </a:r>
            <a:r>
              <a:rPr sz="1200" spc="155" dirty="0">
                <a:latin typeface="Times New Roman"/>
                <a:cs typeface="Times New Roman"/>
              </a:rPr>
              <a:t> </a:t>
            </a:r>
            <a:r>
              <a:rPr sz="1200" dirty="0">
                <a:latin typeface="Times New Roman"/>
                <a:cs typeface="Times New Roman"/>
              </a:rPr>
              <a:t>to</a:t>
            </a:r>
            <a:r>
              <a:rPr sz="1200" spc="150" dirty="0">
                <a:latin typeface="Times New Roman"/>
                <a:cs typeface="Times New Roman"/>
              </a:rPr>
              <a:t> </a:t>
            </a:r>
            <a:r>
              <a:rPr sz="1200" dirty="0">
                <a:latin typeface="Times New Roman"/>
                <a:cs typeface="Times New Roman"/>
              </a:rPr>
              <a:t>upload</a:t>
            </a:r>
            <a:r>
              <a:rPr sz="1200" spc="155" dirty="0">
                <a:latin typeface="Times New Roman"/>
                <a:cs typeface="Times New Roman"/>
              </a:rPr>
              <a:t> </a:t>
            </a:r>
            <a:r>
              <a:rPr sz="1200" dirty="0">
                <a:latin typeface="Times New Roman"/>
                <a:cs typeface="Times New Roman"/>
              </a:rPr>
              <a:t>a</a:t>
            </a:r>
            <a:r>
              <a:rPr sz="1200" spc="165" dirty="0">
                <a:latin typeface="Times New Roman"/>
                <a:cs typeface="Times New Roman"/>
              </a:rPr>
              <a:t> </a:t>
            </a:r>
            <a:r>
              <a:rPr sz="1200" dirty="0">
                <a:latin typeface="Times New Roman"/>
                <a:cs typeface="Times New Roman"/>
              </a:rPr>
              <a:t>photo</a:t>
            </a:r>
            <a:r>
              <a:rPr sz="1200" spc="150" dirty="0">
                <a:latin typeface="Times New Roman"/>
                <a:cs typeface="Times New Roman"/>
              </a:rPr>
              <a:t> </a:t>
            </a:r>
            <a:r>
              <a:rPr sz="1200" dirty="0">
                <a:latin typeface="Times New Roman"/>
                <a:cs typeface="Times New Roman"/>
              </a:rPr>
              <a:t>that</a:t>
            </a:r>
            <a:r>
              <a:rPr sz="1200" spc="160" dirty="0">
                <a:latin typeface="Times New Roman"/>
                <a:cs typeface="Times New Roman"/>
              </a:rPr>
              <a:t> </a:t>
            </a:r>
            <a:r>
              <a:rPr sz="1200" dirty="0">
                <a:latin typeface="Times New Roman"/>
                <a:cs typeface="Times New Roman"/>
              </a:rPr>
              <a:t>represents</a:t>
            </a:r>
            <a:r>
              <a:rPr sz="1200" spc="150" dirty="0">
                <a:latin typeface="Times New Roman"/>
                <a:cs typeface="Times New Roman"/>
              </a:rPr>
              <a:t> </a:t>
            </a:r>
            <a:r>
              <a:rPr sz="1200" dirty="0">
                <a:latin typeface="Times New Roman"/>
                <a:cs typeface="Times New Roman"/>
              </a:rPr>
              <a:t>them</a:t>
            </a:r>
            <a:r>
              <a:rPr sz="1200" spc="155" dirty="0">
                <a:latin typeface="Times New Roman"/>
                <a:cs typeface="Times New Roman"/>
              </a:rPr>
              <a:t> </a:t>
            </a:r>
            <a:r>
              <a:rPr sz="1200" dirty="0">
                <a:latin typeface="Times New Roman"/>
                <a:cs typeface="Times New Roman"/>
              </a:rPr>
              <a:t>visually</a:t>
            </a:r>
            <a:r>
              <a:rPr sz="1200" spc="155" dirty="0">
                <a:latin typeface="Times New Roman"/>
                <a:cs typeface="Times New Roman"/>
              </a:rPr>
              <a:t> </a:t>
            </a:r>
            <a:r>
              <a:rPr sz="1200" dirty="0">
                <a:latin typeface="Times New Roman"/>
                <a:cs typeface="Times New Roman"/>
              </a:rPr>
              <a:t>within</a:t>
            </a:r>
            <a:r>
              <a:rPr sz="1200" spc="155" dirty="0">
                <a:latin typeface="Times New Roman"/>
                <a:cs typeface="Times New Roman"/>
              </a:rPr>
              <a:t> </a:t>
            </a:r>
            <a:r>
              <a:rPr sz="1200" spc="-25" dirty="0">
                <a:latin typeface="Times New Roman"/>
                <a:cs typeface="Times New Roman"/>
              </a:rPr>
              <a:t>the </a:t>
            </a:r>
            <a:r>
              <a:rPr sz="1200" spc="-10" dirty="0">
                <a:latin typeface="Times New Roman"/>
                <a:cs typeface="Times New Roman"/>
              </a:rPr>
              <a:t>system.</a:t>
            </a:r>
            <a:endParaRPr sz="1200">
              <a:latin typeface="Times New Roman"/>
              <a:cs typeface="Times New Roman"/>
            </a:endParaRPr>
          </a:p>
          <a:p>
            <a:pPr marL="12700">
              <a:lnSpc>
                <a:spcPct val="100000"/>
              </a:lnSpc>
              <a:spcBef>
                <a:spcPts val="840"/>
              </a:spcBef>
            </a:pPr>
            <a:r>
              <a:rPr sz="1200" b="1" dirty="0">
                <a:latin typeface="Times New Roman"/>
                <a:cs typeface="Times New Roman"/>
              </a:rPr>
              <a:t>User</a:t>
            </a:r>
            <a:r>
              <a:rPr sz="1200" b="1" spc="-55" dirty="0">
                <a:latin typeface="Times New Roman"/>
                <a:cs typeface="Times New Roman"/>
              </a:rPr>
              <a:t> </a:t>
            </a:r>
            <a:r>
              <a:rPr sz="1200" b="1" dirty="0">
                <a:latin typeface="Times New Roman"/>
                <a:cs typeface="Times New Roman"/>
              </a:rPr>
              <a:t>Information</a:t>
            </a:r>
            <a:r>
              <a:rPr sz="1200" b="1" spc="-50" dirty="0">
                <a:latin typeface="Times New Roman"/>
                <a:cs typeface="Times New Roman"/>
              </a:rPr>
              <a:t> </a:t>
            </a:r>
            <a:r>
              <a:rPr sz="1200" b="1" spc="-10" dirty="0">
                <a:latin typeface="Times New Roman"/>
                <a:cs typeface="Times New Roman"/>
              </a:rPr>
              <a:t>Display</a:t>
            </a:r>
            <a:r>
              <a:rPr sz="1200" spc="-10" dirty="0">
                <a:latin typeface="Times New Roman"/>
                <a:cs typeface="Times New Roman"/>
              </a:rPr>
              <a:t>:</a:t>
            </a:r>
            <a:endParaRPr sz="1200">
              <a:latin typeface="Times New Roman"/>
              <a:cs typeface="Times New Roman"/>
            </a:endParaRPr>
          </a:p>
          <a:p>
            <a:pPr marL="469265" marR="5080" indent="-228600" algn="just">
              <a:lnSpc>
                <a:spcPct val="102800"/>
              </a:lnSpc>
              <a:spcBef>
                <a:spcPts val="820"/>
              </a:spcBef>
              <a:buFont typeface="Courier New"/>
              <a:buChar char="o"/>
              <a:tabLst>
                <a:tab pos="469265" algn="l"/>
              </a:tabLst>
            </a:pPr>
            <a:r>
              <a:rPr sz="1200" spc="-10" dirty="0">
                <a:latin typeface="Times New Roman"/>
                <a:cs typeface="Times New Roman"/>
              </a:rPr>
              <a:t>This</a:t>
            </a:r>
            <a:r>
              <a:rPr sz="1200" spc="-40" dirty="0">
                <a:latin typeface="Times New Roman"/>
                <a:cs typeface="Times New Roman"/>
              </a:rPr>
              <a:t> </a:t>
            </a:r>
            <a:r>
              <a:rPr sz="1200" spc="-10" dirty="0">
                <a:latin typeface="Times New Roman"/>
                <a:cs typeface="Times New Roman"/>
              </a:rPr>
              <a:t>section</a:t>
            </a:r>
            <a:r>
              <a:rPr sz="1200" spc="-25" dirty="0">
                <a:latin typeface="Times New Roman"/>
                <a:cs typeface="Times New Roman"/>
              </a:rPr>
              <a:t> </a:t>
            </a:r>
            <a:r>
              <a:rPr sz="1200" spc="-10" dirty="0">
                <a:latin typeface="Times New Roman"/>
                <a:cs typeface="Times New Roman"/>
              </a:rPr>
              <a:t>provides</a:t>
            </a:r>
            <a:r>
              <a:rPr sz="1200" spc="-40" dirty="0">
                <a:latin typeface="Times New Roman"/>
                <a:cs typeface="Times New Roman"/>
              </a:rPr>
              <a:t> </a:t>
            </a:r>
            <a:r>
              <a:rPr sz="1200" spc="-10" dirty="0">
                <a:latin typeface="Times New Roman"/>
                <a:cs typeface="Times New Roman"/>
              </a:rPr>
              <a:t>details</a:t>
            </a:r>
            <a:r>
              <a:rPr sz="1200" spc="-40" dirty="0">
                <a:latin typeface="Times New Roman"/>
                <a:cs typeface="Times New Roman"/>
              </a:rPr>
              <a:t> </a:t>
            </a:r>
            <a:r>
              <a:rPr sz="1200" spc="-10" dirty="0">
                <a:latin typeface="Times New Roman"/>
                <a:cs typeface="Times New Roman"/>
              </a:rPr>
              <a:t>about</a:t>
            </a:r>
            <a:r>
              <a:rPr sz="1200" spc="-40" dirty="0">
                <a:latin typeface="Times New Roman"/>
                <a:cs typeface="Times New Roman"/>
              </a:rPr>
              <a:t> </a:t>
            </a:r>
            <a:r>
              <a:rPr sz="1200" spc="-1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currently</a:t>
            </a:r>
            <a:r>
              <a:rPr sz="1200" spc="-55" dirty="0">
                <a:latin typeface="Times New Roman"/>
                <a:cs typeface="Times New Roman"/>
              </a:rPr>
              <a:t> </a:t>
            </a:r>
            <a:r>
              <a:rPr sz="1200" dirty="0">
                <a:latin typeface="Times New Roman"/>
                <a:cs typeface="Times New Roman"/>
              </a:rPr>
              <a:t>logged-</a:t>
            </a:r>
            <a:r>
              <a:rPr sz="1200" spc="-20" dirty="0">
                <a:latin typeface="Times New Roman"/>
                <a:cs typeface="Times New Roman"/>
              </a:rPr>
              <a:t>in</a:t>
            </a:r>
            <a:r>
              <a:rPr sz="1200" spc="-55" dirty="0">
                <a:latin typeface="Times New Roman"/>
                <a:cs typeface="Times New Roman"/>
              </a:rPr>
              <a:t> </a:t>
            </a:r>
            <a:r>
              <a:rPr sz="1200" spc="-20" dirty="0">
                <a:latin typeface="Times New Roman"/>
                <a:cs typeface="Times New Roman"/>
              </a:rPr>
              <a:t>user,</a:t>
            </a:r>
            <a:r>
              <a:rPr sz="1200" spc="-55" dirty="0">
                <a:latin typeface="Times New Roman"/>
                <a:cs typeface="Times New Roman"/>
              </a:rPr>
              <a:t> </a:t>
            </a:r>
            <a:r>
              <a:rPr sz="1200" spc="-10" dirty="0">
                <a:latin typeface="Times New Roman"/>
                <a:cs typeface="Times New Roman"/>
              </a:rPr>
              <a:t>allowing</a:t>
            </a:r>
            <a:r>
              <a:rPr sz="1200" spc="-25" dirty="0">
                <a:latin typeface="Times New Roman"/>
                <a:cs typeface="Times New Roman"/>
              </a:rPr>
              <a:t> </a:t>
            </a:r>
            <a:r>
              <a:rPr sz="1200" spc="-20" dirty="0">
                <a:latin typeface="Times New Roman"/>
                <a:cs typeface="Times New Roman"/>
              </a:rPr>
              <a:t>them</a:t>
            </a:r>
            <a:r>
              <a:rPr sz="1200" spc="-5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0" dirty="0">
                <a:latin typeface="Times New Roman"/>
                <a:cs typeface="Times New Roman"/>
              </a:rPr>
              <a:t>view</a:t>
            </a:r>
            <a:r>
              <a:rPr sz="1200" spc="-35" dirty="0">
                <a:latin typeface="Times New Roman"/>
                <a:cs typeface="Times New Roman"/>
              </a:rPr>
              <a:t> </a:t>
            </a:r>
            <a:r>
              <a:rPr sz="1200" spc="-10" dirty="0">
                <a:latin typeface="Times New Roman"/>
                <a:cs typeface="Times New Roman"/>
              </a:rPr>
              <a:t>their </a:t>
            </a:r>
            <a:r>
              <a:rPr sz="1200" dirty="0">
                <a:latin typeface="Times New Roman"/>
                <a:cs typeface="Times New Roman"/>
              </a:rPr>
              <a:t>personal</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contact</a:t>
            </a:r>
            <a:r>
              <a:rPr sz="1200" spc="-30" dirty="0">
                <a:latin typeface="Times New Roman"/>
                <a:cs typeface="Times New Roman"/>
              </a:rPr>
              <a:t> </a:t>
            </a:r>
            <a:r>
              <a:rPr sz="1200" dirty="0">
                <a:latin typeface="Times New Roman"/>
                <a:cs typeface="Times New Roman"/>
              </a:rPr>
              <a:t>information</a:t>
            </a:r>
            <a:r>
              <a:rPr sz="1200" spc="-25" dirty="0">
                <a:latin typeface="Times New Roman"/>
                <a:cs typeface="Times New Roman"/>
              </a:rPr>
              <a:t> </a:t>
            </a:r>
            <a:r>
              <a:rPr sz="1200" dirty="0">
                <a:latin typeface="Times New Roman"/>
                <a:cs typeface="Times New Roman"/>
              </a:rPr>
              <a:t>at</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glance.</a:t>
            </a:r>
            <a:endParaRPr sz="1200">
              <a:latin typeface="Times New Roman"/>
              <a:cs typeface="Times New Roman"/>
            </a:endParaRPr>
          </a:p>
          <a:p>
            <a:pPr marL="469900" indent="-228600">
              <a:lnSpc>
                <a:spcPct val="100000"/>
              </a:lnSpc>
              <a:spcBef>
                <a:spcPts val="855"/>
              </a:spcBef>
              <a:buFont typeface="Courier New"/>
              <a:buChar char="o"/>
              <a:tabLst>
                <a:tab pos="469900" algn="l"/>
              </a:tabLst>
            </a:pPr>
            <a:r>
              <a:rPr sz="1200" dirty="0">
                <a:latin typeface="Times New Roman"/>
                <a:cs typeface="Times New Roman"/>
              </a:rPr>
              <a:t>Key</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displayed</a:t>
            </a:r>
            <a:r>
              <a:rPr sz="1200" spc="-4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927100" lvl="1" indent="-228600">
              <a:lnSpc>
                <a:spcPct val="100000"/>
              </a:lnSpc>
              <a:spcBef>
                <a:spcPts val="844"/>
              </a:spcBef>
              <a:buFont typeface="Courier New"/>
              <a:buChar char="o"/>
              <a:tabLst>
                <a:tab pos="927100" algn="l"/>
              </a:tabLst>
            </a:pPr>
            <a:r>
              <a:rPr sz="1200" b="1" dirty="0">
                <a:latin typeface="Times New Roman"/>
                <a:cs typeface="Times New Roman"/>
              </a:rPr>
              <a:t>User</a:t>
            </a:r>
            <a:r>
              <a:rPr sz="1200" b="1" spc="-25" dirty="0">
                <a:latin typeface="Times New Roman"/>
                <a:cs typeface="Times New Roman"/>
              </a:rPr>
              <a:t> </a:t>
            </a:r>
            <a:r>
              <a:rPr sz="1200" b="1" spc="-10" dirty="0">
                <a:latin typeface="Times New Roman"/>
                <a:cs typeface="Times New Roman"/>
              </a:rPr>
              <a:t>Code</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5" dirty="0">
                <a:latin typeface="Times New Roman"/>
                <a:cs typeface="Times New Roman"/>
              </a:rPr>
              <a:t> </a:t>
            </a:r>
            <a:r>
              <a:rPr sz="1200" spc="-10" dirty="0">
                <a:latin typeface="Times New Roman"/>
                <a:cs typeface="Times New Roman"/>
              </a:rPr>
              <a:t>identifier</a:t>
            </a:r>
            <a:r>
              <a:rPr sz="1200" spc="-25" dirty="0">
                <a:latin typeface="Times New Roman"/>
                <a:cs typeface="Times New Roman"/>
              </a:rPr>
              <a:t> </a:t>
            </a:r>
            <a:r>
              <a:rPr sz="1200" dirty="0">
                <a:latin typeface="Times New Roman"/>
                <a:cs typeface="Times New Roman"/>
              </a:rPr>
              <a:t>assigned</a:t>
            </a:r>
            <a:r>
              <a:rPr sz="1200" spc="-1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 </a:t>
            </a:r>
            <a:r>
              <a:rPr sz="1200" spc="-20" dirty="0">
                <a:latin typeface="Times New Roman"/>
                <a:cs typeface="Times New Roman"/>
              </a:rPr>
              <a:t>user.</a:t>
            </a:r>
            <a:endParaRPr sz="1200">
              <a:latin typeface="Times New Roman"/>
              <a:cs typeface="Times New Roman"/>
            </a:endParaRPr>
          </a:p>
          <a:p>
            <a:pPr marL="927100" lvl="1" indent="-228600">
              <a:lnSpc>
                <a:spcPct val="100000"/>
              </a:lnSpc>
              <a:spcBef>
                <a:spcPts val="860"/>
              </a:spcBef>
              <a:buFont typeface="Courier New"/>
              <a:buChar char="o"/>
              <a:tabLst>
                <a:tab pos="927100" algn="l"/>
              </a:tabLst>
            </a:pPr>
            <a:r>
              <a:rPr sz="1200" b="1" dirty="0">
                <a:latin typeface="Times New Roman"/>
                <a:cs typeface="Times New Roman"/>
              </a:rPr>
              <a:t>Username</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display</a:t>
            </a:r>
            <a:r>
              <a:rPr sz="1200" spc="-25"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927100" marR="400685" lvl="1" indent="-228600">
              <a:lnSpc>
                <a:spcPct val="104200"/>
              </a:lnSpc>
              <a:spcBef>
                <a:spcPts val="780"/>
              </a:spcBef>
              <a:buFont typeface="Courier New"/>
              <a:buChar char="o"/>
              <a:tabLst>
                <a:tab pos="927100" algn="l"/>
              </a:tabLst>
            </a:pPr>
            <a:r>
              <a:rPr sz="1200" b="1" spc="-10" dirty="0">
                <a:latin typeface="Times New Roman"/>
                <a:cs typeface="Times New Roman"/>
              </a:rPr>
              <a:t>Email</a:t>
            </a:r>
            <a:r>
              <a:rPr sz="1200" b="1" spc="-65" dirty="0">
                <a:latin typeface="Times New Roman"/>
                <a:cs typeface="Times New Roman"/>
              </a:rPr>
              <a:t> </a:t>
            </a:r>
            <a:r>
              <a:rPr sz="1200" b="1" spc="-10" dirty="0">
                <a:latin typeface="Times New Roman"/>
                <a:cs typeface="Times New Roman"/>
              </a:rPr>
              <a:t>Address</a:t>
            </a:r>
            <a:r>
              <a:rPr sz="1200" spc="-10" dirty="0">
                <a:latin typeface="Times New Roman"/>
                <a:cs typeface="Times New Roman"/>
              </a:rPr>
              <a:t>:</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user’s</a:t>
            </a:r>
            <a:r>
              <a:rPr sz="1200" spc="-20" dirty="0">
                <a:latin typeface="Times New Roman"/>
                <a:cs typeface="Times New Roman"/>
              </a:rPr>
              <a:t> </a:t>
            </a:r>
            <a:r>
              <a:rPr sz="1200" dirty="0">
                <a:latin typeface="Times New Roman"/>
                <a:cs typeface="Times New Roman"/>
              </a:rPr>
              <a:t>registered</a:t>
            </a:r>
            <a:r>
              <a:rPr sz="1200" spc="-35" dirty="0">
                <a:latin typeface="Times New Roman"/>
                <a:cs typeface="Times New Roman"/>
              </a:rPr>
              <a:t> </a:t>
            </a:r>
            <a:r>
              <a:rPr sz="1200" dirty="0">
                <a:latin typeface="Times New Roman"/>
                <a:cs typeface="Times New Roman"/>
              </a:rPr>
              <a:t>email</a:t>
            </a:r>
            <a:r>
              <a:rPr sz="1200" spc="-10" dirty="0">
                <a:latin typeface="Times New Roman"/>
                <a:cs typeface="Times New Roman"/>
              </a:rPr>
              <a:t> </a:t>
            </a:r>
            <a:r>
              <a:rPr sz="1200" dirty="0">
                <a:latin typeface="Times New Roman"/>
                <a:cs typeface="Times New Roman"/>
              </a:rPr>
              <a:t>address</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communication</a:t>
            </a:r>
            <a:r>
              <a:rPr sz="1200" spc="-1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notifications.</a:t>
            </a:r>
            <a:endParaRPr sz="1200">
              <a:latin typeface="Times New Roman"/>
              <a:cs typeface="Times New Roman"/>
            </a:endParaRPr>
          </a:p>
          <a:p>
            <a:pPr marL="927100" lvl="1" indent="-228600">
              <a:lnSpc>
                <a:spcPct val="100000"/>
              </a:lnSpc>
              <a:spcBef>
                <a:spcPts val="840"/>
              </a:spcBef>
              <a:buFont typeface="Courier New"/>
              <a:buChar char="o"/>
              <a:tabLst>
                <a:tab pos="927100" algn="l"/>
              </a:tabLst>
            </a:pPr>
            <a:r>
              <a:rPr sz="1200" b="1" dirty="0">
                <a:latin typeface="Times New Roman"/>
                <a:cs typeface="Times New Roman"/>
              </a:rPr>
              <a:t>Contact</a:t>
            </a:r>
            <a:r>
              <a:rPr sz="1200" b="1" spc="-45" dirty="0">
                <a:latin typeface="Times New Roman"/>
                <a:cs typeface="Times New Roman"/>
              </a:rPr>
              <a:t> </a:t>
            </a:r>
            <a:r>
              <a:rPr sz="1200" b="1" dirty="0">
                <a:latin typeface="Times New Roman"/>
                <a:cs typeface="Times New Roman"/>
              </a:rPr>
              <a:t>Number</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user’s</a:t>
            </a:r>
            <a:r>
              <a:rPr sz="1200" spc="-45" dirty="0">
                <a:latin typeface="Times New Roman"/>
                <a:cs typeface="Times New Roman"/>
              </a:rPr>
              <a:t> </a:t>
            </a:r>
            <a:r>
              <a:rPr sz="1200" dirty="0">
                <a:latin typeface="Times New Roman"/>
                <a:cs typeface="Times New Roman"/>
              </a:rPr>
              <a:t>phone</a:t>
            </a:r>
            <a:r>
              <a:rPr sz="1200" spc="-25" dirty="0">
                <a:latin typeface="Times New Roman"/>
                <a:cs typeface="Times New Roman"/>
              </a:rPr>
              <a:t> </a:t>
            </a:r>
            <a:r>
              <a:rPr sz="1200" dirty="0">
                <a:latin typeface="Times New Roman"/>
                <a:cs typeface="Times New Roman"/>
              </a:rPr>
              <a:t>number</a:t>
            </a:r>
            <a:r>
              <a:rPr sz="1200" spc="-3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direct</a:t>
            </a:r>
            <a:r>
              <a:rPr sz="1200" spc="-25" dirty="0">
                <a:latin typeface="Times New Roman"/>
                <a:cs typeface="Times New Roman"/>
              </a:rPr>
              <a:t> </a:t>
            </a:r>
            <a:r>
              <a:rPr sz="1200" spc="-10" dirty="0">
                <a:latin typeface="Times New Roman"/>
                <a:cs typeface="Times New Roman"/>
              </a:rPr>
              <a:t>contact.</a:t>
            </a:r>
            <a:endParaRPr sz="1200">
              <a:latin typeface="Times New Roman"/>
              <a:cs typeface="Times New Roman"/>
            </a:endParaRPr>
          </a:p>
          <a:p>
            <a:pPr marL="927100" lvl="1" indent="-228600">
              <a:lnSpc>
                <a:spcPct val="100000"/>
              </a:lnSpc>
              <a:spcBef>
                <a:spcPts val="860"/>
              </a:spcBef>
              <a:buFont typeface="Courier New"/>
              <a:buChar char="o"/>
              <a:tabLst>
                <a:tab pos="92710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also</a:t>
            </a:r>
            <a:r>
              <a:rPr sz="1200" spc="-20" dirty="0">
                <a:latin typeface="Times New Roman"/>
                <a:cs typeface="Times New Roman"/>
              </a:rPr>
              <a:t> </a:t>
            </a:r>
            <a:r>
              <a:rPr sz="1200" dirty="0">
                <a:latin typeface="Times New Roman"/>
                <a:cs typeface="Times New Roman"/>
              </a:rPr>
              <a:t>change</a:t>
            </a:r>
            <a:r>
              <a:rPr sz="1200" spc="-15"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5623229"/>
            <a:ext cx="5981065" cy="3697604"/>
            <a:chOff x="896937" y="5623229"/>
            <a:chExt cx="5981065" cy="369760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657350" y="5626404"/>
              <a:ext cx="4454525" cy="3691001"/>
            </a:xfrm>
            <a:prstGeom prst="rect">
              <a:avLst/>
            </a:prstGeom>
          </p:spPr>
        </p:pic>
        <p:sp>
          <p:nvSpPr>
            <p:cNvPr id="6" name="object 6"/>
            <p:cNvSpPr/>
            <p:nvPr/>
          </p:nvSpPr>
          <p:spPr>
            <a:xfrm>
              <a:off x="1655826" y="5624817"/>
              <a:ext cx="4457700" cy="3694429"/>
            </a:xfrm>
            <a:custGeom>
              <a:avLst/>
              <a:gdLst/>
              <a:ahLst/>
              <a:cxnLst/>
              <a:rect l="l" t="t" r="r" b="b"/>
              <a:pathLst>
                <a:path w="4457700" h="3694429">
                  <a:moveTo>
                    <a:pt x="0" y="3694176"/>
                  </a:moveTo>
                  <a:lnTo>
                    <a:pt x="4457700" y="3694176"/>
                  </a:lnTo>
                  <a:lnTo>
                    <a:pt x="4457700" y="0"/>
                  </a:lnTo>
                  <a:lnTo>
                    <a:pt x="0" y="0"/>
                  </a:lnTo>
                  <a:lnTo>
                    <a:pt x="0" y="3694176"/>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904493"/>
            <a:ext cx="5966460" cy="4565650"/>
          </a:xfrm>
          <a:prstGeom prst="rect">
            <a:avLst/>
          </a:prstGeom>
        </p:spPr>
        <p:txBody>
          <a:bodyPr vert="horz" wrap="square" lIns="0" tIns="12700" rIns="0" bIns="0" rtlCol="0">
            <a:spAutoFit/>
          </a:bodyPr>
          <a:lstStyle/>
          <a:p>
            <a:pPr marL="469265" indent="-227965">
              <a:lnSpc>
                <a:spcPct val="100000"/>
              </a:lnSpc>
              <a:spcBef>
                <a:spcPts val="100"/>
              </a:spcBef>
              <a:buFont typeface="Symbol"/>
              <a:buChar char=""/>
              <a:tabLst>
                <a:tab pos="469265" algn="l"/>
              </a:tabLst>
            </a:pPr>
            <a:r>
              <a:rPr sz="1400" b="1" dirty="0">
                <a:latin typeface="Times New Roman"/>
                <a:cs typeface="Times New Roman"/>
              </a:rPr>
              <a:t>Notification</a:t>
            </a:r>
            <a:r>
              <a:rPr sz="1400" b="1" spc="-50" dirty="0">
                <a:latin typeface="Times New Roman"/>
                <a:cs typeface="Times New Roman"/>
              </a:rPr>
              <a:t> </a:t>
            </a:r>
            <a:r>
              <a:rPr sz="1400" b="1" spc="-10" dirty="0">
                <a:latin typeface="Times New Roman"/>
                <a:cs typeface="Times New Roman"/>
              </a:rPr>
              <a:t>Section:</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30"/>
              </a:spcBef>
            </a:pPr>
            <a:endParaRPr sz="1400">
              <a:latin typeface="Times New Roman"/>
              <a:cs typeface="Times New Roman"/>
            </a:endParaRPr>
          </a:p>
          <a:p>
            <a:pPr marL="12700" marR="5080" algn="just">
              <a:lnSpc>
                <a:spcPct val="103499"/>
              </a:lnSpc>
            </a:pPr>
            <a:r>
              <a:rPr sz="1200" dirty="0">
                <a:latin typeface="Times New Roman"/>
                <a:cs typeface="Times New Roman"/>
              </a:rPr>
              <a:t>This</a:t>
            </a:r>
            <a:r>
              <a:rPr sz="1200" spc="-10" dirty="0">
                <a:latin typeface="Times New Roman"/>
                <a:cs typeface="Times New Roman"/>
              </a:rPr>
              <a:t> </a:t>
            </a:r>
            <a:r>
              <a:rPr sz="1200" dirty="0">
                <a:latin typeface="Times New Roman"/>
                <a:cs typeface="Times New Roman"/>
              </a:rPr>
              <a:t>flexible structure</a:t>
            </a:r>
            <a:r>
              <a:rPr sz="1200" spc="5" dirty="0">
                <a:latin typeface="Times New Roman"/>
                <a:cs typeface="Times New Roman"/>
              </a:rPr>
              <a:t> </a:t>
            </a:r>
            <a:r>
              <a:rPr sz="1200" dirty="0">
                <a:latin typeface="Times New Roman"/>
                <a:cs typeface="Times New Roman"/>
              </a:rPr>
              <a:t>ensures</a:t>
            </a:r>
            <a:r>
              <a:rPr sz="1200" spc="-10" dirty="0">
                <a:latin typeface="Times New Roman"/>
                <a:cs typeface="Times New Roman"/>
              </a:rPr>
              <a:t> </a:t>
            </a:r>
            <a:r>
              <a:rPr sz="1200" dirty="0">
                <a:latin typeface="Times New Roman"/>
                <a:cs typeface="Times New Roman"/>
              </a:rPr>
              <a:t>that</a:t>
            </a:r>
            <a:r>
              <a:rPr sz="1200" spc="5" dirty="0">
                <a:latin typeface="Times New Roman"/>
                <a:cs typeface="Times New Roman"/>
              </a:rPr>
              <a:t> </a:t>
            </a:r>
            <a:r>
              <a:rPr sz="1200" dirty="0">
                <a:latin typeface="Times New Roman"/>
                <a:cs typeface="Times New Roman"/>
              </a:rPr>
              <a:t>users</a:t>
            </a:r>
            <a:r>
              <a:rPr sz="1200" spc="-10" dirty="0">
                <a:latin typeface="Times New Roman"/>
                <a:cs typeface="Times New Roman"/>
              </a:rPr>
              <a:t> </a:t>
            </a:r>
            <a:r>
              <a:rPr sz="1200" dirty="0">
                <a:latin typeface="Times New Roman"/>
                <a:cs typeface="Times New Roman"/>
              </a:rPr>
              <a:t>receive clear, actionable information tailored</a:t>
            </a:r>
            <a:r>
              <a:rPr sz="1200" spc="-5"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spc="-10" dirty="0">
                <a:latin typeface="Times New Roman"/>
                <a:cs typeface="Times New Roman"/>
              </a:rPr>
              <a:t>various </a:t>
            </a:r>
            <a:r>
              <a:rPr sz="1200" dirty="0">
                <a:latin typeface="Times New Roman"/>
                <a:cs typeface="Times New Roman"/>
              </a:rPr>
              <a:t>types</a:t>
            </a:r>
            <a:r>
              <a:rPr sz="1200" spc="-5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notifications,</a:t>
            </a:r>
            <a:r>
              <a:rPr sz="1200" spc="-30" dirty="0">
                <a:latin typeface="Times New Roman"/>
                <a:cs typeface="Times New Roman"/>
              </a:rPr>
              <a:t> </a:t>
            </a:r>
            <a:r>
              <a:rPr sz="1200" dirty="0">
                <a:latin typeface="Times New Roman"/>
                <a:cs typeface="Times New Roman"/>
              </a:rPr>
              <a:t>whether</a:t>
            </a:r>
            <a:r>
              <a:rPr sz="1200" spc="-35" dirty="0">
                <a:latin typeface="Times New Roman"/>
                <a:cs typeface="Times New Roman"/>
              </a:rPr>
              <a:t> </a:t>
            </a:r>
            <a:r>
              <a:rPr sz="1200" dirty="0">
                <a:latin typeface="Times New Roman"/>
                <a:cs typeface="Times New Roman"/>
              </a:rPr>
              <a:t>they</a:t>
            </a:r>
            <a:r>
              <a:rPr sz="1200" spc="-15" dirty="0">
                <a:latin typeface="Times New Roman"/>
                <a:cs typeface="Times New Roman"/>
              </a:rPr>
              <a:t> </a:t>
            </a:r>
            <a:r>
              <a:rPr sz="1200" spc="-10" dirty="0">
                <a:latin typeface="Times New Roman"/>
                <a:cs typeface="Times New Roman"/>
              </a:rPr>
              <a:t>relate</a:t>
            </a:r>
            <a:r>
              <a:rPr sz="1200" spc="-3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meetings,</a:t>
            </a:r>
            <a:r>
              <a:rPr sz="1200" spc="-35" dirty="0">
                <a:latin typeface="Times New Roman"/>
                <a:cs typeface="Times New Roman"/>
              </a:rPr>
              <a:t> </a:t>
            </a:r>
            <a:r>
              <a:rPr sz="1200" spc="-10" dirty="0">
                <a:latin typeface="Times New Roman"/>
                <a:cs typeface="Times New Roman"/>
              </a:rPr>
              <a:t>requests,</a:t>
            </a:r>
            <a:r>
              <a:rPr sz="1200" spc="-35" dirty="0">
                <a:latin typeface="Times New Roman"/>
                <a:cs typeface="Times New Roman"/>
              </a:rPr>
              <a:t> </a:t>
            </a:r>
            <a:r>
              <a:rPr sz="1200" spc="-10" dirty="0">
                <a:latin typeface="Times New Roman"/>
                <a:cs typeface="Times New Roman"/>
              </a:rPr>
              <a:t>updates,</a:t>
            </a:r>
            <a:r>
              <a:rPr sz="1200" spc="-35" dirty="0">
                <a:latin typeface="Times New Roman"/>
                <a:cs typeface="Times New Roman"/>
              </a:rPr>
              <a:t> </a:t>
            </a:r>
            <a:r>
              <a:rPr sz="1200" dirty="0">
                <a:latin typeface="Times New Roman"/>
                <a:cs typeface="Times New Roman"/>
              </a:rPr>
              <a:t>change</a:t>
            </a:r>
            <a:r>
              <a:rPr sz="1200" spc="-30" dirty="0">
                <a:latin typeface="Times New Roman"/>
                <a:cs typeface="Times New Roman"/>
              </a:rPr>
              <a:t> </a:t>
            </a:r>
            <a:r>
              <a:rPr sz="1200" spc="-10" dirty="0">
                <a:latin typeface="Times New Roman"/>
                <a:cs typeface="Times New Roman"/>
              </a:rPr>
              <a:t>password</a:t>
            </a:r>
            <a:r>
              <a:rPr sz="1200" spc="-35" dirty="0">
                <a:latin typeface="Times New Roman"/>
                <a:cs typeface="Times New Roman"/>
              </a:rPr>
              <a:t> </a:t>
            </a:r>
            <a:r>
              <a:rPr sz="1200" spc="-10" dirty="0">
                <a:latin typeface="Times New Roman"/>
                <a:cs typeface="Times New Roman"/>
              </a:rPr>
              <a:t>request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10" dirty="0">
                <a:latin typeface="Times New Roman"/>
                <a:cs typeface="Times New Roman"/>
              </a:rPr>
              <a:t> activities.</a:t>
            </a:r>
            <a:endParaRPr sz="1200">
              <a:latin typeface="Times New Roman"/>
              <a:cs typeface="Times New Roman"/>
            </a:endParaRPr>
          </a:p>
          <a:p>
            <a:pPr marL="12700">
              <a:lnSpc>
                <a:spcPct val="100000"/>
              </a:lnSpc>
              <a:spcBef>
                <a:spcPts val="840"/>
              </a:spcBef>
            </a:pPr>
            <a:r>
              <a:rPr sz="1400" b="1" dirty="0">
                <a:latin typeface="Times New Roman"/>
                <a:cs typeface="Times New Roman"/>
              </a:rPr>
              <a:t>Notification</a:t>
            </a:r>
            <a:r>
              <a:rPr sz="1400" b="1" spc="-50" dirty="0">
                <a:latin typeface="Times New Roman"/>
                <a:cs typeface="Times New Roman"/>
              </a:rPr>
              <a:t> </a:t>
            </a:r>
            <a:r>
              <a:rPr sz="1400" b="1" spc="-10" dirty="0">
                <a:latin typeface="Times New Roman"/>
                <a:cs typeface="Times New Roman"/>
              </a:rPr>
              <a:t>Categories</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section</a:t>
            </a:r>
            <a:r>
              <a:rPr sz="1200" spc="-1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divided</a:t>
            </a:r>
            <a:r>
              <a:rPr sz="1200" spc="-15" dirty="0">
                <a:latin typeface="Times New Roman"/>
                <a:cs typeface="Times New Roman"/>
              </a:rPr>
              <a:t> </a:t>
            </a:r>
            <a:r>
              <a:rPr sz="1200" dirty="0">
                <a:latin typeface="Times New Roman"/>
                <a:cs typeface="Times New Roman"/>
              </a:rPr>
              <a:t>into</a:t>
            </a:r>
            <a:r>
              <a:rPr sz="1200" spc="-40" dirty="0">
                <a:latin typeface="Times New Roman"/>
                <a:cs typeface="Times New Roman"/>
              </a:rPr>
              <a:t> </a:t>
            </a:r>
            <a:r>
              <a:rPr sz="1200" dirty="0">
                <a:latin typeface="Times New Roman"/>
                <a:cs typeface="Times New Roman"/>
              </a:rPr>
              <a:t>two</a:t>
            </a:r>
            <a:r>
              <a:rPr sz="1200" spc="-20" dirty="0">
                <a:latin typeface="Times New Roman"/>
                <a:cs typeface="Times New Roman"/>
              </a:rPr>
              <a:t> </a:t>
            </a:r>
            <a:r>
              <a:rPr sz="1200" spc="-10" dirty="0">
                <a:latin typeface="Times New Roman"/>
                <a:cs typeface="Times New Roman"/>
              </a:rPr>
              <a:t>categories:</a:t>
            </a:r>
            <a:endParaRPr sz="1200">
              <a:latin typeface="Times New Roman"/>
              <a:cs typeface="Times New Roman"/>
            </a:endParaRPr>
          </a:p>
          <a:p>
            <a:pPr marL="469265" marR="183515" indent="-228600">
              <a:lnSpc>
                <a:spcPct val="103600"/>
              </a:lnSpc>
              <a:spcBef>
                <a:spcPts val="780"/>
              </a:spcBef>
              <a:buSzPct val="85714"/>
              <a:buFont typeface="Courier New"/>
              <a:buChar char="o"/>
              <a:tabLst>
                <a:tab pos="469265" algn="l"/>
              </a:tabLst>
            </a:pPr>
            <a:r>
              <a:rPr sz="1400" b="1" dirty="0">
                <a:latin typeface="Times New Roman"/>
                <a:cs typeface="Times New Roman"/>
              </a:rPr>
              <a:t>Unread</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Displays</a:t>
            </a:r>
            <a:r>
              <a:rPr sz="1200" spc="-30" dirty="0">
                <a:latin typeface="Times New Roman"/>
                <a:cs typeface="Times New Roman"/>
              </a:rPr>
              <a:t> </a:t>
            </a: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notifications</a:t>
            </a:r>
            <a:r>
              <a:rPr sz="1200" spc="-5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hasn’t</a:t>
            </a:r>
            <a:r>
              <a:rPr sz="1200" spc="-15" dirty="0">
                <a:latin typeface="Times New Roman"/>
                <a:cs typeface="Times New Roman"/>
              </a:rPr>
              <a:t> </a:t>
            </a:r>
            <a:r>
              <a:rPr sz="1200" dirty="0">
                <a:latin typeface="Times New Roman"/>
                <a:cs typeface="Times New Roman"/>
              </a:rPr>
              <a:t>opened</a:t>
            </a:r>
            <a:r>
              <a:rPr sz="1200" spc="-25" dirty="0">
                <a:latin typeface="Times New Roman"/>
                <a:cs typeface="Times New Roman"/>
              </a:rPr>
              <a:t> </a:t>
            </a:r>
            <a:r>
              <a:rPr sz="1200" dirty="0">
                <a:latin typeface="Times New Roman"/>
                <a:cs typeface="Times New Roman"/>
              </a:rPr>
              <a:t>yet,</a:t>
            </a:r>
            <a:r>
              <a:rPr sz="1200" spc="-20" dirty="0">
                <a:latin typeface="Times New Roman"/>
                <a:cs typeface="Times New Roman"/>
              </a:rPr>
              <a:t> </a:t>
            </a:r>
            <a:r>
              <a:rPr sz="1200" dirty="0">
                <a:latin typeface="Times New Roman"/>
                <a:cs typeface="Times New Roman"/>
              </a:rPr>
              <a:t>helping</a:t>
            </a:r>
            <a:r>
              <a:rPr sz="1200" spc="-25" dirty="0">
                <a:latin typeface="Times New Roman"/>
                <a:cs typeface="Times New Roman"/>
              </a:rPr>
              <a:t> </a:t>
            </a:r>
            <a:r>
              <a:rPr sz="1200" spc="-10" dirty="0">
                <a:latin typeface="Times New Roman"/>
                <a:cs typeface="Times New Roman"/>
              </a:rPr>
              <a:t>users </a:t>
            </a:r>
            <a:r>
              <a:rPr sz="1200" dirty="0">
                <a:latin typeface="Times New Roman"/>
                <a:cs typeface="Times New Roman"/>
              </a:rPr>
              <a:t>quickly</a:t>
            </a:r>
            <a:r>
              <a:rPr sz="1200" spc="-15" dirty="0">
                <a:latin typeface="Times New Roman"/>
                <a:cs typeface="Times New Roman"/>
              </a:rPr>
              <a:t> </a:t>
            </a:r>
            <a:r>
              <a:rPr sz="1200" dirty="0">
                <a:latin typeface="Times New Roman"/>
                <a:cs typeface="Times New Roman"/>
              </a:rPr>
              <a:t>find</a:t>
            </a:r>
            <a:r>
              <a:rPr sz="1200" spc="-15" dirty="0">
                <a:latin typeface="Times New Roman"/>
                <a:cs typeface="Times New Roman"/>
              </a:rPr>
              <a:t> </a:t>
            </a:r>
            <a:r>
              <a:rPr sz="1200" dirty="0">
                <a:latin typeface="Times New Roman"/>
                <a:cs typeface="Times New Roman"/>
              </a:rPr>
              <a:t>new</a:t>
            </a:r>
            <a:r>
              <a:rPr sz="1200" spc="-1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a:p>
            <a:pPr marL="467995" marR="53340" indent="-227329">
              <a:lnSpc>
                <a:spcPct val="103600"/>
              </a:lnSpc>
              <a:spcBef>
                <a:spcPts val="800"/>
              </a:spcBef>
              <a:buFont typeface="Courier New"/>
              <a:buChar char="o"/>
              <a:tabLst>
                <a:tab pos="469265" algn="l"/>
              </a:tabLst>
            </a:pPr>
            <a:r>
              <a:rPr sz="1400" b="1" dirty="0">
                <a:latin typeface="Times New Roman"/>
                <a:cs typeface="Times New Roman"/>
              </a:rPr>
              <a:t>All</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Shows</a:t>
            </a:r>
            <a:r>
              <a:rPr sz="1200" spc="-2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complete</a:t>
            </a:r>
            <a:r>
              <a:rPr sz="1200" spc="-30" dirty="0">
                <a:latin typeface="Times New Roman"/>
                <a:cs typeface="Times New Roman"/>
              </a:rPr>
              <a:t> </a:t>
            </a:r>
            <a:r>
              <a:rPr sz="1200" dirty="0">
                <a:latin typeface="Times New Roman"/>
                <a:cs typeface="Times New Roman"/>
              </a:rPr>
              <a:t>list</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10" dirty="0">
                <a:latin typeface="Times New Roman"/>
                <a:cs typeface="Times New Roman"/>
              </a:rPr>
              <a:t>notifications,</a:t>
            </a:r>
            <a:r>
              <a:rPr sz="1200" spc="-15" dirty="0">
                <a:latin typeface="Times New Roman"/>
                <a:cs typeface="Times New Roman"/>
              </a:rPr>
              <a:t> </a:t>
            </a:r>
            <a:r>
              <a:rPr sz="1200" dirty="0">
                <a:latin typeface="Times New Roman"/>
                <a:cs typeface="Times New Roman"/>
              </a:rPr>
              <a:t>including</a:t>
            </a:r>
            <a:r>
              <a:rPr sz="1200" spc="-15" dirty="0">
                <a:latin typeface="Times New Roman"/>
                <a:cs typeface="Times New Roman"/>
              </a:rPr>
              <a:t> </a:t>
            </a:r>
            <a:r>
              <a:rPr sz="1200" dirty="0">
                <a:latin typeface="Times New Roman"/>
                <a:cs typeface="Times New Roman"/>
              </a:rPr>
              <a:t>both</a:t>
            </a:r>
            <a:r>
              <a:rPr sz="1200" spc="-15" dirty="0">
                <a:latin typeface="Times New Roman"/>
                <a:cs typeface="Times New Roman"/>
              </a:rPr>
              <a:t> </a:t>
            </a:r>
            <a:r>
              <a:rPr sz="1200" dirty="0">
                <a:latin typeface="Times New Roman"/>
                <a:cs typeface="Times New Roman"/>
              </a:rPr>
              <a:t>read</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unread</a:t>
            </a:r>
            <a:r>
              <a:rPr sz="1200" spc="-40" dirty="0">
                <a:latin typeface="Times New Roman"/>
                <a:cs typeface="Times New Roman"/>
              </a:rPr>
              <a:t> </a:t>
            </a:r>
            <a:r>
              <a:rPr sz="1200" dirty="0">
                <a:latin typeface="Times New Roman"/>
                <a:cs typeface="Times New Roman"/>
              </a:rPr>
              <a:t>items,</a:t>
            </a:r>
            <a:r>
              <a:rPr sz="1200" spc="-1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50" dirty="0">
                <a:latin typeface="Times New Roman"/>
                <a:cs typeface="Times New Roman"/>
              </a:rPr>
              <a:t>a 	</a:t>
            </a:r>
            <a:r>
              <a:rPr sz="1200" dirty="0">
                <a:latin typeface="Times New Roman"/>
                <a:cs typeface="Times New Roman"/>
              </a:rPr>
              <a:t>comprehensive</a:t>
            </a:r>
            <a:r>
              <a:rPr sz="1200" spc="-70" dirty="0">
                <a:latin typeface="Times New Roman"/>
                <a:cs typeface="Times New Roman"/>
              </a:rPr>
              <a:t> </a:t>
            </a:r>
            <a:r>
              <a:rPr sz="1200" spc="-20" dirty="0">
                <a:latin typeface="Times New Roman"/>
                <a:cs typeface="Times New Roman"/>
              </a:rPr>
              <a:t>view</a:t>
            </a:r>
            <a:r>
              <a:rPr sz="1400" spc="-20" dirty="0">
                <a:latin typeface="Times New Roman"/>
                <a:cs typeface="Times New Roman"/>
              </a:rPr>
              <a:t>.</a:t>
            </a:r>
            <a:endParaRPr sz="1400">
              <a:latin typeface="Times New Roman"/>
              <a:cs typeface="Times New Roman"/>
            </a:endParaRPr>
          </a:p>
          <a:p>
            <a:pPr marL="240029" marR="314960" indent="-227329">
              <a:lnSpc>
                <a:spcPct val="103600"/>
              </a:lnSpc>
              <a:spcBef>
                <a:spcPts val="780"/>
              </a:spcBef>
              <a:buFont typeface="Courier New"/>
              <a:buChar char="o"/>
              <a:tabLst>
                <a:tab pos="241300" algn="l"/>
              </a:tabLst>
            </a:pPr>
            <a:r>
              <a:rPr sz="1400" b="1" dirty="0">
                <a:latin typeface="Times New Roman"/>
                <a:cs typeface="Times New Roman"/>
              </a:rPr>
              <a:t>Notification</a:t>
            </a:r>
            <a:r>
              <a:rPr sz="1400" b="1" spc="-25" dirty="0">
                <a:latin typeface="Times New Roman"/>
                <a:cs typeface="Times New Roman"/>
              </a:rPr>
              <a:t> </a:t>
            </a:r>
            <a:r>
              <a:rPr sz="1400" b="1" dirty="0">
                <a:latin typeface="Times New Roman"/>
                <a:cs typeface="Times New Roman"/>
              </a:rPr>
              <a:t>Details</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Each</a:t>
            </a:r>
            <a:r>
              <a:rPr sz="1200" spc="-20" dirty="0">
                <a:latin typeface="Times New Roman"/>
                <a:cs typeface="Times New Roman"/>
              </a:rPr>
              <a:t> </a:t>
            </a:r>
            <a:r>
              <a:rPr sz="1200" spc="-10" dirty="0">
                <a:latin typeface="Times New Roman"/>
                <a:cs typeface="Times New Roman"/>
              </a:rPr>
              <a:t>notification</a:t>
            </a:r>
            <a:r>
              <a:rPr sz="1200" spc="-20"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specific</a:t>
            </a:r>
            <a:r>
              <a:rPr sz="1200" spc="-1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user's 	</a:t>
            </a:r>
            <a:r>
              <a:rPr sz="1200" dirty="0">
                <a:latin typeface="Times New Roman"/>
                <a:cs typeface="Times New Roman"/>
              </a:rPr>
              <a:t>activities</a:t>
            </a:r>
            <a:r>
              <a:rPr sz="1200" spc="-55"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interactions</a:t>
            </a:r>
            <a:r>
              <a:rPr sz="1200" spc="-50" dirty="0">
                <a:latin typeface="Times New Roman"/>
                <a:cs typeface="Times New Roman"/>
              </a:rPr>
              <a:t> </a:t>
            </a:r>
            <a:r>
              <a:rPr sz="1200" spc="-10" dirty="0">
                <a:latin typeface="Times New Roman"/>
                <a:cs typeface="Times New Roman"/>
              </a:rPr>
              <a:t>like:</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dirty="0">
                <a:latin typeface="Times New Roman"/>
                <a:cs typeface="Times New Roman"/>
              </a:rPr>
              <a:t>Who</a:t>
            </a:r>
            <a:r>
              <a:rPr sz="1400" b="1" spc="-20" dirty="0">
                <a:latin typeface="Times New Roman"/>
                <a:cs typeface="Times New Roman"/>
              </a:rPr>
              <a:t> </a:t>
            </a:r>
            <a:r>
              <a:rPr sz="1200" dirty="0">
                <a:latin typeface="Times New Roman"/>
                <a:cs typeface="Times New Roman"/>
              </a:rPr>
              <a:t>initiated</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action</a:t>
            </a:r>
            <a:r>
              <a:rPr sz="1200" spc="-2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r>
              <a:rPr sz="1400" spc="-10" dirty="0">
                <a:latin typeface="Times New Roman"/>
                <a:cs typeface="Times New Roman"/>
              </a:rPr>
              <a:t>?</a:t>
            </a:r>
            <a:endParaRPr sz="1400">
              <a:latin typeface="Times New Roman"/>
              <a:cs typeface="Times New Roman"/>
            </a:endParaRPr>
          </a:p>
          <a:p>
            <a:pPr marL="240029" indent="-227329">
              <a:lnSpc>
                <a:spcPct val="100000"/>
              </a:lnSpc>
              <a:spcBef>
                <a:spcPts val="865"/>
              </a:spcBef>
              <a:buFont typeface="Courier New"/>
              <a:buChar char="o"/>
              <a:tabLst>
                <a:tab pos="240029" algn="l"/>
              </a:tabLst>
            </a:pPr>
            <a:r>
              <a:rPr sz="1400" b="1" dirty="0">
                <a:latin typeface="Times New Roman"/>
                <a:cs typeface="Times New Roman"/>
              </a:rPr>
              <a:t>Relevant</a:t>
            </a:r>
            <a:r>
              <a:rPr sz="1400" b="1" spc="-30" dirty="0">
                <a:latin typeface="Times New Roman"/>
                <a:cs typeface="Times New Roman"/>
              </a:rPr>
              <a:t> </a:t>
            </a:r>
            <a:r>
              <a:rPr sz="1400" b="1" dirty="0">
                <a:latin typeface="Times New Roman"/>
                <a:cs typeface="Times New Roman"/>
              </a:rPr>
              <a:t>Parties</a:t>
            </a:r>
            <a:r>
              <a:rPr sz="1400" b="1" spc="-20" dirty="0">
                <a:latin typeface="Times New Roman"/>
                <a:cs typeface="Times New Roman"/>
              </a:rPr>
              <a:t> </a:t>
            </a:r>
            <a:r>
              <a:rPr sz="1200" dirty="0">
                <a:latin typeface="Times New Roman"/>
                <a:cs typeface="Times New Roman"/>
              </a:rPr>
              <a:t>involved</a:t>
            </a:r>
            <a:r>
              <a:rPr sz="1200" spc="-2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notification</a:t>
            </a:r>
            <a:r>
              <a:rPr sz="1400" spc="-10" dirty="0">
                <a:latin typeface="Times New Roman"/>
                <a:cs typeface="Times New Roman"/>
              </a:rPr>
              <a:t>.</a:t>
            </a:r>
            <a:endParaRPr sz="1400">
              <a:latin typeface="Times New Roman"/>
              <a:cs typeface="Times New Roman"/>
            </a:endParaRPr>
          </a:p>
          <a:p>
            <a:pPr marL="241300" marR="303530" indent="-228600">
              <a:lnSpc>
                <a:spcPct val="102400"/>
              </a:lnSpc>
              <a:spcBef>
                <a:spcPts val="820"/>
              </a:spcBef>
              <a:buSzPct val="85714"/>
              <a:buFont typeface="Courier New"/>
              <a:buChar char="o"/>
              <a:tabLst>
                <a:tab pos="241300" algn="l"/>
              </a:tabLst>
            </a:pPr>
            <a:r>
              <a:rPr sz="1400" b="1" dirty="0">
                <a:latin typeface="Times New Roman"/>
                <a:cs typeface="Times New Roman"/>
              </a:rPr>
              <a:t>Additional</a:t>
            </a:r>
            <a:r>
              <a:rPr sz="1400" b="1" spc="-35" dirty="0">
                <a:latin typeface="Times New Roman"/>
                <a:cs typeface="Times New Roman"/>
              </a:rPr>
              <a:t> </a:t>
            </a:r>
            <a:r>
              <a:rPr sz="1400" b="1" dirty="0">
                <a:latin typeface="Times New Roman"/>
                <a:cs typeface="Times New Roman"/>
              </a:rPr>
              <a:t>Information</a:t>
            </a:r>
            <a:r>
              <a:rPr sz="1400" b="1" spc="-20" dirty="0">
                <a:latin typeface="Times New Roman"/>
                <a:cs typeface="Times New Roman"/>
              </a:rPr>
              <a:t> </a:t>
            </a:r>
            <a:r>
              <a:rPr sz="1200" dirty="0">
                <a:latin typeface="Times New Roman"/>
                <a:cs typeface="Times New Roman"/>
              </a:rPr>
              <a:t>like</a:t>
            </a:r>
            <a:r>
              <a:rPr sz="1200" spc="-25" dirty="0">
                <a:latin typeface="Times New Roman"/>
                <a:cs typeface="Times New Roman"/>
              </a:rPr>
              <a:t> </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date,</a:t>
            </a:r>
            <a:r>
              <a:rPr sz="1200" spc="-3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other</a:t>
            </a:r>
            <a:r>
              <a:rPr sz="1200" spc="-30" dirty="0">
                <a:latin typeface="Times New Roman"/>
                <a:cs typeface="Times New Roman"/>
              </a:rPr>
              <a:t> </a:t>
            </a:r>
            <a:r>
              <a:rPr sz="1200" dirty="0">
                <a:latin typeface="Times New Roman"/>
                <a:cs typeface="Times New Roman"/>
              </a:rPr>
              <a:t>pertinent</a:t>
            </a:r>
            <a:r>
              <a:rPr sz="1200" spc="-25"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specific</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action.</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92645"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304800" y="304800"/>
            <a:ext cx="7165340" cy="9451340"/>
            <a:chOff x="304800" y="304800"/>
            <a:chExt cx="7165340"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337310" y="1456399"/>
              <a:ext cx="5340985" cy="4234659"/>
            </a:xfrm>
            <a:prstGeom prst="rect">
              <a:avLst/>
            </a:prstGeom>
          </p:spPr>
        </p:pic>
        <p:sp>
          <p:nvSpPr>
            <p:cNvPr id="6" name="object 6"/>
            <p:cNvSpPr/>
            <p:nvPr/>
          </p:nvSpPr>
          <p:spPr>
            <a:xfrm>
              <a:off x="1335786" y="1327785"/>
              <a:ext cx="5344160" cy="4456430"/>
            </a:xfrm>
            <a:custGeom>
              <a:avLst/>
              <a:gdLst/>
              <a:ahLst/>
              <a:cxnLst/>
              <a:rect l="l" t="t" r="r" b="b"/>
              <a:pathLst>
                <a:path w="5344159" h="4456430">
                  <a:moveTo>
                    <a:pt x="0" y="4456430"/>
                  </a:moveTo>
                  <a:lnTo>
                    <a:pt x="5344160" y="4456430"/>
                  </a:lnTo>
                  <a:lnTo>
                    <a:pt x="5344160" y="0"/>
                  </a:lnTo>
                  <a:lnTo>
                    <a:pt x="0" y="0"/>
                  </a:lnTo>
                  <a:lnTo>
                    <a:pt x="0" y="4456430"/>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54025" y="2034984"/>
            <a:ext cx="6860540" cy="6915784"/>
            <a:chOff x="454025" y="2034984"/>
            <a:chExt cx="6860540" cy="6915784"/>
          </a:xfrm>
        </p:grpSpPr>
        <p:sp>
          <p:nvSpPr>
            <p:cNvPr id="4" name="object 4"/>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21525" y="2038223"/>
              <a:ext cx="6789864" cy="3085846"/>
            </a:xfrm>
            <a:prstGeom prst="rect">
              <a:avLst/>
            </a:prstGeom>
          </p:spPr>
        </p:pic>
        <p:sp>
          <p:nvSpPr>
            <p:cNvPr id="6" name="object 6"/>
            <p:cNvSpPr/>
            <p:nvPr/>
          </p:nvSpPr>
          <p:spPr>
            <a:xfrm>
              <a:off x="455612" y="2036572"/>
              <a:ext cx="6857365" cy="3089275"/>
            </a:xfrm>
            <a:custGeom>
              <a:avLst/>
              <a:gdLst/>
              <a:ahLst/>
              <a:cxnLst/>
              <a:rect l="l" t="t" r="r" b="b"/>
              <a:pathLst>
                <a:path w="6857365" h="3089275">
                  <a:moveTo>
                    <a:pt x="0" y="3089020"/>
                  </a:moveTo>
                  <a:lnTo>
                    <a:pt x="6857365" y="3089020"/>
                  </a:lnTo>
                  <a:lnTo>
                    <a:pt x="6857365" y="0"/>
                  </a:lnTo>
                  <a:lnTo>
                    <a:pt x="0" y="0"/>
                  </a:lnTo>
                  <a:lnTo>
                    <a:pt x="0" y="308902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552575"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Ticket</a:t>
            </a:r>
            <a:r>
              <a:rPr sz="1600" b="1" spc="-5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p:txBody>
      </p:sp>
      <p:sp>
        <p:nvSpPr>
          <p:cNvPr id="8" name="object 8"/>
          <p:cNvSpPr txBox="1"/>
          <p:nvPr/>
        </p:nvSpPr>
        <p:spPr>
          <a:xfrm>
            <a:off x="902017" y="1729993"/>
            <a:ext cx="48933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Here's</a:t>
            </a:r>
            <a:r>
              <a:rPr sz="1200" spc="-4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structured</a:t>
            </a:r>
            <a:r>
              <a:rPr sz="1200" spc="-20" dirty="0">
                <a:latin typeface="Times New Roman"/>
                <a:cs typeface="Times New Roman"/>
              </a:rPr>
              <a:t> </a:t>
            </a:r>
            <a:r>
              <a:rPr sz="1200" dirty="0">
                <a:latin typeface="Times New Roman"/>
                <a:cs typeface="Times New Roman"/>
              </a:rPr>
              <a:t>breakdown</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list</a:t>
            </a:r>
            <a:r>
              <a:rPr sz="1200" spc="-25" dirty="0">
                <a:latin typeface="Times New Roman"/>
                <a:cs typeface="Times New Roman"/>
              </a:rPr>
              <a:t> </a:t>
            </a:r>
            <a:r>
              <a:rPr sz="1200" dirty="0">
                <a:latin typeface="Times New Roman"/>
                <a:cs typeface="Times New Roman"/>
              </a:rPr>
              <a:t>information</a:t>
            </a:r>
            <a:r>
              <a:rPr sz="1200" spc="-25" dirty="0">
                <a:latin typeface="Times New Roman"/>
                <a:cs typeface="Times New Roman"/>
              </a:rPr>
              <a:t> </a:t>
            </a:r>
            <a:r>
              <a:rPr sz="1200" dirty="0">
                <a:latin typeface="Times New Roman"/>
                <a:cs typeface="Times New Roman"/>
              </a:rPr>
              <a:t>shown</a:t>
            </a:r>
            <a:r>
              <a:rPr sz="1200" spc="-2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image:</a:t>
            </a:r>
            <a:endParaRPr sz="1200">
              <a:latin typeface="Times New Roman"/>
              <a:cs typeface="Times New Roman"/>
            </a:endParaRPr>
          </a:p>
        </p:txBody>
      </p:sp>
      <p:sp>
        <p:nvSpPr>
          <p:cNvPr id="9" name="object 9"/>
          <p:cNvSpPr txBox="1"/>
          <p:nvPr/>
        </p:nvSpPr>
        <p:spPr>
          <a:xfrm>
            <a:off x="902017" y="5243829"/>
            <a:ext cx="5707380" cy="3557270"/>
          </a:xfrm>
          <a:prstGeom prst="rect">
            <a:avLst/>
          </a:prstGeom>
        </p:spPr>
        <p:txBody>
          <a:bodyPr vert="horz" wrap="square" lIns="0" tIns="12700" rIns="0" bIns="0" rtlCol="0">
            <a:spAutoFit/>
          </a:bodyPr>
          <a:lstStyle/>
          <a:p>
            <a:pPr marL="468630" indent="-227329">
              <a:lnSpc>
                <a:spcPct val="100000"/>
              </a:lnSpc>
              <a:spcBef>
                <a:spcPts val="100"/>
              </a:spcBef>
              <a:buFont typeface="Courier New"/>
              <a:buChar char="o"/>
              <a:tabLst>
                <a:tab pos="468630" algn="l"/>
              </a:tabLst>
            </a:pPr>
            <a:r>
              <a:rPr sz="1400" b="1" dirty="0">
                <a:latin typeface="Times New Roman"/>
                <a:cs typeface="Times New Roman"/>
              </a:rPr>
              <a:t>Customer</a:t>
            </a:r>
            <a:r>
              <a:rPr sz="1400" b="1" spc="-60" dirty="0">
                <a:latin typeface="Times New Roman"/>
                <a:cs typeface="Times New Roman"/>
              </a:rPr>
              <a:t> </a:t>
            </a:r>
            <a:r>
              <a:rPr sz="1400" b="1" spc="-20" dirty="0">
                <a:latin typeface="Times New Roman"/>
                <a:cs typeface="Times New Roman"/>
              </a:rPr>
              <a:t>Name</a:t>
            </a:r>
            <a:endParaRPr sz="1400">
              <a:latin typeface="Times New Roman"/>
              <a:cs typeface="Times New Roman"/>
            </a:endParaRPr>
          </a:p>
          <a:p>
            <a:pPr marL="927100" lvl="1" indent="-228600">
              <a:lnSpc>
                <a:spcPct val="100000"/>
              </a:lnSpc>
              <a:spcBef>
                <a:spcPts val="860"/>
              </a:spcBef>
              <a:buFont typeface="Courier New"/>
              <a:buChar char="o"/>
              <a:tabLst>
                <a:tab pos="927100" algn="l"/>
              </a:tabLst>
            </a:pPr>
            <a:r>
              <a:rPr sz="1200" dirty="0">
                <a:latin typeface="Times New Roman"/>
                <a:cs typeface="Times New Roman"/>
              </a:rPr>
              <a:t>Displays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customer,</a:t>
            </a:r>
            <a:r>
              <a:rPr sz="1200" spc="-20" dirty="0">
                <a:latin typeface="Times New Roman"/>
                <a:cs typeface="Times New Roman"/>
              </a:rPr>
              <a:t> </a:t>
            </a:r>
            <a:r>
              <a:rPr sz="1200" dirty="0">
                <a:latin typeface="Times New Roman"/>
                <a:cs typeface="Times New Roman"/>
              </a:rPr>
              <a:t>shown</a:t>
            </a:r>
            <a:r>
              <a:rPr sz="1200" spc="-2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clickable</a:t>
            </a:r>
            <a:r>
              <a:rPr sz="1200" spc="-15" dirty="0">
                <a:latin typeface="Times New Roman"/>
                <a:cs typeface="Times New Roman"/>
              </a:rPr>
              <a:t> </a:t>
            </a:r>
            <a:r>
              <a:rPr sz="1200" spc="-10" dirty="0">
                <a:latin typeface="Times New Roman"/>
                <a:cs typeface="Times New Roman"/>
              </a:rPr>
              <a:t>link.</a:t>
            </a:r>
            <a:endParaRPr sz="1200">
              <a:latin typeface="Times New Roman"/>
              <a:cs typeface="Times New Roman"/>
            </a:endParaRPr>
          </a:p>
          <a:p>
            <a:pPr marL="927100" lvl="1" indent="-228600">
              <a:lnSpc>
                <a:spcPct val="100000"/>
              </a:lnSpc>
              <a:spcBef>
                <a:spcPts val="840"/>
              </a:spcBef>
              <a:buFont typeface="Courier New"/>
              <a:buChar char="o"/>
              <a:tabLst>
                <a:tab pos="927100" algn="l"/>
              </a:tabLst>
            </a:pPr>
            <a:r>
              <a:rPr sz="1200" dirty="0">
                <a:latin typeface="Times New Roman"/>
                <a:cs typeface="Times New Roman"/>
              </a:rPr>
              <a:t>Clicking</a:t>
            </a:r>
            <a:r>
              <a:rPr sz="1200" spc="-5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reveals</a:t>
            </a:r>
            <a:r>
              <a:rPr sz="1200" spc="-40" dirty="0">
                <a:latin typeface="Times New Roman"/>
                <a:cs typeface="Times New Roman"/>
              </a:rPr>
              <a:t> </a:t>
            </a:r>
            <a:r>
              <a:rPr sz="1200" dirty="0">
                <a:latin typeface="Times New Roman"/>
                <a:cs typeface="Times New Roman"/>
              </a:rPr>
              <a:t>additional</a:t>
            </a:r>
            <a:r>
              <a:rPr sz="1200" spc="-45"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related</a:t>
            </a:r>
            <a:r>
              <a:rPr sz="1200" spc="-5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a:lnSpc>
                <a:spcPct val="100000"/>
              </a:lnSpc>
              <a:spcBef>
                <a:spcPts val="860"/>
              </a:spcBef>
            </a:pPr>
            <a:r>
              <a:rPr sz="1200" dirty="0">
                <a:latin typeface="Times New Roman"/>
                <a:cs typeface="Times New Roman"/>
              </a:rPr>
              <a:t>When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clicks</a:t>
            </a:r>
            <a:r>
              <a:rPr sz="1200" spc="-3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arrow</a:t>
            </a:r>
            <a:r>
              <a:rPr sz="1200" spc="-30" dirty="0">
                <a:latin typeface="Times New Roman"/>
                <a:cs typeface="Times New Roman"/>
              </a:rPr>
              <a:t> </a:t>
            </a:r>
            <a:r>
              <a:rPr sz="1200" dirty="0">
                <a:latin typeface="Times New Roman"/>
                <a:cs typeface="Times New Roman"/>
              </a:rPr>
              <a:t>next to</a:t>
            </a:r>
            <a:r>
              <a:rPr sz="1200" spc="-4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detailed</a:t>
            </a:r>
            <a:r>
              <a:rPr sz="1200" spc="-25" dirty="0">
                <a:latin typeface="Times New Roman"/>
                <a:cs typeface="Times New Roman"/>
              </a:rPr>
              <a:t> </a:t>
            </a:r>
            <a:r>
              <a:rPr sz="1200" dirty="0">
                <a:latin typeface="Times New Roman"/>
                <a:cs typeface="Times New Roman"/>
              </a:rPr>
              <a:t>section</a:t>
            </a:r>
            <a:r>
              <a:rPr sz="1200" spc="-20" dirty="0">
                <a:latin typeface="Times New Roman"/>
                <a:cs typeface="Times New Roman"/>
              </a:rPr>
              <a:t> </a:t>
            </a:r>
            <a:r>
              <a:rPr sz="1200" dirty="0">
                <a:latin typeface="Times New Roman"/>
                <a:cs typeface="Times New Roman"/>
              </a:rPr>
              <a:t>expands,</a:t>
            </a:r>
            <a:r>
              <a:rPr sz="1200" spc="-20" dirty="0">
                <a:latin typeface="Times New Roman"/>
                <a:cs typeface="Times New Roman"/>
              </a:rPr>
              <a:t> </a:t>
            </a:r>
            <a:r>
              <a:rPr sz="1200" spc="-10" dirty="0">
                <a:latin typeface="Times New Roman"/>
                <a:cs typeface="Times New Roman"/>
              </a:rPr>
              <a:t>displaying</a:t>
            </a:r>
            <a:endParaRPr sz="1200">
              <a:latin typeface="Times New Roman"/>
              <a:cs typeface="Times New Roman"/>
            </a:endParaRPr>
          </a:p>
          <a:p>
            <a:pPr marL="12700" marR="5080">
              <a:lnSpc>
                <a:spcPts val="1500"/>
              </a:lnSpc>
              <a:spcBef>
                <a:spcPts val="40"/>
              </a:spcBef>
            </a:pPr>
            <a:r>
              <a:rPr sz="1200" dirty="0">
                <a:latin typeface="Times New Roman"/>
                <a:cs typeface="Times New Roman"/>
              </a:rPr>
              <a:t>additional</a:t>
            </a:r>
            <a:r>
              <a:rPr sz="1200" spc="-20"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about</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more</a:t>
            </a:r>
            <a:r>
              <a:rPr sz="1200" spc="-20" dirty="0">
                <a:latin typeface="Times New Roman"/>
                <a:cs typeface="Times New Roman"/>
              </a:rPr>
              <a:t> </a:t>
            </a:r>
            <a:r>
              <a:rPr sz="1200" spc="-10" dirty="0">
                <a:latin typeface="Times New Roman"/>
                <a:cs typeface="Times New Roman"/>
              </a:rPr>
              <a:t>comprehensive</a:t>
            </a:r>
            <a:r>
              <a:rPr sz="1200" spc="-20" dirty="0">
                <a:latin typeface="Times New Roman"/>
                <a:cs typeface="Times New Roman"/>
              </a:rPr>
              <a:t> </a:t>
            </a:r>
            <a:r>
              <a:rPr sz="1200" dirty="0">
                <a:latin typeface="Times New Roman"/>
                <a:cs typeface="Times New Roman"/>
              </a:rPr>
              <a:t>look</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ticket's</a:t>
            </a:r>
            <a:r>
              <a:rPr sz="1200" spc="-45" dirty="0">
                <a:latin typeface="Times New Roman"/>
                <a:cs typeface="Times New Roman"/>
              </a:rPr>
              <a:t> </a:t>
            </a:r>
            <a:r>
              <a:rPr sz="1200" dirty="0">
                <a:latin typeface="Times New Roman"/>
                <a:cs typeface="Times New Roman"/>
              </a:rPr>
              <a:t>specifics,</a:t>
            </a:r>
            <a:r>
              <a:rPr sz="1200" spc="-30" dirty="0">
                <a:latin typeface="Times New Roman"/>
                <a:cs typeface="Times New Roman"/>
              </a:rPr>
              <a:t> </a:t>
            </a:r>
            <a:r>
              <a:rPr sz="1200" dirty="0">
                <a:latin typeface="Times New Roman"/>
                <a:cs typeface="Times New Roman"/>
              </a:rPr>
              <a:t>helping</a:t>
            </a:r>
            <a:r>
              <a:rPr sz="1200" spc="-3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understand</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spc="-10" dirty="0">
                <a:latin typeface="Times New Roman"/>
                <a:cs typeface="Times New Roman"/>
              </a:rPr>
              <a:t>effectively.</a:t>
            </a:r>
            <a:endParaRPr sz="1200">
              <a:latin typeface="Times New Roman"/>
              <a:cs typeface="Times New Roman"/>
            </a:endParaRPr>
          </a:p>
          <a:p>
            <a:pPr marL="925830" lvl="1" indent="-227329">
              <a:lnSpc>
                <a:spcPct val="100000"/>
              </a:lnSpc>
              <a:spcBef>
                <a:spcPts val="780"/>
              </a:spcBef>
              <a:buFont typeface="Courier New"/>
              <a:buChar char="o"/>
              <a:tabLst>
                <a:tab pos="925830" algn="l"/>
              </a:tabLst>
            </a:pPr>
            <a:r>
              <a:rPr sz="1400" b="1" spc="-10" dirty="0">
                <a:latin typeface="Times New Roman"/>
                <a:cs typeface="Times New Roman"/>
              </a:rPr>
              <a:t>Status</a:t>
            </a:r>
            <a:endParaRPr sz="1400">
              <a:latin typeface="Times New Roman"/>
              <a:cs typeface="Times New Roman"/>
            </a:endParaRPr>
          </a:p>
          <a:p>
            <a:pPr marL="1384300" lvl="2" indent="-228600">
              <a:lnSpc>
                <a:spcPct val="100000"/>
              </a:lnSpc>
              <a:spcBef>
                <a:spcPts val="865"/>
              </a:spcBef>
              <a:buFont typeface="Courier New"/>
              <a:buChar char="o"/>
              <a:tabLst>
                <a:tab pos="1384300" algn="l"/>
              </a:tabLst>
            </a:pPr>
            <a:r>
              <a:rPr sz="1200" dirty="0">
                <a:latin typeface="Times New Roman"/>
                <a:cs typeface="Times New Roman"/>
              </a:rPr>
              <a:t>Indicates</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384300" lvl="2" indent="-228600">
              <a:lnSpc>
                <a:spcPct val="100000"/>
              </a:lnSpc>
              <a:spcBef>
                <a:spcPts val="860"/>
              </a:spcBef>
              <a:buFont typeface="Courier New"/>
              <a:buChar char="o"/>
              <a:tabLst>
                <a:tab pos="1384300" algn="l"/>
              </a:tabLst>
            </a:pP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options</a:t>
            </a:r>
            <a:r>
              <a:rPr sz="1200" spc="-3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20" dirty="0">
                <a:latin typeface="Times New Roman"/>
                <a:cs typeface="Times New Roman"/>
              </a:rPr>
              <a:t>Open</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20"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Progress</a:t>
            </a:r>
            <a:endParaRPr sz="1200">
              <a:latin typeface="Times New Roman"/>
              <a:cs typeface="Times New Roman"/>
            </a:endParaRPr>
          </a:p>
          <a:p>
            <a:pPr marL="1842135" lvl="3" indent="-228600">
              <a:lnSpc>
                <a:spcPct val="100000"/>
              </a:lnSpc>
              <a:spcBef>
                <a:spcPts val="860"/>
              </a:spcBef>
              <a:buFont typeface="Wingdings"/>
              <a:buChar char=""/>
              <a:tabLst>
                <a:tab pos="1842135" algn="l"/>
              </a:tabLst>
            </a:pPr>
            <a:r>
              <a:rPr sz="1200" spc="-10" dirty="0">
                <a:latin typeface="Times New Roman"/>
                <a:cs typeface="Times New Roman"/>
              </a:rPr>
              <a:t>Escalated</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10" dirty="0">
                <a:latin typeface="Times New Roman"/>
                <a:cs typeface="Times New Roman"/>
              </a:rPr>
              <a:t>Solved</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7189851"/>
            <a:ext cx="5981065" cy="1760855"/>
            <a:chOff x="896937" y="7189851"/>
            <a:chExt cx="5981065" cy="176085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890394" y="7189851"/>
              <a:ext cx="780516" cy="234950"/>
            </a:xfrm>
            <a:prstGeom prst="rect">
              <a:avLst/>
            </a:prstGeom>
          </p:spPr>
        </p:pic>
      </p:grpSp>
      <p:sp>
        <p:nvSpPr>
          <p:cNvPr id="5" name="object 5"/>
          <p:cNvSpPr txBox="1"/>
          <p:nvPr/>
        </p:nvSpPr>
        <p:spPr>
          <a:xfrm>
            <a:off x="1588135" y="434340"/>
            <a:ext cx="5283200" cy="6006465"/>
          </a:xfrm>
          <a:prstGeom prst="rect">
            <a:avLst/>
          </a:prstGeom>
        </p:spPr>
        <p:txBody>
          <a:bodyPr vert="horz" wrap="square" lIns="0" tIns="12700" rIns="0" bIns="0" rtlCol="0">
            <a:spAutoFit/>
          </a:bodyPr>
          <a:lstStyle/>
          <a:p>
            <a:pPr marL="29673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240029" indent="-227329">
              <a:lnSpc>
                <a:spcPct val="100000"/>
              </a:lnSpc>
              <a:buFont typeface="Courier New"/>
              <a:buChar char="o"/>
              <a:tabLst>
                <a:tab pos="240029" algn="l"/>
              </a:tabLst>
            </a:pPr>
            <a:r>
              <a:rPr sz="1400" b="1" dirty="0">
                <a:latin typeface="Times New Roman"/>
                <a:cs typeface="Times New Roman"/>
              </a:rPr>
              <a:t>Ticket</a:t>
            </a:r>
            <a:r>
              <a:rPr sz="1400" b="1" spc="-55" dirty="0">
                <a:latin typeface="Times New Roman"/>
                <a:cs typeface="Times New Roman"/>
              </a:rPr>
              <a:t> </a:t>
            </a:r>
            <a:r>
              <a:rPr sz="1400" b="1" spc="-10" dirty="0">
                <a:latin typeface="Times New Roman"/>
                <a:cs typeface="Times New Roman"/>
              </a:rPr>
              <a:t>Number</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spc="-10" dirty="0">
                <a:latin typeface="Times New Roman"/>
                <a:cs typeface="Times New Roman"/>
              </a:rPr>
              <a:t>Auto-</a:t>
            </a:r>
            <a:r>
              <a:rPr sz="1200" dirty="0">
                <a:latin typeface="Times New Roman"/>
                <a:cs typeface="Times New Roman"/>
              </a:rPr>
              <a:t>generated</a:t>
            </a:r>
            <a:r>
              <a:rPr sz="1200" spc="-30"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each</a:t>
            </a:r>
            <a:r>
              <a:rPr sz="1200" spc="-5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40"/>
              </a:spcBef>
              <a:buFont typeface="Courier New"/>
              <a:buChar char="o"/>
              <a:tabLst>
                <a:tab pos="240029" algn="l"/>
              </a:tabLst>
            </a:pPr>
            <a:r>
              <a:rPr sz="1400" b="1" spc="-10" dirty="0">
                <a:latin typeface="Times New Roman"/>
                <a:cs typeface="Times New Roman"/>
              </a:rPr>
              <a:t>Subject</a:t>
            </a:r>
            <a:endParaRPr sz="1400">
              <a:latin typeface="Times New Roman"/>
              <a:cs typeface="Times New Roman"/>
            </a:endParaRPr>
          </a:p>
          <a:p>
            <a:pPr marL="698500" lvl="1" indent="-228600">
              <a:lnSpc>
                <a:spcPct val="100000"/>
              </a:lnSpc>
              <a:spcBef>
                <a:spcPts val="865"/>
              </a:spcBef>
              <a:buFont typeface="Courier New"/>
              <a:buChar char="o"/>
              <a:tabLst>
                <a:tab pos="698500" algn="l"/>
              </a:tabLst>
            </a:pPr>
            <a:r>
              <a:rPr sz="1200" dirty="0">
                <a:latin typeface="Times New Roman"/>
                <a:cs typeface="Times New Roman"/>
              </a:rPr>
              <a:t>Brief</a:t>
            </a:r>
            <a:r>
              <a:rPr sz="1200" spc="-25" dirty="0">
                <a:latin typeface="Times New Roman"/>
                <a:cs typeface="Times New Roman"/>
              </a:rPr>
              <a:t> </a:t>
            </a:r>
            <a:r>
              <a:rPr sz="1200" dirty="0">
                <a:latin typeface="Times New Roman"/>
                <a:cs typeface="Times New Roman"/>
              </a:rPr>
              <a:t>description</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topic</a:t>
            </a:r>
            <a:r>
              <a:rPr sz="1200" spc="-2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dirty="0">
                <a:latin typeface="Times New Roman"/>
                <a:cs typeface="Times New Roman"/>
              </a:rPr>
              <a:t>Working</a:t>
            </a:r>
            <a:r>
              <a:rPr sz="1400" b="1" spc="-85" dirty="0">
                <a:latin typeface="Times New Roman"/>
                <a:cs typeface="Times New Roman"/>
              </a:rPr>
              <a:t> </a:t>
            </a:r>
            <a:r>
              <a:rPr sz="1400" b="1" spc="-20" dirty="0">
                <a:latin typeface="Times New Roman"/>
                <a:cs typeface="Times New Roman"/>
              </a:rPr>
              <a:t>User</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Indicates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assigned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work on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40"/>
              </a:spcBef>
              <a:buFont typeface="Courier New"/>
              <a:buChar char="o"/>
              <a:tabLst>
                <a:tab pos="240029" algn="l"/>
              </a:tabLst>
            </a:pPr>
            <a:r>
              <a:rPr sz="1400" b="1" dirty="0">
                <a:latin typeface="Times New Roman"/>
                <a:cs typeface="Times New Roman"/>
              </a:rPr>
              <a:t>Requested</a:t>
            </a:r>
            <a:r>
              <a:rPr sz="1400" b="1" spc="-75" dirty="0">
                <a:latin typeface="Times New Roman"/>
                <a:cs typeface="Times New Roman"/>
              </a:rPr>
              <a:t> </a:t>
            </a:r>
            <a:r>
              <a:rPr sz="1400" b="1" spc="-25" dirty="0">
                <a:latin typeface="Times New Roman"/>
                <a:cs typeface="Times New Roman"/>
              </a:rPr>
              <a:t>On</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Shows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when</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ticket</a:t>
            </a:r>
            <a:r>
              <a:rPr sz="1200" spc="-35" dirty="0">
                <a:latin typeface="Times New Roman"/>
                <a:cs typeface="Times New Roman"/>
              </a:rPr>
              <a:t> </a:t>
            </a:r>
            <a:r>
              <a:rPr sz="1200" dirty="0">
                <a:latin typeface="Times New Roman"/>
                <a:cs typeface="Times New Roman"/>
              </a:rPr>
              <a:t>was</a:t>
            </a:r>
            <a:r>
              <a:rPr sz="1200" spc="-30" dirty="0">
                <a:latin typeface="Times New Roman"/>
                <a:cs typeface="Times New Roman"/>
              </a:rPr>
              <a:t> </a:t>
            </a:r>
            <a:r>
              <a:rPr sz="1200" spc="-10" dirty="0">
                <a:latin typeface="Times New Roman"/>
                <a:cs typeface="Times New Roman"/>
              </a:rPr>
              <a:t>requested.</a:t>
            </a:r>
            <a:endParaRPr sz="1200">
              <a:latin typeface="Times New Roman"/>
              <a:cs typeface="Times New Roman"/>
            </a:endParaRPr>
          </a:p>
          <a:p>
            <a:pPr marL="698500" lvl="1" indent="-228600">
              <a:lnSpc>
                <a:spcPct val="100000"/>
              </a:lnSpc>
              <a:spcBef>
                <a:spcPts val="840"/>
              </a:spcBef>
              <a:buFont typeface="Courier New"/>
              <a:buChar char="o"/>
              <a:tabLst>
                <a:tab pos="698500" algn="l"/>
              </a:tabLst>
            </a:pPr>
            <a:r>
              <a:rPr sz="1200" dirty="0">
                <a:latin typeface="Times New Roman"/>
                <a:cs typeface="Times New Roman"/>
              </a:rPr>
              <a:t>Examples</a:t>
            </a:r>
            <a:r>
              <a:rPr sz="1200" spc="-5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155700" lvl="2" indent="-228600">
              <a:lnSpc>
                <a:spcPct val="100000"/>
              </a:lnSpc>
              <a:spcBef>
                <a:spcPts val="860"/>
              </a:spcBef>
              <a:buFont typeface="Wingdings"/>
              <a:buChar char=""/>
              <a:tabLst>
                <a:tab pos="1155700" algn="l"/>
              </a:tabLst>
            </a:pPr>
            <a:r>
              <a:rPr sz="1200" spc="-10" dirty="0">
                <a:latin typeface="Times New Roman"/>
                <a:cs typeface="Times New Roman"/>
              </a:rPr>
              <a:t>Yesterday</a:t>
            </a:r>
            <a:r>
              <a:rPr sz="1200" spc="-35" dirty="0">
                <a:latin typeface="Times New Roman"/>
                <a:cs typeface="Times New Roman"/>
              </a:rPr>
              <a:t> </a:t>
            </a:r>
            <a:r>
              <a:rPr sz="1200" dirty="0">
                <a:latin typeface="Times New Roman"/>
                <a:cs typeface="Times New Roman"/>
              </a:rPr>
              <a:t>at</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1155700" lvl="2" indent="-228600">
              <a:lnSpc>
                <a:spcPct val="100000"/>
              </a:lnSpc>
              <a:spcBef>
                <a:spcPts val="840"/>
              </a:spcBef>
              <a:buFont typeface="Wingdings"/>
              <a:buChar char=""/>
              <a:tabLst>
                <a:tab pos="1155700" algn="l"/>
              </a:tabLst>
            </a:pPr>
            <a:r>
              <a:rPr sz="1200" spc="-10" dirty="0">
                <a:latin typeface="Times New Roman"/>
                <a:cs typeface="Times New Roman"/>
              </a:rPr>
              <a:t>Today</a:t>
            </a:r>
            <a:r>
              <a:rPr sz="1200" spc="-35" dirty="0">
                <a:latin typeface="Times New Roman"/>
                <a:cs typeface="Times New Roman"/>
              </a:rPr>
              <a:t> </a:t>
            </a:r>
            <a:r>
              <a:rPr sz="1200" dirty="0">
                <a:latin typeface="Times New Roman"/>
                <a:cs typeface="Times New Roman"/>
              </a:rPr>
              <a:t>at</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spc="-10" dirty="0">
                <a:latin typeface="Times New Roman"/>
                <a:cs typeface="Times New Roman"/>
              </a:rPr>
              <a:t>Priority</a:t>
            </a:r>
            <a:endParaRPr sz="1400">
              <a:latin typeface="Times New Roman"/>
              <a:cs typeface="Times New Roman"/>
            </a:endParaRPr>
          </a:p>
          <a:p>
            <a:pPr marL="698500" lvl="1" indent="-228600">
              <a:lnSpc>
                <a:spcPct val="100000"/>
              </a:lnSpc>
              <a:spcBef>
                <a:spcPts val="865"/>
              </a:spcBef>
              <a:buFont typeface="Courier New"/>
              <a:buChar char="o"/>
              <a:tabLst>
                <a:tab pos="698500" algn="l"/>
              </a:tabLst>
            </a:pPr>
            <a:r>
              <a:rPr sz="1200" dirty="0">
                <a:latin typeface="Times New Roman"/>
                <a:cs typeface="Times New Roman"/>
              </a:rPr>
              <a:t>Specifies</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urgency</a:t>
            </a:r>
            <a:r>
              <a:rPr sz="1200" spc="-30" dirty="0">
                <a:latin typeface="Times New Roman"/>
                <a:cs typeface="Times New Roman"/>
              </a:rPr>
              <a:t> </a:t>
            </a:r>
            <a:r>
              <a:rPr sz="1200" dirty="0">
                <a:latin typeface="Times New Roman"/>
                <a:cs typeface="Times New Roman"/>
              </a:rPr>
              <a:t>level</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698500" lvl="1" indent="-228600">
              <a:lnSpc>
                <a:spcPct val="100000"/>
              </a:lnSpc>
              <a:spcBef>
                <a:spcPts val="840"/>
              </a:spcBef>
              <a:buFont typeface="Courier New"/>
              <a:buChar char="o"/>
              <a:tabLst>
                <a:tab pos="698500" algn="l"/>
              </a:tabLst>
            </a:pPr>
            <a:r>
              <a:rPr sz="1200" dirty="0">
                <a:latin typeface="Times New Roman"/>
                <a:cs typeface="Times New Roman"/>
              </a:rPr>
              <a:t>Priority</a:t>
            </a:r>
            <a:r>
              <a:rPr sz="1200" spc="-30" dirty="0">
                <a:latin typeface="Times New Roman"/>
                <a:cs typeface="Times New Roman"/>
              </a:rPr>
              <a:t> </a:t>
            </a:r>
            <a:r>
              <a:rPr sz="1200" dirty="0">
                <a:latin typeface="Times New Roman"/>
                <a:cs typeface="Times New Roman"/>
              </a:rPr>
              <a:t>levels</a:t>
            </a:r>
            <a:r>
              <a:rPr sz="1200" spc="-3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155700" lvl="2" indent="-228600">
              <a:lnSpc>
                <a:spcPct val="100000"/>
              </a:lnSpc>
              <a:spcBef>
                <a:spcPts val="840"/>
              </a:spcBef>
              <a:buFont typeface="Wingdings"/>
              <a:buChar char=""/>
              <a:tabLst>
                <a:tab pos="1155700" algn="l"/>
              </a:tabLst>
            </a:pPr>
            <a:r>
              <a:rPr sz="1200" spc="-20" dirty="0">
                <a:latin typeface="Times New Roman"/>
                <a:cs typeface="Times New Roman"/>
              </a:rPr>
              <a:t>High</a:t>
            </a:r>
            <a:endParaRPr sz="1200">
              <a:latin typeface="Times New Roman"/>
              <a:cs typeface="Times New Roman"/>
            </a:endParaRPr>
          </a:p>
          <a:p>
            <a:pPr marL="1155700" lvl="2" indent="-228600">
              <a:lnSpc>
                <a:spcPct val="100000"/>
              </a:lnSpc>
              <a:spcBef>
                <a:spcPts val="860"/>
              </a:spcBef>
              <a:buFont typeface="Wingdings"/>
              <a:buChar char=""/>
              <a:tabLst>
                <a:tab pos="1155700" algn="l"/>
              </a:tabLst>
            </a:pPr>
            <a:r>
              <a:rPr sz="1200" spc="-10" dirty="0">
                <a:latin typeface="Times New Roman"/>
                <a:cs typeface="Times New Roman"/>
              </a:rPr>
              <a:t>Medium</a:t>
            </a:r>
            <a:endParaRPr sz="1200">
              <a:latin typeface="Times New Roman"/>
              <a:cs typeface="Times New Roman"/>
            </a:endParaRPr>
          </a:p>
          <a:p>
            <a:pPr marL="1155700" lvl="2" indent="-228600">
              <a:lnSpc>
                <a:spcPct val="100000"/>
              </a:lnSpc>
              <a:spcBef>
                <a:spcPts val="980"/>
              </a:spcBef>
              <a:buSzPct val="116666"/>
              <a:buFont typeface="Wingdings"/>
              <a:buChar char=""/>
              <a:tabLst>
                <a:tab pos="1155700" algn="l"/>
              </a:tabLst>
            </a:pPr>
            <a:r>
              <a:rPr sz="1200" spc="-25" dirty="0">
                <a:latin typeface="Times New Roman"/>
                <a:cs typeface="Times New Roman"/>
              </a:rPr>
              <a:t>Low</a:t>
            </a:r>
            <a:endParaRPr sz="1200">
              <a:latin typeface="Times New Roman"/>
              <a:cs typeface="Times New Roman"/>
            </a:endParaRPr>
          </a:p>
          <a:p>
            <a:pPr marL="240029" indent="-227329">
              <a:lnSpc>
                <a:spcPct val="100000"/>
              </a:lnSpc>
              <a:spcBef>
                <a:spcPts val="60"/>
              </a:spcBef>
              <a:buFont typeface="Courier New"/>
              <a:buChar char="o"/>
              <a:tabLst>
                <a:tab pos="240029" algn="l"/>
              </a:tabLst>
            </a:pPr>
            <a:r>
              <a:rPr sz="1400" b="1" dirty="0">
                <a:latin typeface="Times New Roman"/>
                <a:cs typeface="Times New Roman"/>
              </a:rPr>
              <a:t>Created</a:t>
            </a:r>
            <a:r>
              <a:rPr sz="1400" b="1" spc="-45" dirty="0">
                <a:latin typeface="Times New Roman"/>
                <a:cs typeface="Times New Roman"/>
              </a:rPr>
              <a:t> </a:t>
            </a:r>
            <a:r>
              <a:rPr sz="1400" b="1" spc="-25" dirty="0">
                <a:latin typeface="Times New Roman"/>
                <a:cs typeface="Times New Roman"/>
              </a:rPr>
              <a:t>by</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Shows</a:t>
            </a:r>
            <a:r>
              <a:rPr sz="1200" spc="-30" dirty="0">
                <a:latin typeface="Times New Roman"/>
                <a:cs typeface="Times New Roman"/>
              </a:rPr>
              <a:t> </a:t>
            </a:r>
            <a:r>
              <a:rPr sz="1200" dirty="0">
                <a:latin typeface="Times New Roman"/>
                <a:cs typeface="Times New Roman"/>
              </a:rPr>
              <a:t>who</a:t>
            </a:r>
            <a:r>
              <a:rPr sz="1200" spc="-15"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dirty="0">
                <a:latin typeface="Times New Roman"/>
                <a:cs typeface="Times New Roman"/>
              </a:rPr>
              <a:t>generated</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ticket</a:t>
            </a:r>
            <a:endParaRPr sz="1200">
              <a:latin typeface="Times New Roman"/>
              <a:cs typeface="Times New Roman"/>
            </a:endParaRPr>
          </a:p>
        </p:txBody>
      </p:sp>
      <p:sp>
        <p:nvSpPr>
          <p:cNvPr id="6" name="object 6"/>
          <p:cNvSpPr txBox="1"/>
          <p:nvPr/>
        </p:nvSpPr>
        <p:spPr>
          <a:xfrm>
            <a:off x="902017" y="7088505"/>
            <a:ext cx="5611495" cy="548640"/>
          </a:xfrm>
          <a:prstGeom prst="rect">
            <a:avLst/>
          </a:prstGeom>
        </p:spPr>
        <p:txBody>
          <a:bodyPr vert="horz" wrap="square" lIns="0" tIns="12700" rIns="0" bIns="0" rtlCol="0">
            <a:spAutoFit/>
          </a:bodyPr>
          <a:lstStyle/>
          <a:p>
            <a:pPr marL="12700" marR="5080">
              <a:lnSpc>
                <a:spcPct val="143100"/>
              </a:lnSpc>
              <a:spcBef>
                <a:spcPts val="100"/>
              </a:spcBef>
              <a:tabLst>
                <a:tab pos="1831975" algn="l"/>
              </a:tabLst>
            </a:pPr>
            <a:r>
              <a:rPr sz="1200" dirty="0">
                <a:latin typeface="Times New Roman"/>
                <a:cs typeface="Times New Roman"/>
              </a:rPr>
              <a:t>Clicking</a:t>
            </a:r>
            <a:r>
              <a:rPr sz="1200" spc="-10" dirty="0">
                <a:latin typeface="Times New Roman"/>
                <a:cs typeface="Times New Roman"/>
              </a:rPr>
              <a:t> </a:t>
            </a:r>
            <a:r>
              <a:rPr sz="1200" dirty="0">
                <a:latin typeface="Times New Roman"/>
                <a:cs typeface="Times New Roman"/>
              </a:rPr>
              <a:t>on</a:t>
            </a:r>
            <a:r>
              <a:rPr sz="1200" spc="-30" dirty="0">
                <a:latin typeface="Times New Roman"/>
                <a:cs typeface="Times New Roman"/>
              </a:rPr>
              <a:t> </a:t>
            </a:r>
            <a:r>
              <a:rPr sz="1200" spc="-25" dirty="0">
                <a:latin typeface="Times New Roman"/>
                <a:cs typeface="Times New Roman"/>
              </a:rPr>
              <a:t>the</a:t>
            </a:r>
            <a:r>
              <a:rPr sz="1200" dirty="0">
                <a:latin typeface="Times New Roman"/>
                <a:cs typeface="Times New Roman"/>
              </a:rPr>
              <a:t>	button</a:t>
            </a:r>
            <a:r>
              <a:rPr sz="1200" spc="-30" dirty="0">
                <a:latin typeface="Times New Roman"/>
                <a:cs typeface="Times New Roman"/>
              </a:rPr>
              <a:t> </a:t>
            </a:r>
            <a:r>
              <a:rPr sz="1200" dirty="0">
                <a:latin typeface="Times New Roman"/>
                <a:cs typeface="Times New Roman"/>
              </a:rPr>
              <a:t>allows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initiate</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process</a:t>
            </a:r>
            <a:r>
              <a:rPr sz="1200" spc="-4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creating</a:t>
            </a:r>
            <a:r>
              <a:rPr sz="1200" spc="-30" dirty="0">
                <a:latin typeface="Times New Roman"/>
                <a:cs typeface="Times New Roman"/>
              </a:rPr>
              <a:t> </a:t>
            </a:r>
            <a:r>
              <a:rPr sz="1200" dirty="0">
                <a:latin typeface="Times New Roman"/>
                <a:cs typeface="Times New Roman"/>
              </a:rPr>
              <a:t>a</a:t>
            </a:r>
            <a:r>
              <a:rPr sz="1200" spc="-25" dirty="0">
                <a:latin typeface="Times New Roman"/>
                <a:cs typeface="Times New Roman"/>
              </a:rPr>
              <a:t> new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feature</a:t>
            </a:r>
            <a:r>
              <a:rPr sz="1200" spc="-20"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form</a:t>
            </a:r>
            <a:r>
              <a:rPr sz="1200" spc="-20"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interface</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spc="-10" dirty="0">
                <a:latin typeface="Times New Roman"/>
                <a:cs typeface="Times New Roman"/>
              </a:rPr>
              <a:t>can:~</a:t>
            </a:r>
            <a:endParaRPr sz="1200">
              <a:latin typeface="Times New Roman"/>
              <a:cs typeface="Times New Roman"/>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93725" y="1095311"/>
            <a:ext cx="6677025" cy="7855584"/>
            <a:chOff x="593725" y="1095311"/>
            <a:chExt cx="6677025" cy="785558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892475" y="6385857"/>
              <a:ext cx="1691424" cy="907312"/>
            </a:xfrm>
            <a:prstGeom prst="rect">
              <a:avLst/>
            </a:prstGeom>
          </p:spPr>
        </p:pic>
        <p:sp>
          <p:nvSpPr>
            <p:cNvPr id="6" name="object 6"/>
            <p:cNvSpPr/>
            <p:nvPr/>
          </p:nvSpPr>
          <p:spPr>
            <a:xfrm>
              <a:off x="2836926" y="6317614"/>
              <a:ext cx="1819275" cy="1114425"/>
            </a:xfrm>
            <a:custGeom>
              <a:avLst/>
              <a:gdLst/>
              <a:ahLst/>
              <a:cxnLst/>
              <a:rect l="l" t="t" r="r" b="b"/>
              <a:pathLst>
                <a:path w="1819275" h="1114425">
                  <a:moveTo>
                    <a:pt x="0" y="1114425"/>
                  </a:moveTo>
                  <a:lnTo>
                    <a:pt x="1819275" y="1114425"/>
                  </a:lnTo>
                  <a:lnTo>
                    <a:pt x="1819275" y="0"/>
                  </a:lnTo>
                  <a:lnTo>
                    <a:pt x="0" y="0"/>
                  </a:lnTo>
                  <a:lnTo>
                    <a:pt x="0" y="1114425"/>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2835275" y="7890776"/>
              <a:ext cx="1859279" cy="853440"/>
            </a:xfrm>
            <a:prstGeom prst="rect">
              <a:avLst/>
            </a:prstGeom>
          </p:spPr>
        </p:pic>
        <p:sp>
          <p:nvSpPr>
            <p:cNvPr id="8" name="object 8"/>
            <p:cNvSpPr/>
            <p:nvPr/>
          </p:nvSpPr>
          <p:spPr>
            <a:xfrm>
              <a:off x="2833751" y="7889189"/>
              <a:ext cx="1862455" cy="1031875"/>
            </a:xfrm>
            <a:custGeom>
              <a:avLst/>
              <a:gdLst/>
              <a:ahLst/>
              <a:cxnLst/>
              <a:rect l="l" t="t" r="r" b="b"/>
              <a:pathLst>
                <a:path w="1862454" h="1031875">
                  <a:moveTo>
                    <a:pt x="0" y="1031874"/>
                  </a:moveTo>
                  <a:lnTo>
                    <a:pt x="1862454" y="1031874"/>
                  </a:lnTo>
                  <a:lnTo>
                    <a:pt x="1862454" y="0"/>
                  </a:lnTo>
                  <a:lnTo>
                    <a:pt x="0" y="0"/>
                  </a:lnTo>
                  <a:lnTo>
                    <a:pt x="0" y="1031874"/>
                  </a:lnTo>
                  <a:close/>
                </a:path>
              </a:pathLst>
            </a:custGeom>
            <a:ln w="3175">
              <a:solidFill>
                <a:srgbClr val="000000"/>
              </a:solidFill>
            </a:ln>
          </p:spPr>
          <p:txBody>
            <a:bodyPr wrap="square" lIns="0" tIns="0" rIns="0" bIns="0" rtlCol="0"/>
            <a:lstStyle/>
            <a:p>
              <a:endParaRPr/>
            </a:p>
          </p:txBody>
        </p:sp>
        <p:pic>
          <p:nvPicPr>
            <p:cNvPr id="9" name="object 9"/>
            <p:cNvPicPr/>
            <p:nvPr/>
          </p:nvPicPr>
          <p:blipFill>
            <a:blip r:embed="rId4" cstate="print"/>
            <a:stretch>
              <a:fillRect/>
            </a:stretch>
          </p:blipFill>
          <p:spPr>
            <a:xfrm>
              <a:off x="652488" y="1098550"/>
              <a:ext cx="6615086" cy="3362071"/>
            </a:xfrm>
            <a:prstGeom prst="rect">
              <a:avLst/>
            </a:prstGeom>
          </p:spPr>
        </p:pic>
        <p:sp>
          <p:nvSpPr>
            <p:cNvPr id="10" name="object 10"/>
            <p:cNvSpPr/>
            <p:nvPr/>
          </p:nvSpPr>
          <p:spPr>
            <a:xfrm>
              <a:off x="595312" y="1096899"/>
              <a:ext cx="6673850" cy="3365500"/>
            </a:xfrm>
            <a:custGeom>
              <a:avLst/>
              <a:gdLst/>
              <a:ahLst/>
              <a:cxnLst/>
              <a:rect l="l" t="t" r="r" b="b"/>
              <a:pathLst>
                <a:path w="6673850" h="3365500">
                  <a:moveTo>
                    <a:pt x="0" y="3365246"/>
                  </a:moveTo>
                  <a:lnTo>
                    <a:pt x="6673850" y="3365246"/>
                  </a:lnTo>
                  <a:lnTo>
                    <a:pt x="6673850" y="0"/>
                  </a:lnTo>
                  <a:lnTo>
                    <a:pt x="0" y="0"/>
                  </a:lnTo>
                  <a:lnTo>
                    <a:pt x="0" y="3365246"/>
                  </a:lnTo>
                  <a:close/>
                </a:path>
              </a:pathLst>
            </a:custGeom>
            <a:ln w="3175">
              <a:solidFill>
                <a:srgbClr val="000000"/>
              </a:solidFill>
            </a:ln>
          </p:spPr>
          <p:txBody>
            <a:bodyPr wrap="square" lIns="0" tIns="0" rIns="0" bIns="0" rtlCol="0"/>
            <a:lstStyle/>
            <a:p>
              <a:endParaRPr/>
            </a:p>
          </p:txBody>
        </p:sp>
      </p:grpSp>
      <p:sp>
        <p:nvSpPr>
          <p:cNvPr id="11" name="object 11"/>
          <p:cNvSpPr txBox="1"/>
          <p:nvPr/>
        </p:nvSpPr>
        <p:spPr>
          <a:xfrm>
            <a:off x="902017" y="4758690"/>
            <a:ext cx="4580255" cy="1417955"/>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dirty="0">
                <a:latin typeface="Times New Roman"/>
                <a:cs typeface="Times New Roman"/>
              </a:rPr>
              <a:t>creation</a:t>
            </a:r>
            <a:r>
              <a:rPr sz="1200" spc="-20" dirty="0">
                <a:latin typeface="Times New Roman"/>
                <a:cs typeface="Times New Roman"/>
              </a:rPr>
              <a:t> </a:t>
            </a:r>
            <a:r>
              <a:rPr sz="1200" dirty="0">
                <a:latin typeface="Times New Roman"/>
                <a:cs typeface="Times New Roman"/>
              </a:rPr>
              <a:t>process,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469265" indent="-227965">
              <a:lnSpc>
                <a:spcPct val="100000"/>
              </a:lnSpc>
              <a:spcBef>
                <a:spcPts val="960"/>
              </a:spcBef>
              <a:buFont typeface="Symbol"/>
              <a:buChar char=""/>
              <a:tabLst>
                <a:tab pos="469265" algn="l"/>
              </a:tabLst>
            </a:pPr>
            <a:r>
              <a:rPr sz="1200" b="1" dirty="0">
                <a:latin typeface="Times New Roman"/>
                <a:cs typeface="Times New Roman"/>
              </a:rPr>
              <a:t>Subject</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brief</a:t>
            </a:r>
            <a:r>
              <a:rPr sz="1200" spc="-45" dirty="0">
                <a:latin typeface="Times New Roman"/>
                <a:cs typeface="Times New Roman"/>
              </a:rPr>
              <a:t> </a:t>
            </a:r>
            <a:r>
              <a:rPr sz="1200" dirty="0">
                <a:latin typeface="Times New Roman"/>
                <a:cs typeface="Times New Roman"/>
              </a:rPr>
              <a:t>title</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Description</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Provide</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detailed</a:t>
            </a:r>
            <a:r>
              <a:rPr sz="1200" spc="-20" dirty="0">
                <a:latin typeface="Times New Roman"/>
                <a:cs typeface="Times New Roman"/>
              </a:rPr>
              <a:t> </a:t>
            </a:r>
            <a:r>
              <a:rPr sz="1200" spc="-10" dirty="0">
                <a:latin typeface="Times New Roman"/>
                <a:cs typeface="Times New Roman"/>
              </a:rPr>
              <a:t>explanation</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issue</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endParaRPr sz="1200">
              <a:latin typeface="Times New Roman"/>
              <a:cs typeface="Times New Roman"/>
            </a:endParaRPr>
          </a:p>
          <a:p>
            <a:pPr marL="469265" indent="-227965">
              <a:lnSpc>
                <a:spcPct val="100000"/>
              </a:lnSpc>
              <a:spcBef>
                <a:spcPts val="920"/>
              </a:spcBef>
              <a:buFont typeface="Symbol"/>
              <a:buChar char=""/>
              <a:tabLst>
                <a:tab pos="469265" algn="l"/>
              </a:tabLst>
            </a:pPr>
            <a:r>
              <a:rPr sz="1200" b="1" dirty="0">
                <a:latin typeface="Times New Roman"/>
                <a:cs typeface="Times New Roman"/>
              </a:rPr>
              <a:t>Customer</a:t>
            </a:r>
            <a:r>
              <a:rPr sz="1200" b="1" spc="-50" dirty="0">
                <a:latin typeface="Times New Roman"/>
                <a:cs typeface="Times New Roman"/>
              </a:rPr>
              <a:t> </a:t>
            </a:r>
            <a:r>
              <a:rPr sz="1200" b="1" dirty="0">
                <a:latin typeface="Times New Roman"/>
                <a:cs typeface="Times New Roman"/>
              </a:rPr>
              <a:t>Name</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Select</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customer</a:t>
            </a:r>
            <a:r>
              <a:rPr sz="1200" spc="-50" dirty="0">
                <a:latin typeface="Times New Roman"/>
                <a:cs typeface="Times New Roman"/>
              </a:rPr>
              <a:t> </a:t>
            </a:r>
            <a:r>
              <a:rPr sz="1200" dirty="0">
                <a:latin typeface="Times New Roman"/>
                <a:cs typeface="Times New Roman"/>
              </a:rPr>
              <a:t>associated</a:t>
            </a:r>
            <a:r>
              <a:rPr sz="1200" spc="-35"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Status</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Choose</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initial</a:t>
            </a:r>
            <a:r>
              <a:rPr sz="1200" spc="-3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status</a:t>
            </a:r>
            <a:r>
              <a:rPr sz="1200" spc="-45" dirty="0">
                <a:latin typeface="Times New Roman"/>
                <a:cs typeface="Times New Roman"/>
              </a:rPr>
              <a:t> </a:t>
            </a:r>
            <a:r>
              <a:rPr sz="1200" spc="-20" dirty="0">
                <a:latin typeface="Times New Roman"/>
                <a:cs typeface="Times New Roman"/>
              </a:rPr>
              <a:t>from:</a:t>
            </a:r>
            <a:endParaRPr sz="1200">
              <a:latin typeface="Times New Roman"/>
              <a:cs typeface="Times New Roman"/>
            </a:endParaRPr>
          </a:p>
        </p:txBody>
      </p:sp>
      <p:sp>
        <p:nvSpPr>
          <p:cNvPr id="12" name="object 12"/>
          <p:cNvSpPr txBox="1"/>
          <p:nvPr/>
        </p:nvSpPr>
        <p:spPr>
          <a:xfrm>
            <a:off x="1588135" y="7545705"/>
            <a:ext cx="4441190" cy="238760"/>
          </a:xfrm>
          <a:prstGeom prst="rect">
            <a:avLst/>
          </a:prstGeom>
        </p:spPr>
        <p:txBody>
          <a:bodyPr vert="horz" wrap="square" lIns="0" tIns="12700" rIns="0" bIns="0" rtlCol="0">
            <a:spAutoFit/>
          </a:bodyPr>
          <a:lstStyle/>
          <a:p>
            <a:pPr marL="241300" indent="-228600">
              <a:lnSpc>
                <a:spcPct val="100000"/>
              </a:lnSpc>
              <a:spcBef>
                <a:spcPts val="100"/>
              </a:spcBef>
              <a:buSzPct val="85714"/>
              <a:buFont typeface="Courier New"/>
              <a:buChar char="o"/>
              <a:tabLst>
                <a:tab pos="241300" algn="l"/>
              </a:tabLst>
            </a:pPr>
            <a:r>
              <a:rPr sz="1400" b="1" spc="-10" dirty="0">
                <a:latin typeface="Times New Roman"/>
                <a:cs typeface="Times New Roman"/>
              </a:rPr>
              <a:t>Priority</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dropdown</a:t>
            </a:r>
            <a:r>
              <a:rPr sz="1200" spc="-3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select</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priority</a:t>
            </a:r>
            <a:r>
              <a:rPr sz="1200" spc="-20" dirty="0">
                <a:latin typeface="Times New Roman"/>
                <a:cs typeface="Times New Roman"/>
              </a:rPr>
              <a:t> </a:t>
            </a:r>
            <a:r>
              <a:rPr sz="1200" dirty="0">
                <a:latin typeface="Times New Roman"/>
                <a:cs typeface="Times New Roman"/>
              </a:rPr>
              <a:t>level.</a:t>
            </a:r>
            <a:r>
              <a:rPr sz="1200" spc="-20" dirty="0">
                <a:latin typeface="Times New Roman"/>
                <a:cs typeface="Times New Roman"/>
              </a:rPr>
              <a:t> </a:t>
            </a:r>
            <a:r>
              <a:rPr sz="1200" dirty="0">
                <a:latin typeface="Times New Roman"/>
                <a:cs typeface="Times New Roman"/>
              </a:rPr>
              <a:t>Options</a:t>
            </a:r>
            <a:r>
              <a:rPr sz="1200" spc="-25" dirty="0">
                <a:latin typeface="Times New Roman"/>
                <a:cs typeface="Times New Roman"/>
              </a:rPr>
              <a:t> </a:t>
            </a:r>
            <a:r>
              <a:rPr sz="1200" dirty="0">
                <a:latin typeface="Times New Roman"/>
                <a:cs typeface="Times New Roman"/>
              </a:rPr>
              <a:t>could</a:t>
            </a:r>
            <a:r>
              <a:rPr sz="1200" spc="-20" dirty="0">
                <a:latin typeface="Times New Roman"/>
                <a:cs typeface="Times New Roman"/>
              </a:rPr>
              <a:t> </a:t>
            </a:r>
            <a:r>
              <a:rPr sz="1200" spc="-25" dirty="0">
                <a:latin typeface="Times New Roman"/>
                <a:cs typeface="Times New Roman"/>
              </a:rPr>
              <a:t>be:</a:t>
            </a:r>
            <a:endParaRPr sz="1200">
              <a:latin typeface="Times New Roman"/>
              <a:cs typeface="Times New Roman"/>
            </a:endParaRPr>
          </a:p>
        </p:txBody>
      </p:sp>
      <p:pic>
        <p:nvPicPr>
          <p:cNvPr id="13" name="object 13"/>
          <p:cNvPicPr/>
          <p:nvPr/>
        </p:nvPicPr>
        <p:blipFill>
          <a:blip r:embed="rId5" cstate="print"/>
          <a:stretch>
            <a:fillRect/>
          </a:stretch>
        </p:blipFill>
        <p:spPr>
          <a:xfrm>
            <a:off x="304800" y="304800"/>
            <a:ext cx="7165084" cy="9451022"/>
          </a:xfrm>
          <a:prstGeom prst="rect">
            <a:avLst/>
          </a:prstGeom>
        </p:spPr>
      </p:pic>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59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355661"/>
            <a:ext cx="5981065" cy="7595234"/>
            <a:chOff x="896937" y="1355661"/>
            <a:chExt cx="5981065" cy="7595234"/>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857613" y="1506717"/>
              <a:ext cx="1940655" cy="905979"/>
            </a:xfrm>
            <a:prstGeom prst="rect">
              <a:avLst/>
            </a:prstGeom>
          </p:spPr>
        </p:pic>
        <p:sp>
          <p:nvSpPr>
            <p:cNvPr id="5" name="object 5"/>
            <p:cNvSpPr/>
            <p:nvPr/>
          </p:nvSpPr>
          <p:spPr>
            <a:xfrm>
              <a:off x="2760726" y="1357249"/>
              <a:ext cx="2129790" cy="1304925"/>
            </a:xfrm>
            <a:custGeom>
              <a:avLst/>
              <a:gdLst/>
              <a:ahLst/>
              <a:cxnLst/>
              <a:rect l="l" t="t" r="r" b="b"/>
              <a:pathLst>
                <a:path w="2129790" h="1304925">
                  <a:moveTo>
                    <a:pt x="0" y="1304925"/>
                  </a:moveTo>
                  <a:lnTo>
                    <a:pt x="2129790" y="1304925"/>
                  </a:lnTo>
                  <a:lnTo>
                    <a:pt x="2129790" y="0"/>
                  </a:lnTo>
                  <a:lnTo>
                    <a:pt x="0" y="0"/>
                  </a:lnTo>
                  <a:lnTo>
                    <a:pt x="0" y="1304925"/>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2822646" y="4215400"/>
              <a:ext cx="2057129" cy="470560"/>
            </a:xfrm>
            <a:prstGeom prst="rect">
              <a:avLst/>
            </a:prstGeom>
          </p:spPr>
        </p:pic>
        <p:sp>
          <p:nvSpPr>
            <p:cNvPr id="7" name="object 7"/>
            <p:cNvSpPr/>
            <p:nvPr/>
          </p:nvSpPr>
          <p:spPr>
            <a:xfrm>
              <a:off x="2709926" y="4053205"/>
              <a:ext cx="2257425" cy="828040"/>
            </a:xfrm>
            <a:custGeom>
              <a:avLst/>
              <a:gdLst/>
              <a:ahLst/>
              <a:cxnLst/>
              <a:rect l="l" t="t" r="r" b="b"/>
              <a:pathLst>
                <a:path w="2257425" h="828039">
                  <a:moveTo>
                    <a:pt x="0" y="828039"/>
                  </a:moveTo>
                  <a:lnTo>
                    <a:pt x="2257425" y="828039"/>
                  </a:lnTo>
                  <a:lnTo>
                    <a:pt x="2257425" y="0"/>
                  </a:lnTo>
                  <a:lnTo>
                    <a:pt x="0" y="0"/>
                  </a:lnTo>
                  <a:lnTo>
                    <a:pt x="0" y="828039"/>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1130617" y="434340"/>
            <a:ext cx="5741035" cy="887094"/>
          </a:xfrm>
          <a:prstGeom prst="rect">
            <a:avLst/>
          </a:prstGeom>
        </p:spPr>
        <p:txBody>
          <a:bodyPr vert="horz" wrap="square" lIns="0" tIns="12700" rIns="0" bIns="0" rtlCol="0">
            <a:spAutoFit/>
          </a:bodyPr>
          <a:lstStyle/>
          <a:p>
            <a:pPr marL="34251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240665" marR="156845" indent="-228600">
              <a:lnSpc>
                <a:spcPct val="103600"/>
              </a:lnSpc>
              <a:buSzPct val="85714"/>
              <a:buFont typeface="Symbol"/>
              <a:buChar char=""/>
              <a:tabLst>
                <a:tab pos="240665" algn="l"/>
              </a:tabLst>
            </a:pPr>
            <a:r>
              <a:rPr sz="1400" b="1" dirty="0">
                <a:latin typeface="Times New Roman"/>
                <a:cs typeface="Times New Roman"/>
              </a:rPr>
              <a:t>Category</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Specify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general</a:t>
            </a:r>
            <a:r>
              <a:rPr sz="1200" spc="-20" dirty="0">
                <a:latin typeface="Times New Roman"/>
                <a:cs typeface="Times New Roman"/>
              </a:rPr>
              <a:t> </a:t>
            </a:r>
            <a:r>
              <a:rPr sz="1200" dirty="0">
                <a:latin typeface="Times New Roman"/>
                <a:cs typeface="Times New Roman"/>
              </a:rPr>
              <a:t>category</a:t>
            </a:r>
            <a:r>
              <a:rPr sz="1200" spc="-4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categories</a:t>
            </a:r>
            <a:r>
              <a:rPr sz="1200" spc="-35"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spc="-10" dirty="0">
                <a:latin typeface="Times New Roman"/>
                <a:cs typeface="Times New Roman"/>
              </a:rPr>
              <a:t>fetched</a:t>
            </a:r>
            <a:r>
              <a:rPr sz="1200" spc="-45" dirty="0">
                <a:latin typeface="Times New Roman"/>
                <a:cs typeface="Times New Roman"/>
              </a:rPr>
              <a:t> </a:t>
            </a:r>
            <a:r>
              <a:rPr sz="1200" spc="-25" dirty="0">
                <a:latin typeface="Times New Roman"/>
                <a:cs typeface="Times New Roman"/>
              </a:rPr>
              <a:t>by </a:t>
            </a:r>
            <a:r>
              <a:rPr sz="1200" dirty="0">
                <a:latin typeface="Times New Roman"/>
                <a:cs typeface="Times New Roman"/>
              </a:rPr>
              <a:t>API</a:t>
            </a:r>
            <a:r>
              <a:rPr sz="1200" spc="-15" dirty="0">
                <a:latin typeface="Times New Roman"/>
                <a:cs typeface="Times New Roman"/>
              </a:rPr>
              <a:t> </a:t>
            </a:r>
            <a:r>
              <a:rPr sz="1200" dirty="0">
                <a:latin typeface="Times New Roman"/>
                <a:cs typeface="Times New Roman"/>
              </a:rPr>
              <a:t>call,</a:t>
            </a:r>
            <a:r>
              <a:rPr sz="1200" spc="-15" dirty="0">
                <a:latin typeface="Times New Roman"/>
                <a:cs typeface="Times New Roman"/>
              </a:rPr>
              <a:t> </a:t>
            </a:r>
            <a:r>
              <a:rPr sz="1200" dirty="0">
                <a:latin typeface="Times New Roman"/>
                <a:cs typeface="Times New Roman"/>
              </a:rPr>
              <a:t>such</a:t>
            </a:r>
            <a:r>
              <a:rPr sz="1200" spc="-15"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sp>
        <p:nvSpPr>
          <p:cNvPr id="9" name="object 9"/>
          <p:cNvSpPr txBox="1"/>
          <p:nvPr/>
        </p:nvSpPr>
        <p:spPr>
          <a:xfrm>
            <a:off x="1646554" y="3015615"/>
            <a:ext cx="5030470" cy="907415"/>
          </a:xfrm>
          <a:prstGeom prst="rect">
            <a:avLst/>
          </a:prstGeom>
        </p:spPr>
        <p:txBody>
          <a:bodyPr vert="horz" wrap="square" lIns="0" tIns="4445" rIns="0" bIns="0" rtlCol="0">
            <a:spAutoFit/>
          </a:bodyPr>
          <a:lstStyle/>
          <a:p>
            <a:pPr marL="241300" marR="5080" indent="-228600">
              <a:lnSpc>
                <a:spcPct val="103699"/>
              </a:lnSpc>
              <a:spcBef>
                <a:spcPts val="35"/>
              </a:spcBef>
              <a:buSzPct val="85714"/>
              <a:buFont typeface="Courier New"/>
              <a:buChar char="o"/>
              <a:tabLst>
                <a:tab pos="241300" algn="l"/>
              </a:tabLst>
            </a:pPr>
            <a:r>
              <a:rPr sz="1400" b="1" dirty="0">
                <a:latin typeface="Times New Roman"/>
                <a:cs typeface="Times New Roman"/>
              </a:rPr>
              <a:t>Subcategory</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Select</a:t>
            </a:r>
            <a:r>
              <a:rPr sz="1200" spc="-25"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dirty="0">
                <a:latin typeface="Times New Roman"/>
                <a:cs typeface="Times New Roman"/>
              </a:rPr>
              <a:t>create</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new</a:t>
            </a:r>
            <a:r>
              <a:rPr sz="1200" spc="-40"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dirty="0">
                <a:latin typeface="Times New Roman"/>
                <a:cs typeface="Times New Roman"/>
              </a:rPr>
              <a:t>subcategory</a:t>
            </a:r>
            <a:r>
              <a:rPr sz="1200" spc="-30"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chosen category,</a:t>
            </a:r>
            <a:r>
              <a:rPr sz="1200" spc="-4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sub-</a:t>
            </a:r>
            <a:r>
              <a:rPr sz="1200" dirty="0">
                <a:latin typeface="Times New Roman"/>
                <a:cs typeface="Times New Roman"/>
              </a:rPr>
              <a:t>categories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fetched</a:t>
            </a:r>
            <a:r>
              <a:rPr sz="1200" spc="-20" dirty="0">
                <a:latin typeface="Times New Roman"/>
                <a:cs typeface="Times New Roman"/>
              </a:rPr>
              <a:t> </a:t>
            </a:r>
            <a:r>
              <a:rPr sz="1200" dirty="0">
                <a:latin typeface="Times New Roman"/>
                <a:cs typeface="Times New Roman"/>
              </a:rPr>
              <a:t>by</a:t>
            </a:r>
            <a:r>
              <a:rPr sz="1200" spc="-75" dirty="0">
                <a:latin typeface="Times New Roman"/>
                <a:cs typeface="Times New Roman"/>
              </a:rPr>
              <a:t> </a:t>
            </a:r>
            <a:r>
              <a:rPr sz="1200" dirty="0">
                <a:latin typeface="Times New Roman"/>
                <a:cs typeface="Times New Roman"/>
              </a:rPr>
              <a:t>API</a:t>
            </a:r>
            <a:r>
              <a:rPr sz="1200" spc="-20" dirty="0">
                <a:latin typeface="Times New Roman"/>
                <a:cs typeface="Times New Roman"/>
              </a:rPr>
              <a:t> </a:t>
            </a:r>
            <a:r>
              <a:rPr sz="1200" dirty="0">
                <a:latin typeface="Times New Roman"/>
                <a:cs typeface="Times New Roman"/>
              </a:rPr>
              <a:t>call such</a:t>
            </a:r>
            <a:r>
              <a:rPr sz="1200" spc="-20" dirty="0">
                <a:latin typeface="Times New Roman"/>
                <a:cs typeface="Times New Roman"/>
              </a:rPr>
              <a:t> </a:t>
            </a:r>
            <a:r>
              <a:rPr sz="1200" spc="-25" dirty="0">
                <a:latin typeface="Times New Roman"/>
                <a:cs typeface="Times New Roman"/>
              </a:rPr>
              <a:t>as:</a:t>
            </a:r>
            <a:endParaRPr sz="1200">
              <a:latin typeface="Times New Roman"/>
              <a:cs typeface="Times New Roman"/>
            </a:endParaRPr>
          </a:p>
          <a:p>
            <a:pPr marL="241300" marR="55880" indent="-228600">
              <a:lnSpc>
                <a:spcPct val="102800"/>
              </a:lnSpc>
              <a:spcBef>
                <a:spcPts val="800"/>
              </a:spcBef>
              <a:buSzPct val="91666"/>
              <a:buFont typeface="Courier New"/>
              <a:buChar char="o"/>
              <a:tabLst>
                <a:tab pos="241300" algn="l"/>
              </a:tabLst>
            </a:pPr>
            <a:r>
              <a:rPr sz="1200" dirty="0">
                <a:latin typeface="Times New Roman"/>
                <a:cs typeface="Times New Roman"/>
              </a:rPr>
              <a:t>As</a:t>
            </a:r>
            <a:r>
              <a:rPr sz="1200" spc="-35" dirty="0">
                <a:latin typeface="Times New Roman"/>
                <a:cs typeface="Times New Roman"/>
              </a:rPr>
              <a:t> </a:t>
            </a:r>
            <a:r>
              <a:rPr sz="1200" dirty="0">
                <a:latin typeface="Times New Roman"/>
                <a:cs typeface="Times New Roman"/>
              </a:rPr>
              <a:t>soon</a:t>
            </a:r>
            <a:r>
              <a:rPr sz="1200" spc="-2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category</a:t>
            </a:r>
            <a:r>
              <a:rPr sz="1200" spc="-20"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selected</a:t>
            </a:r>
            <a:r>
              <a:rPr sz="1200" spc="-20" dirty="0">
                <a:latin typeface="Times New Roman"/>
                <a:cs typeface="Times New Roman"/>
              </a:rPr>
              <a:t> </a:t>
            </a:r>
            <a:r>
              <a:rPr sz="1200" dirty="0">
                <a:latin typeface="Times New Roman"/>
                <a:cs typeface="Times New Roman"/>
              </a:rPr>
              <a:t>their</a:t>
            </a:r>
            <a:r>
              <a:rPr sz="1200" spc="-40" dirty="0">
                <a:latin typeface="Times New Roman"/>
                <a:cs typeface="Times New Roman"/>
              </a:rPr>
              <a:t> </a:t>
            </a:r>
            <a:r>
              <a:rPr sz="1200" dirty="0">
                <a:latin typeface="Times New Roman"/>
                <a:cs typeface="Times New Roman"/>
              </a:rPr>
              <a:t>specialized</a:t>
            </a:r>
            <a:r>
              <a:rPr sz="1200" spc="-25" dirty="0">
                <a:latin typeface="Times New Roman"/>
                <a:cs typeface="Times New Roman"/>
              </a:rPr>
              <a:t> </a:t>
            </a:r>
            <a:r>
              <a:rPr sz="1200" spc="-10" dirty="0">
                <a:latin typeface="Times New Roman"/>
                <a:cs typeface="Times New Roman"/>
              </a:rPr>
              <a:t>sub-</a:t>
            </a:r>
            <a:r>
              <a:rPr sz="1200" dirty="0">
                <a:latin typeface="Times New Roman"/>
                <a:cs typeface="Times New Roman"/>
              </a:rPr>
              <a:t>category</a:t>
            </a:r>
            <a:r>
              <a:rPr sz="1200" spc="-20" dirty="0">
                <a:latin typeface="Times New Roman"/>
                <a:cs typeface="Times New Roman"/>
              </a:rPr>
              <a:t> </a:t>
            </a:r>
            <a:r>
              <a:rPr sz="1200" spc="-10" dirty="0">
                <a:latin typeface="Times New Roman"/>
                <a:cs typeface="Times New Roman"/>
              </a:rPr>
              <a:t>dropdown </a:t>
            </a:r>
            <a:r>
              <a:rPr sz="1200" dirty="0">
                <a:latin typeface="Times New Roman"/>
                <a:cs typeface="Times New Roman"/>
              </a:rPr>
              <a:t>will</a:t>
            </a:r>
            <a:r>
              <a:rPr sz="1200" spc="-20" dirty="0">
                <a:latin typeface="Times New Roman"/>
                <a:cs typeface="Times New Roman"/>
              </a:rPr>
              <a:t> </a:t>
            </a:r>
            <a:r>
              <a:rPr sz="1200" spc="-10" dirty="0">
                <a:latin typeface="Times New Roman"/>
                <a:cs typeface="Times New Roman"/>
              </a:rPr>
              <a:t>appear.</a:t>
            </a:r>
            <a:endParaRPr sz="1200">
              <a:latin typeface="Times New Roman"/>
              <a:cs typeface="Times New Roman"/>
            </a:endParaRPr>
          </a:p>
        </p:txBody>
      </p:sp>
      <p:sp>
        <p:nvSpPr>
          <p:cNvPr id="10" name="object 10"/>
          <p:cNvSpPr txBox="1"/>
          <p:nvPr/>
        </p:nvSpPr>
        <p:spPr>
          <a:xfrm>
            <a:off x="902017" y="5264150"/>
            <a:ext cx="5803265" cy="1565275"/>
          </a:xfrm>
          <a:prstGeom prst="rect">
            <a:avLst/>
          </a:prstGeom>
        </p:spPr>
        <p:txBody>
          <a:bodyPr vert="horz" wrap="square" lIns="0" tIns="5080" rIns="0" bIns="0" rtlCol="0">
            <a:spAutoFit/>
          </a:bodyPr>
          <a:lstStyle/>
          <a:p>
            <a:pPr marL="527685" marR="14604" indent="-228600">
              <a:lnSpc>
                <a:spcPct val="103600"/>
              </a:lnSpc>
              <a:spcBef>
                <a:spcPts val="40"/>
              </a:spcBef>
              <a:buSzPct val="85714"/>
              <a:buFont typeface="Symbol"/>
              <a:buChar char=""/>
              <a:tabLst>
                <a:tab pos="527685" algn="l"/>
              </a:tabLst>
            </a:pPr>
            <a:r>
              <a:rPr sz="1400" b="1" spc="-10" dirty="0">
                <a:latin typeface="Times New Roman"/>
                <a:cs typeface="Times New Roman"/>
              </a:rPr>
              <a:t>Upload</a:t>
            </a:r>
            <a:r>
              <a:rPr sz="1400" b="1" spc="-80" dirty="0">
                <a:latin typeface="Times New Roman"/>
                <a:cs typeface="Times New Roman"/>
              </a:rPr>
              <a:t> </a:t>
            </a:r>
            <a:r>
              <a:rPr sz="1400" b="1" dirty="0">
                <a:latin typeface="Times New Roman"/>
                <a:cs typeface="Times New Roman"/>
              </a:rPr>
              <a:t>Attachment:</a:t>
            </a:r>
            <a:r>
              <a:rPr sz="1400" b="1" spc="-35" dirty="0">
                <a:latin typeface="Times New Roman"/>
                <a:cs typeface="Times New Roman"/>
              </a:rPr>
              <a:t> </a:t>
            </a: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there</a:t>
            </a:r>
            <a:r>
              <a:rPr sz="1200" spc="-1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any</a:t>
            </a:r>
            <a:r>
              <a:rPr sz="1200" spc="-40" dirty="0">
                <a:latin typeface="Times New Roman"/>
                <a:cs typeface="Times New Roman"/>
              </a:rPr>
              <a:t> </a:t>
            </a:r>
            <a:r>
              <a:rPr sz="1200" dirty="0">
                <a:latin typeface="Times New Roman"/>
                <a:cs typeface="Times New Roman"/>
              </a:rPr>
              <a:t>attachment</a:t>
            </a:r>
            <a:r>
              <a:rPr sz="1200" spc="-15" dirty="0">
                <a:latin typeface="Times New Roman"/>
                <a:cs typeface="Times New Roman"/>
              </a:rPr>
              <a:t> </a:t>
            </a:r>
            <a:r>
              <a:rPr sz="1200" dirty="0">
                <a:latin typeface="Times New Roman"/>
                <a:cs typeface="Times New Roman"/>
              </a:rPr>
              <a:t>regarding</a:t>
            </a:r>
            <a:r>
              <a:rPr sz="1200" spc="-20"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we</a:t>
            </a:r>
            <a:r>
              <a:rPr sz="1200" spc="-15"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attach</a:t>
            </a:r>
            <a:r>
              <a:rPr sz="1200" spc="-40" dirty="0">
                <a:latin typeface="Times New Roman"/>
                <a:cs typeface="Times New Roman"/>
              </a:rPr>
              <a:t> </a:t>
            </a:r>
            <a:r>
              <a:rPr sz="1200" spc="-25" dirty="0">
                <a:latin typeface="Times New Roman"/>
                <a:cs typeface="Times New Roman"/>
              </a:rPr>
              <a:t>it </a:t>
            </a:r>
            <a:r>
              <a:rPr sz="1200" dirty="0">
                <a:latin typeface="Times New Roman"/>
                <a:cs typeface="Times New Roman"/>
              </a:rPr>
              <a:t>during</a:t>
            </a:r>
            <a:r>
              <a:rPr sz="1200" spc="-25"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spc="-10" dirty="0">
                <a:latin typeface="Times New Roman"/>
                <a:cs typeface="Times New Roman"/>
              </a:rPr>
              <a:t>formation.</a:t>
            </a:r>
            <a:endParaRPr sz="1200">
              <a:latin typeface="Times New Roman"/>
              <a:cs typeface="Times New Roman"/>
            </a:endParaRPr>
          </a:p>
          <a:p>
            <a:pPr>
              <a:lnSpc>
                <a:spcPct val="100000"/>
              </a:lnSpc>
              <a:buFont typeface="Symbol"/>
              <a:buChar char=""/>
            </a:pPr>
            <a:endParaRPr sz="1200">
              <a:latin typeface="Times New Roman"/>
              <a:cs typeface="Times New Roman"/>
            </a:endParaRPr>
          </a:p>
          <a:p>
            <a:pPr>
              <a:lnSpc>
                <a:spcPct val="100000"/>
              </a:lnSpc>
              <a:spcBef>
                <a:spcPts val="720"/>
              </a:spcBef>
              <a:buFont typeface="Symbol"/>
              <a:buChar char=""/>
            </a:pPr>
            <a:endParaRPr sz="1200">
              <a:latin typeface="Times New Roman"/>
              <a:cs typeface="Times New Roman"/>
            </a:endParaRPr>
          </a:p>
          <a:p>
            <a:pPr marL="527685" indent="-228600">
              <a:lnSpc>
                <a:spcPct val="100000"/>
              </a:lnSpc>
              <a:buFont typeface="Symbol"/>
              <a:buChar char=""/>
              <a:tabLst>
                <a:tab pos="527685" algn="l"/>
              </a:tabLst>
            </a:pPr>
            <a:r>
              <a:rPr sz="1400" b="1" dirty="0">
                <a:latin typeface="Times New Roman"/>
                <a:cs typeface="Times New Roman"/>
              </a:rPr>
              <a:t>Save</a:t>
            </a:r>
            <a:r>
              <a:rPr sz="1400" b="1" spc="5" dirty="0">
                <a:latin typeface="Times New Roman"/>
                <a:cs typeface="Times New Roman"/>
              </a:rPr>
              <a:t> </a:t>
            </a:r>
            <a:r>
              <a:rPr sz="1400" b="1" spc="-10" dirty="0">
                <a:latin typeface="Times New Roman"/>
                <a:cs typeface="Times New Roman"/>
              </a:rPr>
              <a:t>Details:</a:t>
            </a:r>
            <a:endParaRPr sz="1400">
              <a:latin typeface="Times New Roman"/>
              <a:cs typeface="Times New Roman"/>
            </a:endParaRPr>
          </a:p>
          <a:p>
            <a:pPr marL="12700" marR="5080">
              <a:lnSpc>
                <a:spcPct val="102800"/>
              </a:lnSpc>
              <a:spcBef>
                <a:spcPts val="819"/>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60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79425" y="2972752"/>
            <a:ext cx="6844030" cy="5977890"/>
            <a:chOff x="479425" y="2972752"/>
            <a:chExt cx="6844030" cy="597789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36019" y="2975990"/>
              <a:ext cx="6784260" cy="3081654"/>
            </a:xfrm>
            <a:prstGeom prst="rect">
              <a:avLst/>
            </a:prstGeom>
          </p:spPr>
        </p:pic>
        <p:sp>
          <p:nvSpPr>
            <p:cNvPr id="6" name="object 6"/>
            <p:cNvSpPr/>
            <p:nvPr/>
          </p:nvSpPr>
          <p:spPr>
            <a:xfrm>
              <a:off x="481012" y="2974339"/>
              <a:ext cx="6840855" cy="3084830"/>
            </a:xfrm>
            <a:custGeom>
              <a:avLst/>
              <a:gdLst/>
              <a:ahLst/>
              <a:cxnLst/>
              <a:rect l="l" t="t" r="r" b="b"/>
              <a:pathLst>
                <a:path w="6840855" h="3084829">
                  <a:moveTo>
                    <a:pt x="0" y="3084829"/>
                  </a:moveTo>
                  <a:lnTo>
                    <a:pt x="6840855" y="3084829"/>
                  </a:lnTo>
                  <a:lnTo>
                    <a:pt x="6840855" y="0"/>
                  </a:lnTo>
                  <a:lnTo>
                    <a:pt x="0" y="0"/>
                  </a:lnTo>
                  <a:lnTo>
                    <a:pt x="0" y="3084829"/>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904493"/>
            <a:ext cx="1966595" cy="1092835"/>
          </a:xfrm>
          <a:prstGeom prst="rect">
            <a:avLst/>
          </a:prstGeom>
        </p:spPr>
        <p:txBody>
          <a:bodyPr vert="horz" wrap="square" lIns="0" tIns="12700" rIns="0" bIns="0" rtlCol="0">
            <a:spAutoFit/>
          </a:bodyPr>
          <a:lstStyle/>
          <a:p>
            <a:pPr marL="469265" indent="-227965">
              <a:lnSpc>
                <a:spcPct val="100000"/>
              </a:lnSpc>
              <a:spcBef>
                <a:spcPts val="100"/>
              </a:spcBef>
              <a:buFont typeface="Symbol"/>
              <a:buChar char=""/>
              <a:tabLst>
                <a:tab pos="469265" algn="l"/>
              </a:tabLst>
            </a:pPr>
            <a:r>
              <a:rPr sz="1600" b="1" dirty="0">
                <a:latin typeface="Times New Roman"/>
                <a:cs typeface="Times New Roman"/>
              </a:rPr>
              <a:t>Details</a:t>
            </a:r>
            <a:r>
              <a:rPr sz="1600" b="1" spc="-35" dirty="0">
                <a:latin typeface="Times New Roman"/>
                <a:cs typeface="Times New Roman"/>
              </a:rPr>
              <a:t> </a:t>
            </a:r>
            <a:r>
              <a:rPr sz="1600" b="1" dirty="0">
                <a:latin typeface="Times New Roman"/>
                <a:cs typeface="Times New Roman"/>
              </a:rPr>
              <a:t>of</a:t>
            </a:r>
            <a:r>
              <a:rPr sz="1600" b="1" spc="-40" dirty="0">
                <a:latin typeface="Times New Roman"/>
                <a:cs typeface="Times New Roman"/>
              </a:rPr>
              <a:t> </a:t>
            </a:r>
            <a:r>
              <a:rPr sz="1600" b="1" spc="-10" dirty="0">
                <a:latin typeface="Times New Roman"/>
                <a:cs typeface="Times New Roman"/>
              </a:rPr>
              <a:t>Ticket:</a:t>
            </a: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880"/>
              </a:spcBef>
            </a:pPr>
            <a:endParaRPr sz="16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Activity</a:t>
            </a:r>
            <a:r>
              <a:rPr sz="1600" b="1" spc="-6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p:txBody>
      </p:sp>
      <p:sp>
        <p:nvSpPr>
          <p:cNvPr id="8" name="object 8"/>
          <p:cNvSpPr txBox="1"/>
          <p:nvPr/>
        </p:nvSpPr>
        <p:spPr>
          <a:xfrm>
            <a:off x="902017" y="2436494"/>
            <a:ext cx="5943600" cy="398780"/>
          </a:xfrm>
          <a:prstGeom prst="rect">
            <a:avLst/>
          </a:prstGeom>
        </p:spPr>
        <p:txBody>
          <a:bodyPr vert="horz" wrap="square" lIns="0" tIns="5080" rIns="0" bIns="0" rtlCol="0">
            <a:spAutoFit/>
          </a:bodyPr>
          <a:lstStyle/>
          <a:p>
            <a:pPr marL="12700" marR="5080">
              <a:lnSpc>
                <a:spcPct val="104200"/>
              </a:lnSpc>
              <a:spcBef>
                <a:spcPts val="40"/>
              </a:spcBef>
            </a:pP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sections</a:t>
            </a:r>
            <a:r>
              <a:rPr sz="1200" spc="-30"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improving</a:t>
            </a:r>
            <a:r>
              <a:rPr sz="1200" spc="-50"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9" name="object 9"/>
          <p:cNvSpPr txBox="1"/>
          <p:nvPr/>
        </p:nvSpPr>
        <p:spPr>
          <a:xfrm>
            <a:off x="1702435" y="6430390"/>
            <a:ext cx="4969510" cy="1270635"/>
          </a:xfrm>
          <a:prstGeom prst="rect">
            <a:avLst/>
          </a:prstGeom>
        </p:spPr>
        <p:txBody>
          <a:bodyPr vert="horz" wrap="square" lIns="0" tIns="12700" rIns="0" bIns="0" rtlCol="0">
            <a:spAutoFit/>
          </a:bodyPr>
          <a:lstStyle/>
          <a:p>
            <a:pPr marL="241300" indent="-228600">
              <a:lnSpc>
                <a:spcPct val="100000"/>
              </a:lnSpc>
              <a:spcBef>
                <a:spcPts val="100"/>
              </a:spcBef>
              <a:buFont typeface="Courier New"/>
              <a:buChar char="o"/>
              <a:tabLst>
                <a:tab pos="241300" algn="l"/>
              </a:tabLst>
            </a:pPr>
            <a:r>
              <a:rPr sz="1200" dirty="0">
                <a:latin typeface="Times New Roman"/>
                <a:cs typeface="Times New Roman"/>
              </a:rPr>
              <a:t>Displays</a:t>
            </a:r>
            <a:r>
              <a:rPr sz="1200" spc="-4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activities</a:t>
            </a:r>
            <a:r>
              <a:rPr sz="1200" spc="-35" dirty="0">
                <a:latin typeface="Times New Roman"/>
                <a:cs typeface="Times New Roman"/>
              </a:rPr>
              <a:t> </a:t>
            </a:r>
            <a:r>
              <a:rPr sz="1200" dirty="0">
                <a:latin typeface="Times New Roman"/>
                <a:cs typeface="Times New Roman"/>
              </a:rPr>
              <a:t>performed</a:t>
            </a:r>
            <a:r>
              <a:rPr sz="1200" spc="-3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specific</a:t>
            </a:r>
            <a:r>
              <a:rPr sz="1200" spc="-4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spc="-10" dirty="0">
                <a:latin typeface="Times New Roman"/>
                <a:cs typeface="Times New Roman"/>
              </a:rPr>
              <a:t>timestamps.</a:t>
            </a:r>
            <a:endParaRPr sz="1200">
              <a:latin typeface="Times New Roman"/>
              <a:cs typeface="Times New Roman"/>
            </a:endParaRPr>
          </a:p>
          <a:p>
            <a:pPr marL="241300" indent="-228600">
              <a:lnSpc>
                <a:spcPct val="100000"/>
              </a:lnSpc>
              <a:spcBef>
                <a:spcPts val="860"/>
              </a:spcBef>
              <a:buFont typeface="Courier New"/>
              <a:buChar char="o"/>
              <a:tabLst>
                <a:tab pos="241300" algn="l"/>
              </a:tabLst>
            </a:pP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drop</a:t>
            </a:r>
            <a:r>
              <a:rPr sz="1200" spc="-25" dirty="0">
                <a:latin typeface="Times New Roman"/>
                <a:cs typeface="Times New Roman"/>
              </a:rPr>
              <a:t> </a:t>
            </a:r>
            <a:r>
              <a:rPr sz="1200" dirty="0">
                <a:latin typeface="Times New Roman"/>
                <a:cs typeface="Times New Roman"/>
              </a:rPr>
              <a:t>down</a:t>
            </a:r>
            <a:r>
              <a:rPr sz="1200" spc="-25" dirty="0">
                <a:latin typeface="Times New Roman"/>
                <a:cs typeface="Times New Roman"/>
              </a:rPr>
              <a:t> </a:t>
            </a:r>
            <a:r>
              <a:rPr sz="1200" dirty="0">
                <a:latin typeface="Times New Roman"/>
                <a:cs typeface="Times New Roman"/>
              </a:rPr>
              <a:t>allows</a:t>
            </a:r>
            <a:r>
              <a:rPr sz="1200" spc="-40" dirty="0">
                <a:latin typeface="Times New Roman"/>
                <a:cs typeface="Times New Roman"/>
              </a:rPr>
              <a:t> </a:t>
            </a:r>
            <a:r>
              <a:rPr sz="1200" dirty="0">
                <a:latin typeface="Times New Roman"/>
                <a:cs typeface="Times New Roman"/>
              </a:rPr>
              <a:t>selecting</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4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indent="-228600">
              <a:lnSpc>
                <a:spcPct val="100000"/>
              </a:lnSpc>
              <a:spcBef>
                <a:spcPts val="840"/>
              </a:spcBef>
              <a:buFont typeface="Courier New"/>
              <a:buChar char="o"/>
              <a:tabLst>
                <a:tab pos="241300" algn="l"/>
              </a:tabLst>
            </a:pPr>
            <a:r>
              <a:rPr sz="1200" dirty="0">
                <a:latin typeface="Times New Roman"/>
                <a:cs typeface="Times New Roman"/>
              </a:rPr>
              <a:t>Shows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associated</a:t>
            </a:r>
            <a:r>
              <a:rPr sz="1200" spc="-25" dirty="0">
                <a:latin typeface="Times New Roman"/>
                <a:cs typeface="Times New Roman"/>
              </a:rPr>
              <a:t> </a:t>
            </a:r>
            <a:r>
              <a:rPr sz="1200" dirty="0">
                <a:latin typeface="Times New Roman"/>
                <a:cs typeface="Times New Roman"/>
              </a:rPr>
              <a:t>with</a:t>
            </a:r>
            <a:r>
              <a:rPr sz="1200" spc="-5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marR="5080" indent="-228600">
              <a:lnSpc>
                <a:spcPct val="102800"/>
              </a:lnSpc>
              <a:spcBef>
                <a:spcPts val="819"/>
              </a:spcBef>
              <a:buFont typeface="Courier New"/>
              <a:buChar char="o"/>
              <a:tabLst>
                <a:tab pos="241300" algn="l"/>
              </a:tabLst>
            </a:pPr>
            <a:r>
              <a:rPr sz="1200" dirty="0">
                <a:latin typeface="Times New Roman"/>
                <a:cs typeface="Times New Roman"/>
              </a:rPr>
              <a:t>Includes</a:t>
            </a:r>
            <a:r>
              <a:rPr sz="1200" spc="-30"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ticket</a:t>
            </a:r>
            <a:r>
              <a:rPr sz="1200" spc="-10" dirty="0">
                <a:latin typeface="Times New Roman"/>
                <a:cs typeface="Times New Roman"/>
              </a:rPr>
              <a:t> "Category,"</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"Sub-category,"</a:t>
            </a:r>
            <a:r>
              <a:rPr sz="1200" spc="-25"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be</a:t>
            </a:r>
            <a:r>
              <a:rPr sz="1200" spc="-10" dirty="0">
                <a:latin typeface="Times New Roman"/>
                <a:cs typeface="Times New Roman"/>
              </a:rPr>
              <a:t> </a:t>
            </a:r>
            <a:r>
              <a:rPr sz="1200" dirty="0">
                <a:latin typeface="Times New Roman"/>
                <a:cs typeface="Times New Roman"/>
              </a:rPr>
              <a:t>set </a:t>
            </a:r>
            <a:r>
              <a:rPr sz="1200" spc="-25" dirty="0">
                <a:latin typeface="Times New Roman"/>
                <a:cs typeface="Times New Roman"/>
              </a:rPr>
              <a:t>or </a:t>
            </a:r>
            <a:r>
              <a:rPr sz="1200" dirty="0">
                <a:latin typeface="Times New Roman"/>
                <a:cs typeface="Times New Roman"/>
              </a:rPr>
              <a:t>modified</a:t>
            </a:r>
            <a:r>
              <a:rPr sz="1200" spc="-2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when</a:t>
            </a:r>
            <a:r>
              <a:rPr sz="1200" spc="-40" dirty="0">
                <a:latin typeface="Times New Roman"/>
                <a:cs typeface="Times New Roman"/>
              </a:rPr>
              <a:t> </a:t>
            </a:r>
            <a:r>
              <a:rPr sz="1200" dirty="0">
                <a:latin typeface="Times New Roman"/>
                <a:cs typeface="Times New Roman"/>
              </a:rPr>
              <a:t>creating</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updating</a:t>
            </a:r>
            <a:r>
              <a:rPr sz="1200" spc="-1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66725" y="1711261"/>
            <a:ext cx="6846570" cy="7239634"/>
            <a:chOff x="466725" y="1711261"/>
            <a:chExt cx="6846570" cy="7239634"/>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26901" y="1714499"/>
              <a:ext cx="6783218" cy="3124200"/>
            </a:xfrm>
            <a:prstGeom prst="rect">
              <a:avLst/>
            </a:prstGeom>
          </p:spPr>
        </p:pic>
        <p:sp>
          <p:nvSpPr>
            <p:cNvPr id="5" name="object 5"/>
            <p:cNvSpPr/>
            <p:nvPr/>
          </p:nvSpPr>
          <p:spPr>
            <a:xfrm>
              <a:off x="468312" y="1712848"/>
              <a:ext cx="6843395" cy="3127375"/>
            </a:xfrm>
            <a:custGeom>
              <a:avLst/>
              <a:gdLst/>
              <a:ahLst/>
              <a:cxnLst/>
              <a:rect l="l" t="t" r="r" b="b"/>
              <a:pathLst>
                <a:path w="6843395" h="3127375">
                  <a:moveTo>
                    <a:pt x="0" y="3127375"/>
                  </a:moveTo>
                  <a:lnTo>
                    <a:pt x="6843395" y="3127375"/>
                  </a:lnTo>
                  <a:lnTo>
                    <a:pt x="6843395" y="0"/>
                  </a:lnTo>
                  <a:lnTo>
                    <a:pt x="0" y="0"/>
                  </a:lnTo>
                  <a:lnTo>
                    <a:pt x="0" y="3127375"/>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12096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Query</a:t>
            </a:r>
            <a:r>
              <a:rPr sz="1600" b="1" spc="-7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a:p>
            <a:pPr marL="12700" marR="30480">
              <a:lnSpc>
                <a:spcPct val="104200"/>
              </a:lnSpc>
              <a:spcBef>
                <a:spcPts val="819"/>
              </a:spcBef>
            </a:pP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sections</a:t>
            </a:r>
            <a:r>
              <a:rPr sz="1200" spc="-30"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improving</a:t>
            </a:r>
            <a:r>
              <a:rPr sz="1200" spc="-50"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7" name="object 7"/>
          <p:cNvSpPr txBox="1"/>
          <p:nvPr/>
        </p:nvSpPr>
        <p:spPr>
          <a:xfrm>
            <a:off x="902017" y="5220970"/>
            <a:ext cx="5805170" cy="1781175"/>
          </a:xfrm>
          <a:prstGeom prst="rect">
            <a:avLst/>
          </a:prstGeom>
        </p:spPr>
        <p:txBody>
          <a:bodyPr vert="horz" wrap="square" lIns="0" tIns="12700" rIns="0" bIns="0" rtlCol="0">
            <a:spAutoFit/>
          </a:bodyPr>
          <a:lstStyle/>
          <a:p>
            <a:pPr marL="698500" indent="-229235">
              <a:lnSpc>
                <a:spcPct val="100000"/>
              </a:lnSpc>
              <a:spcBef>
                <a:spcPts val="100"/>
              </a:spcBef>
              <a:buFont typeface="Symbol"/>
              <a:buChar char=""/>
              <a:tabLst>
                <a:tab pos="698500" algn="l"/>
              </a:tabLst>
            </a:pP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t>
            </a:r>
            <a:r>
              <a:rPr sz="1200" b="1" dirty="0">
                <a:latin typeface="Times New Roman"/>
                <a:cs typeface="Times New Roman"/>
              </a:rPr>
              <a:t>Subject</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t>
            </a:r>
            <a:r>
              <a:rPr sz="1200" b="1" dirty="0">
                <a:latin typeface="Times New Roman"/>
                <a:cs typeface="Times New Roman"/>
              </a:rPr>
              <a:t>Description</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698500" indent="-229235">
              <a:lnSpc>
                <a:spcPct val="100000"/>
              </a:lnSpc>
              <a:spcBef>
                <a:spcPts val="940"/>
              </a:spcBef>
              <a:buFont typeface="Symbol"/>
              <a:buChar char=""/>
              <a:tabLst>
                <a:tab pos="698500" algn="l"/>
              </a:tabLst>
            </a:pPr>
            <a:r>
              <a:rPr sz="1200" dirty="0">
                <a:latin typeface="Times New Roman"/>
                <a:cs typeface="Times New Roman"/>
              </a:rPr>
              <a:t>These</a:t>
            </a:r>
            <a:r>
              <a:rPr sz="1200" spc="-15"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likely</a:t>
            </a:r>
            <a:r>
              <a:rPr sz="1200" spc="-20" dirty="0">
                <a:latin typeface="Times New Roman"/>
                <a:cs typeface="Times New Roman"/>
              </a:rPr>
              <a:t> </a:t>
            </a:r>
            <a:r>
              <a:rPr sz="1200" dirty="0">
                <a:latin typeface="Times New Roman"/>
                <a:cs typeface="Times New Roman"/>
              </a:rPr>
              <a:t>defined</a:t>
            </a:r>
            <a:r>
              <a:rPr sz="1200" spc="-15" dirty="0">
                <a:latin typeface="Times New Roman"/>
                <a:cs typeface="Times New Roman"/>
              </a:rPr>
              <a:t> </a:t>
            </a:r>
            <a:r>
              <a:rPr sz="1200" dirty="0">
                <a:latin typeface="Times New Roman"/>
                <a:cs typeface="Times New Roman"/>
              </a:rPr>
              <a:t>when</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1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initially</a:t>
            </a:r>
            <a:r>
              <a:rPr sz="1200" spc="-40" dirty="0">
                <a:latin typeface="Times New Roman"/>
                <a:cs typeface="Times New Roman"/>
              </a:rPr>
              <a:t> </a:t>
            </a:r>
            <a:r>
              <a:rPr sz="1200" spc="-10" dirty="0">
                <a:latin typeface="Times New Roman"/>
                <a:cs typeface="Times New Roman"/>
              </a:rPr>
              <a:t>created.</a:t>
            </a:r>
            <a:endParaRPr sz="1200">
              <a:latin typeface="Times New Roman"/>
              <a:cs typeface="Times New Roman"/>
            </a:endParaRPr>
          </a:p>
          <a:p>
            <a:pPr marL="698500" marR="135890" indent="-229235">
              <a:lnSpc>
                <a:spcPct val="102800"/>
              </a:lnSpc>
              <a:spcBef>
                <a:spcPts val="880"/>
              </a:spcBef>
              <a:buSzPct val="109090"/>
              <a:buFont typeface="Symbol"/>
              <a:buChar char=""/>
              <a:tabLst>
                <a:tab pos="698500" algn="l"/>
              </a:tabLst>
            </a:pPr>
            <a:r>
              <a:rPr sz="1100" dirty="0">
                <a:latin typeface="Cambria Math"/>
                <a:cs typeface="Cambria Math"/>
              </a:rPr>
              <a:t>⇩</a:t>
            </a:r>
            <a:r>
              <a:rPr sz="1100" spc="-20" dirty="0">
                <a:latin typeface="Cambria Math"/>
                <a:cs typeface="Cambria Math"/>
              </a:rPr>
              <a:t> </a:t>
            </a:r>
            <a:r>
              <a:rPr sz="1200" b="1" dirty="0">
                <a:latin typeface="Times New Roman"/>
                <a:cs typeface="Times New Roman"/>
              </a:rPr>
              <a:t>Attachment</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download</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attachment</a:t>
            </a:r>
            <a:r>
              <a:rPr sz="1200" spc="-20" dirty="0">
                <a:latin typeface="Times New Roman"/>
                <a:cs typeface="Times New Roman"/>
              </a:rPr>
              <a:t> </a:t>
            </a:r>
            <a:r>
              <a:rPr sz="1200" dirty="0">
                <a:latin typeface="Times New Roman"/>
                <a:cs typeface="Times New Roman"/>
              </a:rPr>
              <a:t>which</a:t>
            </a:r>
            <a:r>
              <a:rPr sz="1200" spc="-3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being</a:t>
            </a:r>
            <a:r>
              <a:rPr sz="1200" spc="-30" dirty="0">
                <a:latin typeface="Times New Roman"/>
                <a:cs typeface="Times New Roman"/>
              </a:rPr>
              <a:t> </a:t>
            </a:r>
            <a:r>
              <a:rPr sz="1200" dirty="0">
                <a:latin typeface="Times New Roman"/>
                <a:cs typeface="Times New Roman"/>
              </a:rPr>
              <a:t>uploaded</a:t>
            </a:r>
            <a:r>
              <a:rPr sz="1200" spc="-25" dirty="0">
                <a:latin typeface="Times New Roman"/>
                <a:cs typeface="Times New Roman"/>
              </a:rPr>
              <a:t> </a:t>
            </a:r>
            <a:r>
              <a:rPr sz="1200" spc="-10" dirty="0">
                <a:latin typeface="Times New Roman"/>
                <a:cs typeface="Times New Roman"/>
              </a:rPr>
              <a:t>during </a:t>
            </a:r>
            <a:r>
              <a:rPr sz="1200" dirty="0">
                <a:latin typeface="Times New Roman"/>
                <a:cs typeface="Times New Roman"/>
              </a:rPr>
              <a:t>ticket</a:t>
            </a:r>
            <a:r>
              <a:rPr sz="1200" spc="-35" dirty="0">
                <a:latin typeface="Times New Roman"/>
                <a:cs typeface="Times New Roman"/>
              </a:rPr>
              <a:t> </a:t>
            </a:r>
            <a:r>
              <a:rPr sz="1200" spc="-10" dirty="0">
                <a:latin typeface="Times New Roman"/>
                <a:cs typeface="Times New Roman"/>
              </a:rPr>
              <a:t>creation.</a:t>
            </a:r>
            <a:endParaRPr sz="1200">
              <a:latin typeface="Times New Roman"/>
              <a:cs typeface="Times New Roman"/>
            </a:endParaRPr>
          </a:p>
          <a:p>
            <a:pPr marL="698500" indent="-229235">
              <a:lnSpc>
                <a:spcPct val="100000"/>
              </a:lnSpc>
              <a:spcBef>
                <a:spcPts val="960"/>
              </a:spcBef>
              <a:buFont typeface="Symbol"/>
              <a:buChar char=""/>
              <a:tabLst>
                <a:tab pos="698500" algn="l"/>
              </a:tabLst>
            </a:pPr>
            <a:r>
              <a:rPr sz="1200" b="1" dirty="0">
                <a:latin typeface="Times New Roman"/>
                <a:cs typeface="Times New Roman"/>
              </a:rPr>
              <a:t>Save</a:t>
            </a:r>
            <a:r>
              <a:rPr sz="1200" b="1" spc="-25" dirty="0">
                <a:latin typeface="Times New Roman"/>
                <a:cs typeface="Times New Roman"/>
              </a:rPr>
              <a:t> </a:t>
            </a:r>
            <a:r>
              <a:rPr sz="1200" b="1" spc="-10" dirty="0">
                <a:latin typeface="Times New Roman"/>
                <a:cs typeface="Times New Roman"/>
              </a:rPr>
              <a:t>Details:</a:t>
            </a:r>
            <a:endParaRPr sz="1200">
              <a:latin typeface="Times New Roman"/>
              <a:cs typeface="Times New Roman"/>
            </a:endParaRPr>
          </a:p>
          <a:p>
            <a:pPr marL="12700" marR="5080">
              <a:lnSpc>
                <a:spcPct val="104200"/>
              </a:lnSpc>
              <a:spcBef>
                <a:spcPts val="76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84505" y="1855533"/>
            <a:ext cx="6826250" cy="7095490"/>
            <a:chOff x="484505" y="1855533"/>
            <a:chExt cx="6826250" cy="7095490"/>
          </a:xfrm>
        </p:grpSpPr>
        <p:sp>
          <p:nvSpPr>
            <p:cNvPr id="3" name="object 3"/>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3110813" y="6391728"/>
              <a:ext cx="1557122" cy="1409533"/>
            </a:xfrm>
            <a:prstGeom prst="rect">
              <a:avLst/>
            </a:prstGeom>
          </p:spPr>
        </p:pic>
        <p:sp>
          <p:nvSpPr>
            <p:cNvPr id="5" name="object 5"/>
            <p:cNvSpPr/>
            <p:nvPr/>
          </p:nvSpPr>
          <p:spPr>
            <a:xfrm>
              <a:off x="2932175" y="6146545"/>
              <a:ext cx="1914525" cy="2047875"/>
            </a:xfrm>
            <a:custGeom>
              <a:avLst/>
              <a:gdLst/>
              <a:ahLst/>
              <a:cxnLst/>
              <a:rect l="l" t="t" r="r" b="b"/>
              <a:pathLst>
                <a:path w="1914525" h="2047875">
                  <a:moveTo>
                    <a:pt x="0" y="2047366"/>
                  </a:moveTo>
                  <a:lnTo>
                    <a:pt x="1914525" y="2047366"/>
                  </a:lnTo>
                  <a:lnTo>
                    <a:pt x="1914525" y="0"/>
                  </a:lnTo>
                  <a:lnTo>
                    <a:pt x="0" y="0"/>
                  </a:lnTo>
                  <a:lnTo>
                    <a:pt x="0" y="2047366"/>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544511" y="1858644"/>
              <a:ext cx="6762941" cy="3103879"/>
            </a:xfrm>
            <a:prstGeom prst="rect">
              <a:avLst/>
            </a:prstGeom>
          </p:spPr>
        </p:pic>
        <p:sp>
          <p:nvSpPr>
            <p:cNvPr id="7" name="object 7"/>
            <p:cNvSpPr/>
            <p:nvPr/>
          </p:nvSpPr>
          <p:spPr>
            <a:xfrm>
              <a:off x="486092" y="1857120"/>
              <a:ext cx="6823075" cy="3107055"/>
            </a:xfrm>
            <a:custGeom>
              <a:avLst/>
              <a:gdLst/>
              <a:ahLst/>
              <a:cxnLst/>
              <a:rect l="l" t="t" r="r" b="b"/>
              <a:pathLst>
                <a:path w="6823075" h="3107054">
                  <a:moveTo>
                    <a:pt x="0" y="3107054"/>
                  </a:moveTo>
                  <a:lnTo>
                    <a:pt x="6822948" y="3107054"/>
                  </a:lnTo>
                  <a:lnTo>
                    <a:pt x="6822948" y="0"/>
                  </a:lnTo>
                  <a:lnTo>
                    <a:pt x="0" y="0"/>
                  </a:lnTo>
                  <a:lnTo>
                    <a:pt x="0" y="3107054"/>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902017" y="434340"/>
            <a:ext cx="5969635" cy="13976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Note</a:t>
            </a:r>
            <a:r>
              <a:rPr sz="1600" b="1" spc="-60" dirty="0">
                <a:latin typeface="Times New Roman"/>
                <a:cs typeface="Times New Roman"/>
              </a:rPr>
              <a:t> </a:t>
            </a:r>
            <a:r>
              <a:rPr sz="1600" b="1" spc="-20" dirty="0">
                <a:latin typeface="Times New Roman"/>
                <a:cs typeface="Times New Roman"/>
              </a:rPr>
              <a:t>Tab:</a:t>
            </a:r>
            <a:endParaRPr sz="1600">
              <a:latin typeface="Times New Roman"/>
              <a:cs typeface="Times New Roman"/>
            </a:endParaRPr>
          </a:p>
          <a:p>
            <a:pPr marL="12700">
              <a:lnSpc>
                <a:spcPct val="100000"/>
              </a:lnSpc>
              <a:spcBef>
                <a:spcPts val="880"/>
              </a:spcBef>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provides</a:t>
            </a:r>
            <a:r>
              <a:rPr sz="1200" spc="-4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ability</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document</a:t>
            </a:r>
            <a:r>
              <a:rPr sz="1200" spc="-20" dirty="0">
                <a:latin typeface="Times New Roman"/>
                <a:cs typeface="Times New Roman"/>
              </a:rPr>
              <a:t> </a:t>
            </a:r>
            <a:r>
              <a:rPr sz="1200" dirty="0">
                <a:latin typeface="Times New Roman"/>
                <a:cs typeface="Times New Roman"/>
              </a:rPr>
              <a:t>ticket-related</a:t>
            </a:r>
            <a:r>
              <a:rPr sz="1200" spc="-45"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marR="159385">
              <a:lnSpc>
                <a:spcPct val="102800"/>
              </a:lnSpc>
              <a:spcBef>
                <a:spcPts val="20"/>
              </a:spcBef>
            </a:pPr>
            <a:r>
              <a:rPr sz="1200" spc="-10" dirty="0">
                <a:latin typeface="Times New Roman"/>
                <a:cs typeface="Times New Roman"/>
              </a:rPr>
              <a:t>comprehensively,</a:t>
            </a:r>
            <a:r>
              <a:rPr sz="1200" spc="-15" dirty="0">
                <a:latin typeface="Times New Roman"/>
                <a:cs typeface="Times New Roman"/>
              </a:rPr>
              <a:t> </a:t>
            </a:r>
            <a:r>
              <a:rPr sz="1200" dirty="0">
                <a:latin typeface="Times New Roman"/>
                <a:cs typeface="Times New Roman"/>
              </a:rPr>
              <a:t>including</a:t>
            </a:r>
            <a:r>
              <a:rPr sz="1200" spc="-35" dirty="0">
                <a:latin typeface="Times New Roman"/>
                <a:cs typeface="Times New Roman"/>
              </a:rPr>
              <a:t> </a:t>
            </a:r>
            <a:r>
              <a:rPr sz="1200" dirty="0">
                <a:latin typeface="Times New Roman"/>
                <a:cs typeface="Times New Roman"/>
              </a:rPr>
              <a:t>text</a:t>
            </a:r>
            <a:r>
              <a:rPr sz="1200" spc="-5" dirty="0">
                <a:latin typeface="Times New Roman"/>
                <a:cs typeface="Times New Roman"/>
              </a:rPr>
              <a:t> </a:t>
            </a:r>
            <a:r>
              <a:rPr sz="1200" spc="-10" dirty="0">
                <a:latin typeface="Times New Roman"/>
                <a:cs typeface="Times New Roman"/>
              </a:rPr>
              <a:t>descriptions</a:t>
            </a:r>
            <a:r>
              <a:rPr sz="1200" spc="-2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file</a:t>
            </a:r>
            <a:r>
              <a:rPr sz="1200" spc="-5" dirty="0">
                <a:latin typeface="Times New Roman"/>
                <a:cs typeface="Times New Roman"/>
              </a:rPr>
              <a:t> </a:t>
            </a:r>
            <a:r>
              <a:rPr sz="1200" spc="-10" dirty="0">
                <a:latin typeface="Times New Roman"/>
                <a:cs typeface="Times New Roman"/>
              </a:rPr>
              <a:t>attachments, </a:t>
            </a:r>
            <a:r>
              <a:rPr sz="1200" dirty="0">
                <a:latin typeface="Times New Roman"/>
                <a:cs typeface="Times New Roman"/>
              </a:rPr>
              <a:t>enhancing</a:t>
            </a:r>
            <a:r>
              <a:rPr sz="1200" spc="-15" dirty="0">
                <a:latin typeface="Times New Roman"/>
                <a:cs typeface="Times New Roman"/>
              </a:rPr>
              <a:t> </a:t>
            </a:r>
            <a:r>
              <a:rPr sz="1200" dirty="0">
                <a:latin typeface="Times New Roman"/>
                <a:cs typeface="Times New Roman"/>
              </a:rPr>
              <a:t>collaboration</a:t>
            </a:r>
            <a:r>
              <a:rPr sz="1200" spc="-10" dirty="0">
                <a:latin typeface="Times New Roman"/>
                <a:cs typeface="Times New Roman"/>
              </a:rPr>
              <a:t> </a:t>
            </a:r>
            <a:r>
              <a:rPr sz="1200" spc="-25" dirty="0">
                <a:latin typeface="Times New Roman"/>
                <a:cs typeface="Times New Roman"/>
              </a:rPr>
              <a:t>and </a:t>
            </a:r>
            <a:r>
              <a:rPr sz="1200" spc="-10" dirty="0">
                <a:latin typeface="Times New Roman"/>
                <a:cs typeface="Times New Roman"/>
              </a:rPr>
              <a:t>record-keeping.</a:t>
            </a:r>
            <a:endParaRPr sz="1200">
              <a:latin typeface="Times New Roman"/>
              <a:cs typeface="Times New Roman"/>
            </a:endParaRPr>
          </a:p>
        </p:txBody>
      </p:sp>
      <p:sp>
        <p:nvSpPr>
          <p:cNvPr id="9" name="object 9"/>
          <p:cNvSpPr txBox="1"/>
          <p:nvPr/>
        </p:nvSpPr>
        <p:spPr>
          <a:xfrm>
            <a:off x="902017" y="5005070"/>
            <a:ext cx="5909310" cy="104203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View</a:t>
            </a:r>
            <a:r>
              <a:rPr sz="1400" b="1" spc="-35" dirty="0">
                <a:latin typeface="Times New Roman"/>
                <a:cs typeface="Times New Roman"/>
              </a:rPr>
              <a:t> </a:t>
            </a:r>
            <a:r>
              <a:rPr sz="1400" b="1" dirty="0">
                <a:latin typeface="Times New Roman"/>
                <a:cs typeface="Times New Roman"/>
              </a:rPr>
              <a:t>Notes</a:t>
            </a:r>
            <a:r>
              <a:rPr sz="1400" b="1" spc="-45" dirty="0">
                <a:latin typeface="Times New Roman"/>
                <a:cs typeface="Times New Roman"/>
              </a:rPr>
              <a:t> </a:t>
            </a:r>
            <a:r>
              <a:rPr sz="1400" b="1" dirty="0">
                <a:latin typeface="Times New Roman"/>
                <a:cs typeface="Times New Roman"/>
              </a:rPr>
              <a:t>by</a:t>
            </a:r>
            <a:r>
              <a:rPr sz="1400" b="1" spc="-70" dirty="0">
                <a:latin typeface="Times New Roman"/>
                <a:cs typeface="Times New Roman"/>
              </a:rPr>
              <a:t> </a:t>
            </a:r>
            <a:r>
              <a:rPr sz="1400" b="1" dirty="0">
                <a:latin typeface="Times New Roman"/>
                <a:cs typeface="Times New Roman"/>
              </a:rPr>
              <a:t>Time</a:t>
            </a:r>
            <a:r>
              <a:rPr sz="1400" b="1" spc="-35" dirty="0">
                <a:latin typeface="Times New Roman"/>
                <a:cs typeface="Times New Roman"/>
              </a:rPr>
              <a:t> </a:t>
            </a:r>
            <a:r>
              <a:rPr sz="1400" b="1" dirty="0">
                <a:latin typeface="Times New Roman"/>
                <a:cs typeface="Times New Roman"/>
              </a:rPr>
              <a:t>and</a:t>
            </a:r>
            <a:r>
              <a:rPr sz="1400" b="1" spc="-70" dirty="0">
                <a:latin typeface="Times New Roman"/>
                <a:cs typeface="Times New Roman"/>
              </a:rPr>
              <a:t> </a:t>
            </a:r>
            <a:r>
              <a:rPr sz="1400" b="1" spc="-20" dirty="0">
                <a:latin typeface="Times New Roman"/>
                <a:cs typeface="Times New Roman"/>
              </a:rPr>
              <a:t>Type</a:t>
            </a:r>
            <a:r>
              <a:rPr sz="1400" spc="-20" dirty="0">
                <a:latin typeface="Times New Roman"/>
                <a:cs typeface="Times New Roman"/>
              </a:rPr>
              <a:t>:</a:t>
            </a:r>
            <a:endParaRPr sz="1400">
              <a:latin typeface="Times New Roman"/>
              <a:cs typeface="Times New Roman"/>
            </a:endParaRPr>
          </a:p>
          <a:p>
            <a:pPr marL="1099820" indent="-228600">
              <a:lnSpc>
                <a:spcPct val="100000"/>
              </a:lnSpc>
              <a:spcBef>
                <a:spcPts val="860"/>
              </a:spcBef>
              <a:buFont typeface="Courier New"/>
              <a:buChar char="o"/>
              <a:tabLst>
                <a:tab pos="109982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all</a:t>
            </a:r>
            <a:r>
              <a:rPr sz="1200" spc="-1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organised</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type.</a:t>
            </a:r>
            <a:endParaRPr sz="1200">
              <a:latin typeface="Times New Roman"/>
              <a:cs typeface="Times New Roman"/>
            </a:endParaRPr>
          </a:p>
          <a:p>
            <a:pPr marL="1099820" marR="5080" indent="-228600">
              <a:lnSpc>
                <a:spcPct val="103800"/>
              </a:lnSpc>
              <a:spcBef>
                <a:spcPts val="775"/>
              </a:spcBef>
              <a:buSzPct val="85714"/>
              <a:buFont typeface="Courier New"/>
              <a:buChar char="o"/>
              <a:tabLst>
                <a:tab pos="1099820" algn="l"/>
              </a:tabLst>
            </a:pPr>
            <a:r>
              <a:rPr sz="1400" b="1" dirty="0">
                <a:latin typeface="Times New Roman"/>
                <a:cs typeface="Times New Roman"/>
              </a:rPr>
              <a:t>Note</a:t>
            </a:r>
            <a:r>
              <a:rPr sz="1400" b="1" spc="-65" dirty="0">
                <a:latin typeface="Times New Roman"/>
                <a:cs typeface="Times New Roman"/>
              </a:rPr>
              <a:t> </a:t>
            </a:r>
            <a:r>
              <a:rPr sz="1400" b="1" spc="-10" dirty="0">
                <a:latin typeface="Times New Roman"/>
                <a:cs typeface="Times New Roman"/>
              </a:rPr>
              <a:t>Type</a:t>
            </a:r>
            <a:r>
              <a:rPr sz="1400" b="1" spc="-15" dirty="0">
                <a:latin typeface="Times New Roman"/>
                <a:cs typeface="Times New Roman"/>
              </a:rPr>
              <a:t> </a:t>
            </a:r>
            <a:r>
              <a:rPr sz="1400" b="1" dirty="0">
                <a:latin typeface="Times New Roman"/>
                <a:cs typeface="Times New Roman"/>
              </a:rPr>
              <a:t>Filter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choose</a:t>
            </a:r>
            <a:r>
              <a:rPr sz="1200" spc="-2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specific</a:t>
            </a:r>
            <a:r>
              <a:rPr sz="1200" spc="-20" dirty="0">
                <a:latin typeface="Times New Roman"/>
                <a:cs typeface="Times New Roman"/>
              </a:rPr>
              <a:t> </a:t>
            </a:r>
            <a:r>
              <a:rPr sz="1200" dirty="0">
                <a:latin typeface="Times New Roman"/>
                <a:cs typeface="Times New Roman"/>
              </a:rPr>
              <a:t>types</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notes,</a:t>
            </a:r>
            <a:r>
              <a:rPr sz="1200" spc="-25" dirty="0">
                <a:latin typeface="Times New Roman"/>
                <a:cs typeface="Times New Roman"/>
              </a:rPr>
              <a:t> </a:t>
            </a:r>
            <a:r>
              <a:rPr sz="1200" dirty="0">
                <a:latin typeface="Times New Roman"/>
                <a:cs typeface="Times New Roman"/>
              </a:rPr>
              <a:t>such</a:t>
            </a:r>
            <a:r>
              <a:rPr sz="1200" spc="-25" dirty="0">
                <a:latin typeface="Times New Roman"/>
                <a:cs typeface="Times New Roman"/>
              </a:rPr>
              <a:t> as "Your </a:t>
            </a:r>
            <a:r>
              <a:rPr sz="1200" dirty="0">
                <a:latin typeface="Times New Roman"/>
                <a:cs typeface="Times New Roman"/>
              </a:rPr>
              <a:t>Notes,"</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"Other</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Notes."</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517586"/>
            <a:ext cx="5981065" cy="7433309"/>
            <a:chOff x="896937" y="1517586"/>
            <a:chExt cx="5981065" cy="7433309"/>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3143881" y="1729668"/>
              <a:ext cx="1527616" cy="1758232"/>
            </a:xfrm>
            <a:prstGeom prst="rect">
              <a:avLst/>
            </a:prstGeom>
          </p:spPr>
        </p:pic>
        <p:sp>
          <p:nvSpPr>
            <p:cNvPr id="5" name="object 5"/>
            <p:cNvSpPr/>
            <p:nvPr/>
          </p:nvSpPr>
          <p:spPr>
            <a:xfrm>
              <a:off x="2976626" y="1519174"/>
              <a:ext cx="1819275" cy="2323465"/>
            </a:xfrm>
            <a:custGeom>
              <a:avLst/>
              <a:gdLst/>
              <a:ahLst/>
              <a:cxnLst/>
              <a:rect l="l" t="t" r="r" b="b"/>
              <a:pathLst>
                <a:path w="1819275" h="2323465">
                  <a:moveTo>
                    <a:pt x="0" y="2323465"/>
                  </a:moveTo>
                  <a:lnTo>
                    <a:pt x="1819021" y="2323465"/>
                  </a:lnTo>
                  <a:lnTo>
                    <a:pt x="1819021" y="0"/>
                  </a:lnTo>
                  <a:lnTo>
                    <a:pt x="0" y="0"/>
                  </a:lnTo>
                  <a:lnTo>
                    <a:pt x="0" y="2323465"/>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1821814" y="4800733"/>
              <a:ext cx="3877945" cy="3753084"/>
            </a:xfrm>
            <a:prstGeom prst="rect">
              <a:avLst/>
            </a:prstGeom>
          </p:spPr>
        </p:pic>
        <p:sp>
          <p:nvSpPr>
            <p:cNvPr id="7" name="object 7"/>
            <p:cNvSpPr/>
            <p:nvPr/>
          </p:nvSpPr>
          <p:spPr>
            <a:xfrm>
              <a:off x="1820163" y="4713478"/>
              <a:ext cx="3881120" cy="3918585"/>
            </a:xfrm>
            <a:custGeom>
              <a:avLst/>
              <a:gdLst/>
              <a:ahLst/>
              <a:cxnLst/>
              <a:rect l="l" t="t" r="r" b="b"/>
              <a:pathLst>
                <a:path w="3881120" h="3918584">
                  <a:moveTo>
                    <a:pt x="0" y="3918458"/>
                  </a:moveTo>
                  <a:lnTo>
                    <a:pt x="3881120" y="3918458"/>
                  </a:lnTo>
                  <a:lnTo>
                    <a:pt x="3881120" y="0"/>
                  </a:lnTo>
                  <a:lnTo>
                    <a:pt x="0" y="0"/>
                  </a:lnTo>
                  <a:lnTo>
                    <a:pt x="0" y="3918458"/>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1359153" y="434340"/>
            <a:ext cx="5512435" cy="866775"/>
          </a:xfrm>
          <a:prstGeom prst="rect">
            <a:avLst/>
          </a:prstGeom>
        </p:spPr>
        <p:txBody>
          <a:bodyPr vert="horz" wrap="square" lIns="0" tIns="12700" rIns="0" bIns="0" rtlCol="0">
            <a:spAutoFit/>
          </a:bodyPr>
          <a:lstStyle/>
          <a:p>
            <a:pPr marL="31965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840"/>
              </a:spcBef>
            </a:pPr>
            <a:endParaRPr sz="1200">
              <a:latin typeface="Times New Roman"/>
              <a:cs typeface="Times New Roman"/>
            </a:endParaRPr>
          </a:p>
          <a:p>
            <a:pPr marL="241300" marR="283845" indent="-229235">
              <a:lnSpc>
                <a:spcPct val="102800"/>
              </a:lnSpc>
              <a:buFont typeface="Symbol"/>
              <a:buChar char=""/>
              <a:tabLst>
                <a:tab pos="241300" algn="l"/>
              </a:tabLst>
            </a:pPr>
            <a:r>
              <a:rPr sz="1200" b="1" dirty="0">
                <a:latin typeface="Times New Roman"/>
                <a:cs typeface="Times New Roman"/>
              </a:rPr>
              <a:t>Time</a:t>
            </a:r>
            <a:r>
              <a:rPr sz="1200" b="1" spc="-20" dirty="0">
                <a:latin typeface="Times New Roman"/>
                <a:cs typeface="Times New Roman"/>
              </a:rPr>
              <a:t> </a:t>
            </a:r>
            <a:r>
              <a:rPr sz="1200" b="1" dirty="0">
                <a:latin typeface="Times New Roman"/>
                <a:cs typeface="Times New Roman"/>
              </a:rPr>
              <a:t>Filter</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Options</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periods</a:t>
            </a:r>
            <a:r>
              <a:rPr sz="1200" spc="-35" dirty="0">
                <a:latin typeface="Times New Roman"/>
                <a:cs typeface="Times New Roman"/>
              </a:rPr>
              <a:t>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spc="-25" dirty="0">
                <a:latin typeface="Times New Roman"/>
                <a:cs typeface="Times New Roman"/>
              </a:rPr>
              <a:t>"Today,"</a:t>
            </a:r>
            <a:r>
              <a:rPr sz="1200" spc="-35" dirty="0">
                <a:latin typeface="Times New Roman"/>
                <a:cs typeface="Times New Roman"/>
              </a:rPr>
              <a:t> </a:t>
            </a:r>
            <a:r>
              <a:rPr sz="1200" spc="-10" dirty="0">
                <a:latin typeface="Times New Roman"/>
                <a:cs typeface="Times New Roman"/>
              </a:rPr>
              <a:t>"Yesterday," </a:t>
            </a:r>
            <a:r>
              <a:rPr sz="1200" dirty="0">
                <a:latin typeface="Times New Roman"/>
                <a:cs typeface="Times New Roman"/>
              </a:rPr>
              <a:t>"This</a:t>
            </a:r>
            <a:r>
              <a:rPr sz="1200" spc="-50" dirty="0">
                <a:latin typeface="Times New Roman"/>
                <a:cs typeface="Times New Roman"/>
              </a:rPr>
              <a:t> </a:t>
            </a:r>
            <a:r>
              <a:rPr sz="1200" spc="-20" dirty="0">
                <a:latin typeface="Times New Roman"/>
                <a:cs typeface="Times New Roman"/>
              </a:rPr>
              <a:t>Week,"</a:t>
            </a:r>
            <a:r>
              <a:rPr sz="1200" spc="-25" dirty="0">
                <a:latin typeface="Times New Roman"/>
                <a:cs typeface="Times New Roman"/>
              </a:rPr>
              <a:t> </a:t>
            </a:r>
            <a:r>
              <a:rPr sz="1200" dirty="0">
                <a:latin typeface="Times New Roman"/>
                <a:cs typeface="Times New Roman"/>
              </a:rPr>
              <a:t>"Past</a:t>
            </a:r>
            <a:r>
              <a:rPr sz="1200" spc="-15" dirty="0">
                <a:latin typeface="Times New Roman"/>
                <a:cs typeface="Times New Roman"/>
              </a:rPr>
              <a:t> </a:t>
            </a:r>
            <a:r>
              <a:rPr sz="1200" dirty="0">
                <a:latin typeface="Times New Roman"/>
                <a:cs typeface="Times New Roman"/>
              </a:rPr>
              <a:t>Notes”</a:t>
            </a:r>
            <a:r>
              <a:rPr sz="1200" spc="-15" dirty="0">
                <a:latin typeface="Times New Roman"/>
                <a:cs typeface="Times New Roman"/>
              </a:rPr>
              <a:t> </a:t>
            </a:r>
            <a:r>
              <a:rPr sz="1200" dirty="0">
                <a:latin typeface="Times New Roman"/>
                <a:cs typeface="Times New Roman"/>
              </a:rPr>
              <a:t>allow</a:t>
            </a:r>
            <a:r>
              <a:rPr sz="1200" spc="-2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focus</a:t>
            </a:r>
            <a:r>
              <a:rPr sz="1200" spc="-3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recent</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p:txBody>
      </p:sp>
      <p:sp>
        <p:nvSpPr>
          <p:cNvPr id="9" name="object 9"/>
          <p:cNvSpPr txBox="1"/>
          <p:nvPr/>
        </p:nvSpPr>
        <p:spPr>
          <a:xfrm>
            <a:off x="902017" y="4283328"/>
            <a:ext cx="1030605" cy="238760"/>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Add</a:t>
            </a:r>
            <a:r>
              <a:rPr sz="1400" b="1" spc="-25" dirty="0">
                <a:latin typeface="Times New Roman"/>
                <a:cs typeface="Times New Roman"/>
              </a:rPr>
              <a:t> </a:t>
            </a:r>
            <a:r>
              <a:rPr sz="1400" b="1" spc="-10" dirty="0">
                <a:latin typeface="Times New Roman"/>
                <a:cs typeface="Times New Roman"/>
              </a:rPr>
              <a:t>Note</a:t>
            </a:r>
            <a:r>
              <a:rPr sz="1400" spc="-10" dirty="0">
                <a:latin typeface="Times New Roman"/>
                <a:cs typeface="Times New Roman"/>
              </a:rPr>
              <a:t>:</a:t>
            </a:r>
            <a:endParaRPr sz="14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3865" y="5065966"/>
            <a:ext cx="6850380" cy="3884929"/>
            <a:chOff x="443865" y="5065966"/>
            <a:chExt cx="6850380" cy="3884929"/>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11201" y="5069077"/>
              <a:ext cx="6779741" cy="3082290"/>
            </a:xfrm>
            <a:prstGeom prst="rect">
              <a:avLst/>
            </a:prstGeom>
          </p:spPr>
        </p:pic>
        <p:sp>
          <p:nvSpPr>
            <p:cNvPr id="5" name="object 5"/>
            <p:cNvSpPr/>
            <p:nvPr/>
          </p:nvSpPr>
          <p:spPr>
            <a:xfrm>
              <a:off x="445452" y="5067553"/>
              <a:ext cx="6847205" cy="3085465"/>
            </a:xfrm>
            <a:custGeom>
              <a:avLst/>
              <a:gdLst/>
              <a:ahLst/>
              <a:cxnLst/>
              <a:rect l="l" t="t" r="r" b="b"/>
              <a:pathLst>
                <a:path w="6847205" h="3085465">
                  <a:moveTo>
                    <a:pt x="0" y="3085465"/>
                  </a:moveTo>
                  <a:lnTo>
                    <a:pt x="6847078" y="3085465"/>
                  </a:lnTo>
                  <a:lnTo>
                    <a:pt x="6847078" y="0"/>
                  </a:lnTo>
                  <a:lnTo>
                    <a:pt x="0" y="0"/>
                  </a:lnTo>
                  <a:lnTo>
                    <a:pt x="0" y="3085465"/>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449961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40"/>
              </a:spcBef>
            </a:pPr>
            <a:endParaRPr sz="1200">
              <a:latin typeface="Times New Roman"/>
              <a:cs typeface="Times New Roman"/>
            </a:endParaRPr>
          </a:p>
          <a:p>
            <a:pPr marL="1155700" marR="193040" indent="-228600">
              <a:lnSpc>
                <a:spcPct val="102800"/>
              </a:lnSpc>
              <a:buFont typeface="Courier New"/>
              <a:buChar char="o"/>
              <a:tabLst>
                <a:tab pos="1155700" algn="l"/>
              </a:tabLst>
            </a:pPr>
            <a:r>
              <a:rPr sz="1200" dirty="0">
                <a:latin typeface="Times New Roman"/>
                <a:cs typeface="Times New Roman"/>
              </a:rPr>
              <a:t>When</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clicks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 </a:t>
            </a:r>
            <a:r>
              <a:rPr sz="1200" b="1" dirty="0">
                <a:latin typeface="Times New Roman"/>
                <a:cs typeface="Times New Roman"/>
              </a:rPr>
              <a:t>"Add</a:t>
            </a:r>
            <a:r>
              <a:rPr sz="1200" b="1" spc="-30" dirty="0">
                <a:latin typeface="Times New Roman"/>
                <a:cs typeface="Times New Roman"/>
              </a:rPr>
              <a:t> </a:t>
            </a:r>
            <a:r>
              <a:rPr sz="1200" b="1" dirty="0">
                <a:latin typeface="Times New Roman"/>
                <a:cs typeface="Times New Roman"/>
              </a:rPr>
              <a:t>Note"</a:t>
            </a:r>
            <a:r>
              <a:rPr sz="1200" b="1" spc="-25" dirty="0">
                <a:latin typeface="Times New Roman"/>
                <a:cs typeface="Times New Roman"/>
              </a:rPr>
              <a:t> </a:t>
            </a:r>
            <a:r>
              <a:rPr sz="1200" dirty="0">
                <a:latin typeface="Times New Roman"/>
                <a:cs typeface="Times New Roman"/>
              </a:rPr>
              <a:t>button,</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appears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allows </a:t>
            </a:r>
            <a:r>
              <a:rPr sz="1200" dirty="0">
                <a:latin typeface="Times New Roman"/>
                <a:cs typeface="Times New Roman"/>
              </a:rPr>
              <a:t>them</a:t>
            </a:r>
            <a:r>
              <a:rPr sz="1200" spc="-1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add</a:t>
            </a:r>
            <a:r>
              <a:rPr sz="1200" spc="-1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description</a:t>
            </a:r>
            <a:r>
              <a:rPr sz="1200" spc="-40" dirty="0">
                <a:latin typeface="Times New Roman"/>
                <a:cs typeface="Times New Roman"/>
              </a:rPr>
              <a:t> </a:t>
            </a:r>
            <a:r>
              <a:rPr sz="1200" dirty="0">
                <a:latin typeface="Times New Roman"/>
                <a:cs typeface="Times New Roman"/>
              </a:rPr>
              <a:t>related</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155700" marR="186055" indent="-228600">
              <a:lnSpc>
                <a:spcPct val="102800"/>
              </a:lnSpc>
              <a:spcBef>
                <a:spcPts val="819"/>
              </a:spcBef>
              <a:buFont typeface="Courier New"/>
              <a:buChar char="o"/>
              <a:tabLst>
                <a:tab pos="1155700" algn="l"/>
              </a:tabLst>
            </a:pPr>
            <a:r>
              <a:rPr sz="1200" spc="-10" dirty="0">
                <a:latin typeface="Times New Roman"/>
                <a:cs typeface="Times New Roman"/>
              </a:rPr>
              <a:t>Additionally,</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10" dirty="0">
                <a:latin typeface="Times New Roman"/>
                <a:cs typeface="Times New Roman"/>
              </a:rPr>
              <a:t> </a:t>
            </a:r>
            <a:r>
              <a:rPr sz="1200" b="1" dirty="0">
                <a:latin typeface="Times New Roman"/>
                <a:cs typeface="Times New Roman"/>
              </a:rPr>
              <a:t>upload</a:t>
            </a:r>
            <a:r>
              <a:rPr sz="1200" b="1" spc="-25" dirty="0">
                <a:latin typeface="Times New Roman"/>
                <a:cs typeface="Times New Roman"/>
              </a:rPr>
              <a:t> </a:t>
            </a:r>
            <a:r>
              <a:rPr sz="1200" b="1" dirty="0">
                <a:latin typeface="Times New Roman"/>
                <a:cs typeface="Times New Roman"/>
              </a:rPr>
              <a:t>files</a:t>
            </a:r>
            <a:r>
              <a:rPr sz="1200" b="1" spc="-20"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note,</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spc="-10" dirty="0">
                <a:latin typeface="Times New Roman"/>
                <a:cs typeface="Times New Roman"/>
              </a:rPr>
              <a:t>screenshots, </a:t>
            </a:r>
            <a:r>
              <a:rPr sz="1200" dirty="0">
                <a:latin typeface="Times New Roman"/>
                <a:cs typeface="Times New Roman"/>
              </a:rPr>
              <a:t>documents,</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20"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spc="-10" dirty="0">
                <a:latin typeface="Times New Roman"/>
                <a:cs typeface="Times New Roman"/>
              </a:rPr>
              <a:t>attachments,</a:t>
            </a:r>
            <a:r>
              <a:rPr sz="1200" spc="-40"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then</a:t>
            </a:r>
            <a:r>
              <a:rPr sz="1200" spc="-15" dirty="0">
                <a:latin typeface="Times New Roman"/>
                <a:cs typeface="Times New Roman"/>
              </a:rPr>
              <a:t> </a:t>
            </a:r>
            <a:r>
              <a:rPr sz="1200" dirty="0">
                <a:latin typeface="Times New Roman"/>
                <a:cs typeface="Times New Roman"/>
              </a:rPr>
              <a:t>linked</a:t>
            </a:r>
            <a:r>
              <a:rPr sz="1200" spc="-2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note.</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2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Time</a:t>
            </a:r>
            <a:r>
              <a:rPr sz="1600" b="1" spc="-40" dirty="0">
                <a:latin typeface="Times New Roman"/>
                <a:cs typeface="Times New Roman"/>
              </a:rPr>
              <a:t> </a:t>
            </a:r>
            <a:r>
              <a:rPr sz="1600" b="1" dirty="0">
                <a:latin typeface="Times New Roman"/>
                <a:cs typeface="Times New Roman"/>
              </a:rPr>
              <a:t>Spent</a:t>
            </a:r>
            <a:r>
              <a:rPr sz="1600" b="1" spc="-60" dirty="0">
                <a:latin typeface="Times New Roman"/>
                <a:cs typeface="Times New Roman"/>
              </a:rPr>
              <a:t> </a:t>
            </a:r>
            <a:r>
              <a:rPr sz="1600" b="1" spc="-20" dirty="0">
                <a:latin typeface="Times New Roman"/>
                <a:cs typeface="Times New Roman"/>
              </a:rPr>
              <a:t>Tab:</a:t>
            </a:r>
            <a:endParaRPr sz="1600">
              <a:latin typeface="Times New Roman"/>
              <a:cs typeface="Times New Roman"/>
            </a:endParaRPr>
          </a:p>
          <a:p>
            <a:pPr marL="12700">
              <a:lnSpc>
                <a:spcPct val="100000"/>
              </a:lnSpc>
              <a:spcBef>
                <a:spcPts val="88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enables</a:t>
            </a:r>
            <a:r>
              <a:rPr sz="1200" spc="-35" dirty="0">
                <a:latin typeface="Times New Roman"/>
                <a:cs typeface="Times New Roman"/>
              </a:rPr>
              <a:t> </a:t>
            </a:r>
            <a:r>
              <a:rPr sz="1200" spc="-10" dirty="0">
                <a:latin typeface="Times New Roman"/>
                <a:cs typeface="Times New Roman"/>
              </a:rPr>
              <a:t>efficient</a:t>
            </a:r>
            <a:r>
              <a:rPr sz="1200" spc="-15" dirty="0">
                <a:latin typeface="Times New Roman"/>
                <a:cs typeface="Times New Roman"/>
              </a:rPr>
              <a:t> </a:t>
            </a:r>
            <a:r>
              <a:rPr sz="1200" dirty="0">
                <a:latin typeface="Times New Roman"/>
                <a:cs typeface="Times New Roman"/>
              </a:rPr>
              <a:t>tracking</a:t>
            </a:r>
            <a:r>
              <a:rPr sz="1200" spc="-2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management</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work</a:t>
            </a:r>
            <a:r>
              <a:rPr sz="1200" spc="-40" dirty="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allowing</a:t>
            </a:r>
            <a:r>
              <a:rPr sz="1200" spc="-2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spc="-25" dirty="0">
                <a:latin typeface="Times New Roman"/>
                <a:cs typeface="Times New Roman"/>
              </a:rPr>
              <a:t>to</a:t>
            </a:r>
            <a:endParaRPr sz="1200">
              <a:latin typeface="Times New Roman"/>
              <a:cs typeface="Times New Roman"/>
            </a:endParaRPr>
          </a:p>
          <a:p>
            <a:pPr marL="12700" marR="132080">
              <a:lnSpc>
                <a:spcPts val="1500"/>
              </a:lnSpc>
              <a:spcBef>
                <a:spcPts val="40"/>
              </a:spcBef>
            </a:pPr>
            <a:r>
              <a:rPr sz="1200" dirty="0">
                <a:latin typeface="Times New Roman"/>
                <a:cs typeface="Times New Roman"/>
              </a:rPr>
              <a:t>accurately</a:t>
            </a:r>
            <a:r>
              <a:rPr sz="1200" spc="-20" dirty="0">
                <a:latin typeface="Times New Roman"/>
                <a:cs typeface="Times New Roman"/>
              </a:rPr>
              <a:t> </a:t>
            </a:r>
            <a:r>
              <a:rPr sz="1200" dirty="0">
                <a:latin typeface="Times New Roman"/>
                <a:cs typeface="Times New Roman"/>
              </a:rPr>
              <a:t>log,</a:t>
            </a:r>
            <a:r>
              <a:rPr sz="1200" spc="-15" dirty="0">
                <a:latin typeface="Times New Roman"/>
                <a:cs typeface="Times New Roman"/>
              </a:rPr>
              <a:t> </a:t>
            </a:r>
            <a:r>
              <a:rPr sz="1200" dirty="0">
                <a:latin typeface="Times New Roman"/>
                <a:cs typeface="Times New Roman"/>
              </a:rPr>
              <a:t>edit,</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review</a:t>
            </a:r>
            <a:r>
              <a:rPr sz="1200" spc="-30"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spent</a:t>
            </a:r>
            <a:r>
              <a:rPr sz="1200" spc="-3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ensuring</a:t>
            </a:r>
            <a:r>
              <a:rPr sz="1200" spc="-40" dirty="0">
                <a:latin typeface="Times New Roman"/>
                <a:cs typeface="Times New Roman"/>
              </a:rPr>
              <a:t> </a:t>
            </a:r>
            <a:r>
              <a:rPr sz="1200" spc="-10" dirty="0">
                <a:latin typeface="Times New Roman"/>
                <a:cs typeface="Times New Roman"/>
              </a:rPr>
              <a:t>accountability</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clarity</a:t>
            </a:r>
            <a:r>
              <a:rPr sz="1200" spc="-1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spc="-25" dirty="0">
                <a:latin typeface="Times New Roman"/>
                <a:cs typeface="Times New Roman"/>
              </a:rPr>
              <a:t>the </a:t>
            </a:r>
            <a:r>
              <a:rPr sz="1200" dirty="0">
                <a:latin typeface="Times New Roman"/>
                <a:cs typeface="Times New Roman"/>
              </a:rPr>
              <a:t>work</a:t>
            </a:r>
            <a:r>
              <a:rPr sz="1200" spc="-30" dirty="0">
                <a:latin typeface="Times New Roman"/>
                <a:cs typeface="Times New Roman"/>
              </a:rPr>
              <a:t> </a:t>
            </a:r>
            <a:r>
              <a:rPr sz="1200" spc="-10" dirty="0">
                <a:latin typeface="Times New Roman"/>
                <a:cs typeface="Times New Roman"/>
              </a:rPr>
              <a:t>performed.</a:t>
            </a:r>
            <a:endParaRPr sz="1200">
              <a:latin typeface="Times New Roman"/>
              <a:cs typeface="Times New Roman"/>
            </a:endParaRPr>
          </a:p>
          <a:p>
            <a:pPr marL="12700">
              <a:lnSpc>
                <a:spcPct val="100000"/>
              </a:lnSpc>
              <a:spcBef>
                <a:spcPts val="785"/>
              </a:spcBef>
            </a:pPr>
            <a:r>
              <a:rPr sz="1400" b="1" spc="-20" dirty="0">
                <a:latin typeface="Times New Roman"/>
                <a:cs typeface="Times New Roman"/>
              </a:rPr>
              <a:t>View</a:t>
            </a:r>
            <a:r>
              <a:rPr sz="1400" b="1" spc="-70" dirty="0">
                <a:latin typeface="Times New Roman"/>
                <a:cs typeface="Times New Roman"/>
              </a:rPr>
              <a:t> </a:t>
            </a:r>
            <a:r>
              <a:rPr sz="1400" b="1" dirty="0">
                <a:latin typeface="Times New Roman"/>
                <a:cs typeface="Times New Roman"/>
              </a:rPr>
              <a:t>Work</a:t>
            </a:r>
            <a:r>
              <a:rPr sz="1400" b="1" spc="-60" dirty="0">
                <a:latin typeface="Times New Roman"/>
                <a:cs typeface="Times New Roman"/>
              </a:rPr>
              <a:t> </a:t>
            </a:r>
            <a:r>
              <a:rPr sz="1400" b="1" spc="-20" dirty="0">
                <a:latin typeface="Times New Roman"/>
                <a:cs typeface="Times New Roman"/>
              </a:rPr>
              <a:t>Logs:</a:t>
            </a:r>
            <a:endParaRPr sz="1400">
              <a:latin typeface="Times New Roman"/>
              <a:cs typeface="Times New Roman"/>
            </a:endParaRPr>
          </a:p>
          <a:p>
            <a:pPr marL="698500" lvl="1" indent="-229235">
              <a:lnSpc>
                <a:spcPct val="100000"/>
              </a:lnSpc>
              <a:spcBef>
                <a:spcPts val="960"/>
              </a:spcBef>
              <a:buFont typeface="Symbol"/>
              <a:buChar char=""/>
              <a:tabLst>
                <a:tab pos="698500" algn="l"/>
              </a:tabLst>
            </a:pPr>
            <a:r>
              <a:rPr sz="1400" b="1" dirty="0">
                <a:latin typeface="Times New Roman"/>
                <a:cs typeface="Times New Roman"/>
              </a:rPr>
              <a:t>Displays</a:t>
            </a:r>
            <a:r>
              <a:rPr sz="1400" b="1" spc="-20" dirty="0">
                <a:latin typeface="Times New Roman"/>
                <a:cs typeface="Times New Roman"/>
              </a:rPr>
              <a:t> </a:t>
            </a:r>
            <a:r>
              <a:rPr sz="1400" b="1" dirty="0">
                <a:latin typeface="Times New Roman"/>
                <a:cs typeface="Times New Roman"/>
              </a:rPr>
              <a:t>a</a:t>
            </a:r>
            <a:r>
              <a:rPr sz="1400" b="1" spc="-10" dirty="0">
                <a:latin typeface="Times New Roman"/>
                <a:cs typeface="Times New Roman"/>
              </a:rPr>
              <a:t> </a:t>
            </a:r>
            <a:r>
              <a:rPr sz="1400" b="1" dirty="0">
                <a:latin typeface="Times New Roman"/>
                <a:cs typeface="Times New Roman"/>
              </a:rPr>
              <a:t>detailed</a:t>
            </a:r>
            <a:r>
              <a:rPr sz="1400" b="1" spc="-15" dirty="0">
                <a:latin typeface="Times New Roman"/>
                <a:cs typeface="Times New Roman"/>
              </a:rPr>
              <a:t> </a:t>
            </a:r>
            <a:r>
              <a:rPr sz="1400" b="1" dirty="0">
                <a:latin typeface="Times New Roman"/>
                <a:cs typeface="Times New Roman"/>
              </a:rPr>
              <a:t>log</a:t>
            </a:r>
            <a:r>
              <a:rPr sz="1400" b="1" spc="-10" dirty="0">
                <a:latin typeface="Times New Roman"/>
                <a:cs typeface="Times New Roman"/>
              </a:rPr>
              <a:t> </a:t>
            </a:r>
            <a:r>
              <a:rPr sz="1400" b="1" dirty="0">
                <a:latin typeface="Times New Roman"/>
                <a:cs typeface="Times New Roman"/>
              </a:rPr>
              <a:t>of</a:t>
            </a:r>
            <a:r>
              <a:rPr sz="1400" b="1" spc="-20" dirty="0">
                <a:latin typeface="Times New Roman"/>
                <a:cs typeface="Times New Roman"/>
              </a:rPr>
              <a:t> </a:t>
            </a:r>
            <a:r>
              <a:rPr sz="1400" b="1" dirty="0">
                <a:latin typeface="Times New Roman"/>
                <a:cs typeface="Times New Roman"/>
              </a:rPr>
              <a:t>time</a:t>
            </a:r>
            <a:r>
              <a:rPr sz="1400" b="1" spc="-15" dirty="0">
                <a:latin typeface="Times New Roman"/>
                <a:cs typeface="Times New Roman"/>
              </a:rPr>
              <a:t> </a:t>
            </a:r>
            <a:r>
              <a:rPr sz="1400" b="1" dirty="0">
                <a:latin typeface="Times New Roman"/>
                <a:cs typeface="Times New Roman"/>
              </a:rPr>
              <a:t>spent</a:t>
            </a:r>
            <a:r>
              <a:rPr sz="1400" b="1" spc="-20" dirty="0">
                <a:latin typeface="Times New Roman"/>
                <a:cs typeface="Times New Roman"/>
              </a:rPr>
              <a:t> </a:t>
            </a:r>
            <a:r>
              <a:rPr sz="1400" b="1" dirty="0">
                <a:latin typeface="Times New Roman"/>
                <a:cs typeface="Times New Roman"/>
              </a:rPr>
              <a:t>on</a:t>
            </a:r>
            <a:r>
              <a:rPr sz="1400" b="1" spc="-10" dirty="0">
                <a:latin typeface="Times New Roman"/>
                <a:cs typeface="Times New Roman"/>
              </a:rPr>
              <a:t> </a:t>
            </a:r>
            <a:r>
              <a:rPr sz="1400" b="1" dirty="0">
                <a:latin typeface="Times New Roman"/>
                <a:cs typeface="Times New Roman"/>
              </a:rPr>
              <a:t>the</a:t>
            </a:r>
            <a:r>
              <a:rPr sz="1400" b="1" spc="-15" dirty="0">
                <a:latin typeface="Times New Roman"/>
                <a:cs typeface="Times New Roman"/>
              </a:rPr>
              <a:t> </a:t>
            </a:r>
            <a:r>
              <a:rPr sz="1400" b="1" dirty="0">
                <a:latin typeface="Times New Roman"/>
                <a:cs typeface="Times New Roman"/>
              </a:rPr>
              <a:t>ticket,</a:t>
            </a:r>
            <a:r>
              <a:rPr sz="1400" b="1" spc="-5" dirty="0">
                <a:latin typeface="Times New Roman"/>
                <a:cs typeface="Times New Roman"/>
              </a:rPr>
              <a:t> </a:t>
            </a:r>
            <a:r>
              <a:rPr sz="1400" b="1" spc="-10" dirty="0">
                <a:latin typeface="Times New Roman"/>
                <a:cs typeface="Times New Roman"/>
              </a:rPr>
              <a:t>including:</a:t>
            </a:r>
            <a:endParaRPr sz="1400">
              <a:latin typeface="Times New Roman"/>
              <a:cs typeface="Times New Roman"/>
            </a:endParaRPr>
          </a:p>
          <a:p>
            <a:pPr marL="1155700" lvl="2" indent="-228600">
              <a:lnSpc>
                <a:spcPct val="100000"/>
              </a:lnSpc>
              <a:spcBef>
                <a:spcPts val="860"/>
              </a:spcBef>
              <a:buFont typeface="Courier New"/>
              <a:buChar char="o"/>
              <a:tabLst>
                <a:tab pos="1155700" algn="l"/>
              </a:tabLst>
            </a:pPr>
            <a:r>
              <a:rPr sz="1200" dirty="0">
                <a:latin typeface="Times New Roman"/>
                <a:cs typeface="Times New Roman"/>
              </a:rPr>
              <a:t>Who</a:t>
            </a:r>
            <a:r>
              <a:rPr sz="1200" spc="-20" dirty="0">
                <a:latin typeface="Times New Roman"/>
                <a:cs typeface="Times New Roman"/>
              </a:rPr>
              <a:t> </a:t>
            </a:r>
            <a:r>
              <a:rPr sz="1200" dirty="0">
                <a:latin typeface="Times New Roman"/>
                <a:cs typeface="Times New Roman"/>
              </a:rPr>
              <a:t>performed</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20" dirty="0">
                <a:latin typeface="Times New Roman"/>
                <a:cs typeface="Times New Roman"/>
              </a:rPr>
              <a:t>work?</a:t>
            </a:r>
            <a:endParaRPr sz="1200">
              <a:latin typeface="Times New Roman"/>
              <a:cs typeface="Times New Roman"/>
            </a:endParaRPr>
          </a:p>
          <a:p>
            <a:pPr marL="1155700" lvl="2" indent="-228600">
              <a:lnSpc>
                <a:spcPct val="100000"/>
              </a:lnSpc>
              <a:spcBef>
                <a:spcPts val="860"/>
              </a:spcBef>
              <a:buFont typeface="Courier New"/>
              <a:buChar char="o"/>
              <a:tabLst>
                <a:tab pos="1155700" algn="l"/>
              </a:tabLst>
            </a:pPr>
            <a:r>
              <a:rPr sz="1200" dirty="0">
                <a:latin typeface="Times New Roman"/>
                <a:cs typeface="Times New Roman"/>
              </a:rPr>
              <a:t>Duration</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10" dirty="0">
                <a:latin typeface="Times New Roman"/>
                <a:cs typeface="Times New Roman"/>
              </a:rPr>
              <a:t>hours).</a:t>
            </a:r>
            <a:endParaRPr sz="1200">
              <a:latin typeface="Times New Roman"/>
              <a:cs typeface="Times New Roman"/>
            </a:endParaRPr>
          </a:p>
          <a:p>
            <a:pPr marL="1155700" lvl="2" indent="-228600">
              <a:lnSpc>
                <a:spcPct val="100000"/>
              </a:lnSpc>
              <a:spcBef>
                <a:spcPts val="840"/>
              </a:spcBef>
              <a:buFont typeface="Courier New"/>
              <a:buChar char="o"/>
              <a:tabLst>
                <a:tab pos="1155700" algn="l"/>
              </a:tabLst>
            </a:pPr>
            <a:r>
              <a:rPr sz="1200" dirty="0">
                <a:latin typeface="Times New Roman"/>
                <a:cs typeface="Times New Roman"/>
              </a:rPr>
              <a:t>Start</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End</a:t>
            </a:r>
            <a:r>
              <a:rPr sz="1200" spc="-55" dirty="0">
                <a:latin typeface="Times New Roman"/>
                <a:cs typeface="Times New Roman"/>
              </a:rPr>
              <a:t> </a:t>
            </a:r>
            <a:r>
              <a:rPr sz="1200" spc="-10" dirty="0">
                <a:latin typeface="Times New Roman"/>
                <a:cs typeface="Times New Roman"/>
              </a:rPr>
              <a:t>Times</a:t>
            </a:r>
            <a:r>
              <a:rPr sz="1200" spc="-2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spc="-10" dirty="0">
                <a:latin typeface="Times New Roman"/>
                <a:cs typeface="Times New Roman"/>
              </a:rPr>
              <a:t>session.</a:t>
            </a:r>
            <a:endParaRPr sz="1200">
              <a:latin typeface="Times New Roman"/>
              <a:cs typeface="Times New Roman"/>
            </a:endParaRPr>
          </a:p>
          <a:p>
            <a:pPr marL="1155700" lvl="2" indent="-228600">
              <a:lnSpc>
                <a:spcPct val="100000"/>
              </a:lnSpc>
              <a:spcBef>
                <a:spcPts val="840"/>
              </a:spcBef>
              <a:buFont typeface="Courier New"/>
              <a:buChar char="o"/>
              <a:tabLst>
                <a:tab pos="1155700" algn="l"/>
              </a:tabLst>
            </a:pPr>
            <a:r>
              <a:rPr sz="1200" dirty="0">
                <a:latin typeface="Times New Roman"/>
                <a:cs typeface="Times New Roman"/>
              </a:rPr>
              <a:t>Date</a:t>
            </a:r>
            <a:r>
              <a:rPr sz="1200" spc="-25"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(e.g.,</a:t>
            </a:r>
            <a:r>
              <a:rPr sz="1200" spc="-25" dirty="0">
                <a:latin typeface="Times New Roman"/>
                <a:cs typeface="Times New Roman"/>
              </a:rPr>
              <a:t> "Today,"</a:t>
            </a:r>
            <a:r>
              <a:rPr sz="1200" spc="-40" dirty="0">
                <a:latin typeface="Times New Roman"/>
                <a:cs typeface="Times New Roman"/>
              </a:rPr>
              <a:t> </a:t>
            </a:r>
            <a:r>
              <a:rPr sz="1200" spc="-10" dirty="0">
                <a:latin typeface="Times New Roman"/>
                <a:cs typeface="Times New Roman"/>
              </a:rPr>
              <a:t>"Yesterday")</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quick</a:t>
            </a:r>
            <a:r>
              <a:rPr sz="1200" spc="-25" dirty="0">
                <a:latin typeface="Times New Roman"/>
                <a:cs typeface="Times New Roman"/>
              </a:rPr>
              <a:t> </a:t>
            </a:r>
            <a:r>
              <a:rPr sz="1200" spc="-10" dirty="0">
                <a:latin typeface="Times New Roman"/>
                <a:cs typeface="Times New Roman"/>
              </a:rPr>
              <a:t>reference.</a:t>
            </a:r>
            <a:endParaRPr sz="1200">
              <a:latin typeface="Times New Roman"/>
              <a:cs typeface="Times New Roman"/>
            </a:endParaRPr>
          </a:p>
        </p:txBody>
      </p:sp>
      <p:sp>
        <p:nvSpPr>
          <p:cNvPr id="7" name="object 7"/>
          <p:cNvSpPr txBox="1"/>
          <p:nvPr/>
        </p:nvSpPr>
        <p:spPr>
          <a:xfrm>
            <a:off x="1875154" y="8241665"/>
            <a:ext cx="4838700" cy="396240"/>
          </a:xfrm>
          <a:prstGeom prst="rect">
            <a:avLst/>
          </a:prstGeom>
        </p:spPr>
        <p:txBody>
          <a:bodyPr vert="horz" wrap="square" lIns="0" tIns="7620" rIns="0" bIns="0" rtlCol="0">
            <a:spAutoFit/>
          </a:bodyPr>
          <a:lstStyle/>
          <a:p>
            <a:pPr marL="241300" marR="5080" indent="-228600">
              <a:lnSpc>
                <a:spcPct val="102800"/>
              </a:lnSpc>
              <a:spcBef>
                <a:spcPts val="60"/>
              </a:spcBef>
              <a:buFont typeface="Courier New"/>
              <a:buChar char="o"/>
              <a:tabLst>
                <a:tab pos="241300" algn="l"/>
              </a:tabLst>
            </a:pP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entry</a:t>
            </a:r>
            <a:r>
              <a:rPr sz="1200" spc="-25" dirty="0">
                <a:latin typeface="Times New Roman"/>
                <a:cs typeface="Times New Roman"/>
              </a:rPr>
              <a:t> </a:t>
            </a:r>
            <a:r>
              <a:rPr sz="1200" dirty="0">
                <a:latin typeface="Times New Roman"/>
                <a:cs typeface="Times New Roman"/>
              </a:rPr>
              <a:t>includes</a:t>
            </a:r>
            <a:r>
              <a:rPr sz="1200" spc="-35" dirty="0">
                <a:latin typeface="Times New Roman"/>
                <a:cs typeface="Times New Roman"/>
              </a:rPr>
              <a:t> </a:t>
            </a:r>
            <a:r>
              <a:rPr sz="1200" dirty="0">
                <a:latin typeface="Times New Roman"/>
                <a:cs typeface="Times New Roman"/>
              </a:rPr>
              <a:t>an</a:t>
            </a:r>
            <a:r>
              <a:rPr sz="1200" spc="-10" dirty="0">
                <a:latin typeface="Times New Roman"/>
                <a:cs typeface="Times New Roman"/>
              </a:rPr>
              <a:t> </a:t>
            </a:r>
            <a:r>
              <a:rPr sz="1200" b="1" dirty="0">
                <a:latin typeface="Times New Roman"/>
                <a:cs typeface="Times New Roman"/>
              </a:rPr>
              <a:t>Edit</a:t>
            </a:r>
            <a:r>
              <a:rPr sz="1200" b="1" spc="-25" dirty="0">
                <a:latin typeface="Times New Roman"/>
                <a:cs typeface="Times New Roman"/>
              </a:rPr>
              <a:t> </a:t>
            </a:r>
            <a:r>
              <a:rPr sz="1200" b="1" dirty="0">
                <a:latin typeface="Times New Roman"/>
                <a:cs typeface="Times New Roman"/>
              </a:rPr>
              <a:t>and</a:t>
            </a:r>
            <a:r>
              <a:rPr sz="1200" b="1" spc="-35" dirty="0">
                <a:latin typeface="Times New Roman"/>
                <a:cs typeface="Times New Roman"/>
              </a:rPr>
              <a:t> </a:t>
            </a:r>
            <a:r>
              <a:rPr sz="1200" b="1" dirty="0">
                <a:latin typeface="Times New Roman"/>
                <a:cs typeface="Times New Roman"/>
              </a:rPr>
              <a:t>Delete</a:t>
            </a:r>
            <a:r>
              <a:rPr sz="1200" b="1" spc="-15" dirty="0">
                <a:latin typeface="Times New Roman"/>
                <a:cs typeface="Times New Roman"/>
              </a:rPr>
              <a:t> </a:t>
            </a:r>
            <a:r>
              <a:rPr sz="1200" dirty="0">
                <a:latin typeface="Times New Roman"/>
                <a:cs typeface="Times New Roman"/>
              </a:rPr>
              <a:t>option,</a:t>
            </a:r>
            <a:r>
              <a:rPr sz="1200" spc="-25" dirty="0">
                <a:latin typeface="Times New Roman"/>
                <a:cs typeface="Times New Roman"/>
              </a:rPr>
              <a:t>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update</a:t>
            </a:r>
            <a:r>
              <a:rPr sz="1200" spc="-20" dirty="0">
                <a:latin typeface="Times New Roman"/>
                <a:cs typeface="Times New Roman"/>
              </a:rPr>
              <a:t> </a:t>
            </a:r>
            <a:r>
              <a:rPr sz="1200" spc="-25" dirty="0">
                <a:latin typeface="Times New Roman"/>
                <a:cs typeface="Times New Roman"/>
              </a:rPr>
              <a:t>or </a:t>
            </a:r>
            <a:r>
              <a:rPr sz="1200" dirty="0">
                <a:latin typeface="Times New Roman"/>
                <a:cs typeface="Times New Roman"/>
              </a:rPr>
              <a:t>remove</a:t>
            </a:r>
            <a:r>
              <a:rPr sz="1200" spc="-15"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logs</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spc="-10" dirty="0">
                <a:latin typeface="Times New Roman"/>
                <a:cs typeface="Times New Roman"/>
              </a:rPr>
              <a:t>needed.</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4284522"/>
            <a:ext cx="5981065" cy="4666615"/>
            <a:chOff x="896937" y="4284522"/>
            <a:chExt cx="5981065" cy="466661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593215" y="4394223"/>
              <a:ext cx="4584827" cy="4442096"/>
            </a:xfrm>
            <a:prstGeom prst="rect">
              <a:avLst/>
            </a:prstGeom>
          </p:spPr>
        </p:pic>
        <p:sp>
          <p:nvSpPr>
            <p:cNvPr id="5" name="object 5"/>
            <p:cNvSpPr/>
            <p:nvPr/>
          </p:nvSpPr>
          <p:spPr>
            <a:xfrm>
              <a:off x="1591563" y="4286110"/>
              <a:ext cx="4588510" cy="4631690"/>
            </a:xfrm>
            <a:custGeom>
              <a:avLst/>
              <a:gdLst/>
              <a:ahLst/>
              <a:cxnLst/>
              <a:rect l="l" t="t" r="r" b="b"/>
              <a:pathLst>
                <a:path w="4588510" h="4631690">
                  <a:moveTo>
                    <a:pt x="0" y="4631689"/>
                  </a:moveTo>
                  <a:lnTo>
                    <a:pt x="4588002" y="4631689"/>
                  </a:lnTo>
                  <a:lnTo>
                    <a:pt x="4588002" y="0"/>
                  </a:lnTo>
                  <a:lnTo>
                    <a:pt x="0" y="0"/>
                  </a:lnTo>
                  <a:lnTo>
                    <a:pt x="0" y="4631689"/>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367157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1212850" marR="92075" indent="-227329">
              <a:lnSpc>
                <a:spcPct val="103600"/>
              </a:lnSpc>
              <a:buFont typeface="Courier New"/>
              <a:buChar char="o"/>
              <a:tabLst>
                <a:tab pos="1214120" algn="l"/>
              </a:tabLst>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information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securely</a:t>
            </a:r>
            <a:r>
              <a:rPr sz="1200" spc="-30" dirty="0">
                <a:latin typeface="Times New Roman"/>
                <a:cs typeface="Times New Roman"/>
              </a:rPr>
              <a:t> </a:t>
            </a:r>
            <a:r>
              <a:rPr sz="1200" dirty="0">
                <a:latin typeface="Times New Roman"/>
                <a:cs typeface="Times New Roman"/>
              </a:rPr>
              <a:t>stored</a:t>
            </a:r>
            <a:r>
              <a:rPr sz="1200" spc="-5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0" dirty="0">
                <a:latin typeface="Times New Roman"/>
                <a:cs typeface="Times New Roman"/>
              </a:rPr>
              <a:t> </a:t>
            </a:r>
            <a:r>
              <a:rPr sz="1200" dirty="0">
                <a:latin typeface="Times New Roman"/>
                <a:cs typeface="Times New Roman"/>
              </a:rPr>
              <a:t>within</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spc="-25" dirty="0">
                <a:latin typeface="Times New Roman"/>
                <a:cs typeface="Times New Roman"/>
              </a:rPr>
              <a:t>the</a:t>
            </a:r>
            <a:endParaRPr sz="1200">
              <a:latin typeface="Times New Roman"/>
              <a:cs typeface="Times New Roman"/>
            </a:endParaRPr>
          </a:p>
          <a:p>
            <a:pPr marL="1214120">
              <a:lnSpc>
                <a:spcPct val="100000"/>
              </a:lnSpc>
              <a:spcBef>
                <a:spcPts val="40"/>
              </a:spcBef>
            </a:pPr>
            <a:r>
              <a:rPr sz="1200" dirty="0">
                <a:latin typeface="Times New Roman"/>
                <a:cs typeface="Times New Roman"/>
              </a:rPr>
              <a:t>integrity</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40"/>
              </a:spcBef>
            </a:pPr>
            <a:endParaRPr sz="1200">
              <a:latin typeface="Times New Roman"/>
              <a:cs typeface="Times New Roman"/>
            </a:endParaRPr>
          </a:p>
          <a:p>
            <a:pPr marL="240029" indent="-227329">
              <a:lnSpc>
                <a:spcPct val="100000"/>
              </a:lnSpc>
              <a:spcBef>
                <a:spcPts val="5"/>
              </a:spcBef>
              <a:buFont typeface="Courier New"/>
              <a:buChar char="o"/>
              <a:tabLst>
                <a:tab pos="240029" algn="l"/>
              </a:tabLst>
            </a:pPr>
            <a:r>
              <a:rPr sz="1400" b="1" dirty="0">
                <a:latin typeface="Times New Roman"/>
                <a:cs typeface="Times New Roman"/>
              </a:rPr>
              <a:t>Add</a:t>
            </a:r>
            <a:r>
              <a:rPr sz="1400" b="1" spc="-70" dirty="0">
                <a:latin typeface="Times New Roman"/>
                <a:cs typeface="Times New Roman"/>
              </a:rPr>
              <a:t> </a:t>
            </a:r>
            <a:r>
              <a:rPr sz="1400" b="1" dirty="0">
                <a:latin typeface="Times New Roman"/>
                <a:cs typeface="Times New Roman"/>
              </a:rPr>
              <a:t>Time</a:t>
            </a:r>
            <a:r>
              <a:rPr sz="1400" b="1" spc="-40" dirty="0">
                <a:latin typeface="Times New Roman"/>
                <a:cs typeface="Times New Roman"/>
              </a:rPr>
              <a:t> </a:t>
            </a:r>
            <a:r>
              <a:rPr sz="1400" b="1" spc="-10" dirty="0">
                <a:latin typeface="Times New Roman"/>
                <a:cs typeface="Times New Roman"/>
              </a:rPr>
              <a:t>Spent</a:t>
            </a:r>
            <a:r>
              <a:rPr sz="1400" spc="-10" dirty="0">
                <a:latin typeface="Times New Roman"/>
                <a:cs typeface="Times New Roman"/>
              </a:rPr>
              <a:t>:</a:t>
            </a:r>
            <a:endParaRPr sz="1400">
              <a:latin typeface="Times New Roman"/>
              <a:cs typeface="Times New Roman"/>
            </a:endParaRPr>
          </a:p>
          <a:p>
            <a:pPr marL="1270000" marR="99060" lvl="1" indent="-228600">
              <a:lnSpc>
                <a:spcPct val="102800"/>
              </a:lnSpc>
              <a:spcBef>
                <a:spcPts val="820"/>
              </a:spcBef>
              <a:buFont typeface="Courier New"/>
              <a:buChar char="o"/>
              <a:tabLst>
                <a:tab pos="1270000" algn="l"/>
              </a:tabLst>
            </a:pP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clicking</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"Add</a:t>
            </a:r>
            <a:r>
              <a:rPr sz="1200" spc="-50"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Spent"</a:t>
            </a:r>
            <a:r>
              <a:rPr sz="1200" spc="-3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form</a:t>
            </a:r>
            <a:r>
              <a:rPr sz="1200" spc="-20"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spc="-25" dirty="0">
                <a:latin typeface="Times New Roman"/>
                <a:cs typeface="Times New Roman"/>
              </a:rPr>
              <a:t>can </a:t>
            </a:r>
            <a:r>
              <a:rPr sz="1200" dirty="0">
                <a:latin typeface="Times New Roman"/>
                <a:cs typeface="Times New Roman"/>
              </a:rPr>
              <a:t>enter</a:t>
            </a:r>
            <a:r>
              <a:rPr sz="1200" spc="-40" dirty="0">
                <a:latin typeface="Times New Roman"/>
                <a:cs typeface="Times New Roman"/>
              </a:rPr>
              <a:t> </a:t>
            </a:r>
            <a:r>
              <a:rPr sz="1200" dirty="0">
                <a:latin typeface="Times New Roman"/>
                <a:cs typeface="Times New Roman"/>
              </a:rPr>
              <a:t>specific</a:t>
            </a:r>
            <a:r>
              <a:rPr sz="1200" spc="-3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a:p>
            <a:pPr marL="1328420" lvl="2" indent="-228600">
              <a:lnSpc>
                <a:spcPct val="100000"/>
              </a:lnSpc>
              <a:spcBef>
                <a:spcPts val="840"/>
              </a:spcBef>
              <a:buFont typeface="Courier New"/>
              <a:buChar char="o"/>
              <a:tabLst>
                <a:tab pos="1328420" algn="l"/>
              </a:tabLst>
            </a:pPr>
            <a:r>
              <a:rPr sz="1200" b="1" dirty="0">
                <a:latin typeface="Times New Roman"/>
                <a:cs typeface="Times New Roman"/>
              </a:rPr>
              <a:t>Start</a:t>
            </a:r>
            <a:r>
              <a:rPr sz="1200" b="1" spc="-45" dirty="0">
                <a:latin typeface="Times New Roman"/>
                <a:cs typeface="Times New Roman"/>
              </a:rPr>
              <a:t> </a:t>
            </a:r>
            <a:r>
              <a:rPr sz="1200" b="1" dirty="0">
                <a:latin typeface="Times New Roman"/>
                <a:cs typeface="Times New Roman"/>
              </a:rPr>
              <a:t>Time</a:t>
            </a:r>
            <a:r>
              <a:rPr sz="1200" b="1" spc="-1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b="1" dirty="0">
                <a:latin typeface="Times New Roman"/>
                <a:cs typeface="Times New Roman"/>
              </a:rPr>
              <a:t>End</a:t>
            </a:r>
            <a:r>
              <a:rPr sz="1200" b="1" spc="-50" dirty="0">
                <a:latin typeface="Times New Roman"/>
                <a:cs typeface="Times New Roman"/>
              </a:rPr>
              <a:t> </a:t>
            </a:r>
            <a:r>
              <a:rPr sz="1200" b="1" dirty="0">
                <a:latin typeface="Times New Roman"/>
                <a:cs typeface="Times New Roman"/>
              </a:rPr>
              <a:t>Time</a:t>
            </a:r>
            <a:r>
              <a:rPr sz="1200" b="1" spc="-15"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work</a:t>
            </a:r>
            <a:r>
              <a:rPr sz="1200" spc="-25" dirty="0">
                <a:latin typeface="Times New Roman"/>
                <a:cs typeface="Times New Roman"/>
              </a:rPr>
              <a:t> </a:t>
            </a:r>
            <a:r>
              <a:rPr sz="1200" spc="-10" dirty="0">
                <a:latin typeface="Times New Roman"/>
                <a:cs typeface="Times New Roman"/>
              </a:rPr>
              <a:t>session.</a:t>
            </a:r>
            <a:endParaRPr sz="1200">
              <a:latin typeface="Times New Roman"/>
              <a:cs typeface="Times New Roman"/>
            </a:endParaRPr>
          </a:p>
          <a:p>
            <a:pPr marL="1328420" marR="15875" lvl="2" indent="-228600">
              <a:lnSpc>
                <a:spcPct val="102899"/>
              </a:lnSpc>
              <a:spcBef>
                <a:spcPts val="815"/>
              </a:spcBef>
              <a:buFont typeface="Courier New"/>
              <a:buChar char="o"/>
              <a:tabLst>
                <a:tab pos="1328420" algn="l"/>
              </a:tabLst>
            </a:pPr>
            <a:r>
              <a:rPr sz="1200" b="1" dirty="0">
                <a:latin typeface="Times New Roman"/>
                <a:cs typeface="Times New Roman"/>
              </a:rPr>
              <a:t>Description</a:t>
            </a:r>
            <a:r>
              <a:rPr sz="1200" b="1"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work</a:t>
            </a:r>
            <a:r>
              <a:rPr sz="1200" spc="-30" dirty="0">
                <a:latin typeface="Times New Roman"/>
                <a:cs typeface="Times New Roman"/>
              </a:rPr>
              <a:t> </a:t>
            </a:r>
            <a:r>
              <a:rPr sz="1200" dirty="0">
                <a:latin typeface="Times New Roman"/>
                <a:cs typeface="Times New Roman"/>
              </a:rPr>
              <a:t>performed,</a:t>
            </a:r>
            <a:r>
              <a:rPr sz="1200" spc="-30" dirty="0">
                <a:latin typeface="Times New Roman"/>
                <a:cs typeface="Times New Roman"/>
              </a:rPr>
              <a:t> </a:t>
            </a:r>
            <a:r>
              <a:rPr sz="1200" dirty="0">
                <a:latin typeface="Times New Roman"/>
                <a:cs typeface="Times New Roman"/>
              </a:rPr>
              <a:t>providing</a:t>
            </a:r>
            <a:r>
              <a:rPr sz="1200" spc="-30" dirty="0">
                <a:latin typeface="Times New Roman"/>
                <a:cs typeface="Times New Roman"/>
              </a:rPr>
              <a:t> </a:t>
            </a:r>
            <a:r>
              <a:rPr sz="1200" dirty="0">
                <a:latin typeface="Times New Roman"/>
                <a:cs typeface="Times New Roman"/>
              </a:rPr>
              <a:t>context</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about</a:t>
            </a:r>
            <a:r>
              <a:rPr sz="1200" spc="-50" dirty="0">
                <a:latin typeface="Times New Roman"/>
                <a:cs typeface="Times New Roman"/>
              </a:rPr>
              <a:t> </a:t>
            </a:r>
            <a:r>
              <a:rPr sz="1200" spc="-25" dirty="0">
                <a:latin typeface="Times New Roman"/>
                <a:cs typeface="Times New Roman"/>
              </a:rPr>
              <a:t>the </a:t>
            </a:r>
            <a:r>
              <a:rPr sz="1200" dirty="0">
                <a:latin typeface="Times New Roman"/>
                <a:cs typeface="Times New Roman"/>
              </a:rPr>
              <a:t>tasks</a:t>
            </a:r>
            <a:r>
              <a:rPr sz="1200" spc="-30" dirty="0">
                <a:latin typeface="Times New Roman"/>
                <a:cs typeface="Times New Roman"/>
              </a:rPr>
              <a:t> </a:t>
            </a:r>
            <a:r>
              <a:rPr sz="1200" spc="-10" dirty="0">
                <a:latin typeface="Times New Roman"/>
                <a:cs typeface="Times New Roman"/>
              </a:rPr>
              <a:t>completed.</a:t>
            </a:r>
            <a:endParaRPr sz="1200">
              <a:latin typeface="Times New Roman"/>
              <a:cs typeface="Times New Roman"/>
            </a:endParaRPr>
          </a:p>
          <a:p>
            <a:pPr marL="1268730" marR="36195" lvl="2" indent="-227329">
              <a:lnSpc>
                <a:spcPct val="103600"/>
              </a:lnSpc>
              <a:spcBef>
                <a:spcPts val="800"/>
              </a:spcBef>
              <a:buFont typeface="Courier New"/>
              <a:buChar char="o"/>
              <a:tabLst>
                <a:tab pos="1270000" algn="l"/>
              </a:tabLst>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information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securely</a:t>
            </a:r>
            <a:r>
              <a:rPr sz="1200" spc="-30" dirty="0">
                <a:latin typeface="Times New Roman"/>
                <a:cs typeface="Times New Roman"/>
              </a:rPr>
              <a:t> </a:t>
            </a:r>
            <a:r>
              <a:rPr sz="1200" dirty="0">
                <a:latin typeface="Times New Roman"/>
                <a:cs typeface="Times New Roman"/>
              </a:rPr>
              <a:t>stored</a:t>
            </a:r>
            <a:r>
              <a:rPr sz="1200" spc="-5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0" dirty="0">
                <a:latin typeface="Times New Roman"/>
                <a:cs typeface="Times New Roman"/>
              </a:rPr>
              <a:t> </a:t>
            </a:r>
            <a:r>
              <a:rPr sz="1200" dirty="0">
                <a:latin typeface="Times New Roman"/>
                <a:cs typeface="Times New Roman"/>
              </a:rPr>
              <a:t>within</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spc="-25" dirty="0">
                <a:latin typeface="Times New Roman"/>
                <a:cs typeface="Times New Roman"/>
              </a:rPr>
              <a:t>the</a:t>
            </a:r>
            <a:endParaRPr sz="1200">
              <a:latin typeface="Times New Roman"/>
              <a:cs typeface="Times New Roman"/>
            </a:endParaRPr>
          </a:p>
          <a:p>
            <a:pPr marL="1270000">
              <a:lnSpc>
                <a:spcPct val="100000"/>
              </a:lnSpc>
              <a:spcBef>
                <a:spcPts val="40"/>
              </a:spcBef>
            </a:pPr>
            <a:r>
              <a:rPr sz="1200" dirty="0">
                <a:latin typeface="Times New Roman"/>
                <a:cs typeface="Times New Roman"/>
              </a:rPr>
              <a:t>integrity</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235773"/>
            <a:ext cx="5981065" cy="7715250"/>
            <a:chOff x="896937" y="1235773"/>
            <a:chExt cx="5981065" cy="771525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419225" y="1392780"/>
              <a:ext cx="4924933" cy="4753657"/>
            </a:xfrm>
            <a:prstGeom prst="rect">
              <a:avLst/>
            </a:prstGeom>
          </p:spPr>
        </p:pic>
        <p:sp>
          <p:nvSpPr>
            <p:cNvPr id="6" name="object 6"/>
            <p:cNvSpPr/>
            <p:nvPr/>
          </p:nvSpPr>
          <p:spPr>
            <a:xfrm>
              <a:off x="1417701" y="1237361"/>
              <a:ext cx="4928235" cy="5013325"/>
            </a:xfrm>
            <a:custGeom>
              <a:avLst/>
              <a:gdLst/>
              <a:ahLst/>
              <a:cxnLst/>
              <a:rect l="l" t="t" r="r" b="b"/>
              <a:pathLst>
                <a:path w="4928235" h="5013325">
                  <a:moveTo>
                    <a:pt x="0" y="5013324"/>
                  </a:moveTo>
                  <a:lnTo>
                    <a:pt x="4928108" y="5013324"/>
                  </a:lnTo>
                  <a:lnTo>
                    <a:pt x="4928108" y="0"/>
                  </a:lnTo>
                  <a:lnTo>
                    <a:pt x="0" y="0"/>
                  </a:lnTo>
                  <a:lnTo>
                    <a:pt x="0" y="5013324"/>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875154" y="891793"/>
            <a:ext cx="1205865" cy="238760"/>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Edit</a:t>
            </a:r>
            <a:r>
              <a:rPr sz="1400" b="1" spc="-20" dirty="0">
                <a:latin typeface="Times New Roman"/>
                <a:cs typeface="Times New Roman"/>
              </a:rPr>
              <a:t> </a:t>
            </a:r>
            <a:r>
              <a:rPr sz="1400" b="1" spc="-10" dirty="0">
                <a:latin typeface="Times New Roman"/>
                <a:cs typeface="Times New Roman"/>
              </a:rPr>
              <a:t>Option</a:t>
            </a:r>
            <a:r>
              <a:rPr sz="1400" spc="-10" dirty="0">
                <a:latin typeface="Times New Roman"/>
                <a:cs typeface="Times New Roman"/>
              </a:rPr>
              <a:t>:</a:t>
            </a:r>
            <a:endParaRPr sz="1400">
              <a:latin typeface="Times New Roman"/>
              <a:cs typeface="Times New Roman"/>
            </a:endParaRPr>
          </a:p>
        </p:txBody>
      </p:sp>
      <p:sp>
        <p:nvSpPr>
          <p:cNvPr id="8" name="object 8"/>
          <p:cNvSpPr txBox="1"/>
          <p:nvPr/>
        </p:nvSpPr>
        <p:spPr>
          <a:xfrm>
            <a:off x="1359153" y="6707123"/>
            <a:ext cx="5499735" cy="2091689"/>
          </a:xfrm>
          <a:prstGeom prst="rect">
            <a:avLst/>
          </a:prstGeom>
        </p:spPr>
        <p:txBody>
          <a:bodyPr vert="horz" wrap="square" lIns="0" tIns="10160" rIns="0" bIns="0" rtlCol="0">
            <a:spAutoFit/>
          </a:bodyPr>
          <a:lstStyle/>
          <a:p>
            <a:pPr marL="241300" marR="227965" indent="-229235">
              <a:lnSpc>
                <a:spcPct val="101400"/>
              </a:lnSpc>
              <a:spcBef>
                <a:spcPts val="80"/>
              </a:spcBef>
              <a:buFont typeface="Symbol"/>
              <a:buChar char=""/>
              <a:tabLst>
                <a:tab pos="241300" algn="l"/>
              </a:tabLst>
            </a:pP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wants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edit</a:t>
            </a:r>
            <a:r>
              <a:rPr sz="1200" spc="-15" dirty="0">
                <a:latin typeface="Times New Roman"/>
                <a:cs typeface="Times New Roman"/>
              </a:rPr>
              <a:t> </a:t>
            </a:r>
            <a:r>
              <a:rPr sz="1200" dirty="0">
                <a:latin typeface="Times New Roman"/>
                <a:cs typeface="Times New Roman"/>
              </a:rPr>
              <a:t>an</a:t>
            </a:r>
            <a:r>
              <a:rPr sz="1200" spc="-45" dirty="0">
                <a:latin typeface="Times New Roman"/>
                <a:cs typeface="Times New Roman"/>
              </a:rPr>
              <a:t> </a:t>
            </a:r>
            <a:r>
              <a:rPr sz="1200" dirty="0">
                <a:latin typeface="Times New Roman"/>
                <a:cs typeface="Times New Roman"/>
              </a:rPr>
              <a:t>existing</a:t>
            </a:r>
            <a:r>
              <a:rPr sz="1200" spc="-40"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spc="-10" dirty="0">
                <a:latin typeface="Times New Roman"/>
                <a:cs typeface="Times New Roman"/>
              </a:rPr>
              <a:t>entry,</a:t>
            </a:r>
            <a:r>
              <a:rPr sz="1200" spc="-20" dirty="0">
                <a:latin typeface="Times New Roman"/>
                <a:cs typeface="Times New Roman"/>
              </a:rPr>
              <a:t> </a:t>
            </a:r>
            <a:r>
              <a:rPr sz="1200" dirty="0">
                <a:latin typeface="Times New Roman"/>
                <a:cs typeface="Times New Roman"/>
              </a:rPr>
              <a:t>they</a:t>
            </a:r>
            <a:r>
              <a:rPr sz="1200" spc="-20"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click</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Edit</a:t>
            </a:r>
            <a:r>
              <a:rPr sz="1200" b="1" spc="-20" dirty="0">
                <a:latin typeface="Times New Roman"/>
                <a:cs typeface="Times New Roman"/>
              </a:rPr>
              <a:t> </a:t>
            </a:r>
            <a:r>
              <a:rPr sz="1200" dirty="0">
                <a:latin typeface="Times New Roman"/>
                <a:cs typeface="Times New Roman"/>
              </a:rPr>
              <a:t>button</a:t>
            </a:r>
            <a:r>
              <a:rPr sz="1200" spc="-20" dirty="0">
                <a:latin typeface="Times New Roman"/>
                <a:cs typeface="Times New Roman"/>
              </a:rPr>
              <a:t> </a:t>
            </a:r>
            <a:r>
              <a:rPr sz="1200" dirty="0">
                <a:latin typeface="Times New Roman"/>
                <a:cs typeface="Times New Roman"/>
              </a:rPr>
              <a:t>next</a:t>
            </a:r>
            <a:r>
              <a:rPr sz="1200" spc="-15" dirty="0">
                <a:latin typeface="Times New Roman"/>
                <a:cs typeface="Times New Roman"/>
              </a:rPr>
              <a:t> </a:t>
            </a:r>
            <a:r>
              <a:rPr sz="1200" spc="-25" dirty="0">
                <a:latin typeface="Times New Roman"/>
                <a:cs typeface="Times New Roman"/>
              </a:rPr>
              <a:t>to </a:t>
            </a:r>
            <a:r>
              <a:rPr sz="1200" dirty="0">
                <a:latin typeface="Times New Roman"/>
                <a:cs typeface="Times New Roman"/>
              </a:rPr>
              <a:t>that</a:t>
            </a:r>
            <a:r>
              <a:rPr sz="1200" spc="-10" dirty="0">
                <a:latin typeface="Times New Roman"/>
                <a:cs typeface="Times New Roman"/>
              </a:rPr>
              <a:t> entry.</a:t>
            </a:r>
            <a:endParaRPr sz="1200">
              <a:latin typeface="Times New Roman"/>
              <a:cs typeface="Times New Roman"/>
            </a:endParaRPr>
          </a:p>
          <a:p>
            <a:pPr marL="241300" marR="5080" indent="-229235">
              <a:lnSpc>
                <a:spcPct val="102800"/>
              </a:lnSpc>
              <a:spcBef>
                <a:spcPts val="919"/>
              </a:spcBef>
              <a:buFont typeface="Symbol"/>
              <a:buChar char=""/>
              <a:tabLst>
                <a:tab pos="241300" algn="l"/>
              </a:tabLst>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action</a:t>
            </a:r>
            <a:r>
              <a:rPr sz="1200" spc="-20" dirty="0">
                <a:latin typeface="Times New Roman"/>
                <a:cs typeface="Times New Roman"/>
              </a:rPr>
              <a:t> </a:t>
            </a:r>
            <a:r>
              <a:rPr sz="1200" dirty="0">
                <a:latin typeface="Times New Roman"/>
                <a:cs typeface="Times New Roman"/>
              </a:rPr>
              <a:t>opens</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form</a:t>
            </a:r>
            <a:r>
              <a:rPr sz="1200" spc="-35" dirty="0">
                <a:latin typeface="Times New Roman"/>
                <a:cs typeface="Times New Roman"/>
              </a:rPr>
              <a:t> </a:t>
            </a:r>
            <a:r>
              <a:rPr sz="1200" dirty="0">
                <a:latin typeface="Times New Roman"/>
                <a:cs typeface="Times New Roman"/>
              </a:rPr>
              <a:t>allowing</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modify</a:t>
            </a:r>
            <a:r>
              <a:rPr sz="1200" spc="-20"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5" dirty="0">
                <a:latin typeface="Times New Roman"/>
                <a:cs typeface="Times New Roman"/>
              </a:rPr>
              <a:t> </a:t>
            </a:r>
            <a:r>
              <a:rPr sz="1200" b="1" dirty="0">
                <a:latin typeface="Times New Roman"/>
                <a:cs typeface="Times New Roman"/>
              </a:rPr>
              <a:t>Start</a:t>
            </a:r>
            <a:r>
              <a:rPr sz="1200" b="1" spc="-40" dirty="0">
                <a:latin typeface="Times New Roman"/>
                <a:cs typeface="Times New Roman"/>
              </a:rPr>
              <a:t> </a:t>
            </a:r>
            <a:r>
              <a:rPr sz="1200" b="1" dirty="0">
                <a:latin typeface="Times New Roman"/>
                <a:cs typeface="Times New Roman"/>
              </a:rPr>
              <a:t>Time</a:t>
            </a:r>
            <a:r>
              <a:rPr sz="1200" dirty="0">
                <a:latin typeface="Times New Roman"/>
                <a:cs typeface="Times New Roman"/>
              </a:rPr>
              <a:t>,</a:t>
            </a:r>
            <a:r>
              <a:rPr sz="1200" spc="-20" dirty="0">
                <a:latin typeface="Times New Roman"/>
                <a:cs typeface="Times New Roman"/>
              </a:rPr>
              <a:t> </a:t>
            </a:r>
            <a:r>
              <a:rPr sz="1200" b="1" spc="-25" dirty="0">
                <a:latin typeface="Times New Roman"/>
                <a:cs typeface="Times New Roman"/>
              </a:rPr>
              <a:t>End </a:t>
            </a:r>
            <a:r>
              <a:rPr sz="1200" b="1" dirty="0">
                <a:latin typeface="Times New Roman"/>
                <a:cs typeface="Times New Roman"/>
              </a:rPr>
              <a:t>Time</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b="1" dirty="0">
                <a:latin typeface="Times New Roman"/>
                <a:cs typeface="Times New Roman"/>
              </a:rPr>
              <a:t>Description</a:t>
            </a:r>
            <a:r>
              <a:rPr sz="1200" b="1"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work</a:t>
            </a:r>
            <a:r>
              <a:rPr sz="1200" spc="-25" dirty="0">
                <a:latin typeface="Times New Roman"/>
                <a:cs typeface="Times New Roman"/>
              </a:rPr>
              <a:t> </a:t>
            </a:r>
            <a:r>
              <a:rPr sz="1200" spc="-10" dirty="0">
                <a:latin typeface="Times New Roman"/>
                <a:cs typeface="Times New Roman"/>
              </a:rPr>
              <a:t>performed.</a:t>
            </a:r>
            <a:endParaRPr sz="1200">
              <a:latin typeface="Times New Roman"/>
              <a:cs typeface="Times New Roman"/>
            </a:endParaRPr>
          </a:p>
          <a:p>
            <a:pPr marL="241300" marR="530225" indent="-229235">
              <a:lnSpc>
                <a:spcPct val="102800"/>
              </a:lnSpc>
              <a:spcBef>
                <a:spcPts val="900"/>
              </a:spcBef>
              <a:buFont typeface="Symbol"/>
              <a:buChar char=""/>
              <a:tabLst>
                <a:tab pos="241300" algn="l"/>
              </a:tabLst>
            </a:pPr>
            <a:r>
              <a:rPr sz="1200" dirty="0">
                <a:latin typeface="Times New Roman"/>
                <a:cs typeface="Times New Roman"/>
              </a:rPr>
              <a:t>Once</a:t>
            </a:r>
            <a:r>
              <a:rPr sz="1200" spc="-25" dirty="0">
                <a:latin typeface="Times New Roman"/>
                <a:cs typeface="Times New Roman"/>
              </a:rPr>
              <a:t> </a:t>
            </a:r>
            <a:r>
              <a:rPr sz="1200" dirty="0">
                <a:latin typeface="Times New Roman"/>
                <a:cs typeface="Times New Roman"/>
              </a:rPr>
              <a:t>changes</a:t>
            </a:r>
            <a:r>
              <a:rPr sz="1200" spc="-3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made,</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updated</a:t>
            </a:r>
            <a:r>
              <a:rPr sz="1200" spc="-25" dirty="0">
                <a:latin typeface="Times New Roman"/>
                <a:cs typeface="Times New Roman"/>
              </a:rPr>
              <a:t> </a:t>
            </a:r>
            <a:r>
              <a:rPr sz="1200" dirty="0">
                <a:latin typeface="Times New Roman"/>
                <a:cs typeface="Times New Roman"/>
              </a:rPr>
              <a:t>information</a:t>
            </a:r>
            <a:r>
              <a:rPr sz="1200" spc="-5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saved,</a:t>
            </a:r>
            <a:r>
              <a:rPr sz="1200" spc="-30" dirty="0">
                <a:latin typeface="Times New Roman"/>
                <a:cs typeface="Times New Roman"/>
              </a:rPr>
              <a:t> </a:t>
            </a:r>
            <a:r>
              <a:rPr sz="1200" dirty="0">
                <a:latin typeface="Times New Roman"/>
                <a:cs typeface="Times New Roman"/>
              </a:rPr>
              <a:t>providing</a:t>
            </a:r>
            <a:r>
              <a:rPr sz="1200" spc="-50" dirty="0">
                <a:latin typeface="Times New Roman"/>
                <a:cs typeface="Times New Roman"/>
              </a:rPr>
              <a:t> </a:t>
            </a:r>
            <a:r>
              <a:rPr sz="1200" spc="-10" dirty="0">
                <a:latin typeface="Times New Roman"/>
                <a:cs typeface="Times New Roman"/>
              </a:rPr>
              <a:t>accurate </a:t>
            </a:r>
            <a:r>
              <a:rPr sz="1200" dirty="0">
                <a:latin typeface="Times New Roman"/>
                <a:cs typeface="Times New Roman"/>
              </a:rPr>
              <a:t>tracking</a:t>
            </a:r>
            <a:r>
              <a:rPr sz="1200" spc="-1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tasks.</a:t>
            </a:r>
            <a:endParaRPr sz="1200">
              <a:latin typeface="Times New Roman"/>
              <a:cs typeface="Times New Roman"/>
            </a:endParaRPr>
          </a:p>
          <a:p>
            <a:pPr marL="241300" marR="347980" indent="-229235">
              <a:lnSpc>
                <a:spcPct val="104000"/>
              </a:lnSpc>
              <a:spcBef>
                <a:spcPts val="875"/>
              </a:spcBef>
              <a:buFont typeface="Symbol"/>
              <a:buChar char=""/>
              <a:tabLst>
                <a:tab pos="241300" algn="l"/>
              </a:tabLst>
            </a:pPr>
            <a:r>
              <a:rPr sz="1400" b="1" dirty="0">
                <a:latin typeface="Times New Roman"/>
                <a:cs typeface="Times New Roman"/>
              </a:rPr>
              <a:t>Edit</a:t>
            </a:r>
            <a:r>
              <a:rPr sz="1400" b="1" spc="-25" dirty="0">
                <a:latin typeface="Times New Roman"/>
                <a:cs typeface="Times New Roman"/>
              </a:rPr>
              <a:t> </a:t>
            </a:r>
            <a:r>
              <a:rPr sz="1400" b="1" dirty="0">
                <a:latin typeface="Times New Roman"/>
                <a:cs typeface="Times New Roman"/>
              </a:rPr>
              <a:t>Details:</a:t>
            </a:r>
            <a:r>
              <a:rPr sz="1400" b="1" spc="-2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spc="-25" dirty="0">
                <a:latin typeface="Times New Roman"/>
                <a:cs typeface="Times New Roman"/>
              </a:rPr>
              <a:t>are </a:t>
            </a:r>
            <a:r>
              <a:rPr sz="1200" dirty="0">
                <a:latin typeface="Times New Roman"/>
                <a:cs typeface="Times New Roman"/>
              </a:rPr>
              <a:t>securely</a:t>
            </a:r>
            <a:r>
              <a:rPr sz="1200" spc="-35" dirty="0">
                <a:latin typeface="Times New Roman"/>
                <a:cs typeface="Times New Roman"/>
              </a:rPr>
              <a:t> </a:t>
            </a:r>
            <a:r>
              <a:rPr sz="1200" dirty="0">
                <a:latin typeface="Times New Roman"/>
                <a:cs typeface="Times New Roman"/>
              </a:rPr>
              <a:t>stored</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5"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safeguarding</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5" dirty="0">
                <a:latin typeface="Times New Roman"/>
                <a:cs typeface="Times New Roman"/>
              </a:rPr>
              <a:t> </a:t>
            </a:r>
            <a:r>
              <a:rPr sz="1200" spc="-25" dirty="0">
                <a:latin typeface="Times New Roman"/>
                <a:cs typeface="Times New Roman"/>
              </a:rPr>
              <a:t>and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1214373"/>
            <a:ext cx="5811520" cy="1031875"/>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Delete</a:t>
            </a:r>
            <a:r>
              <a:rPr sz="1400" b="1" spc="-45" dirty="0">
                <a:latin typeface="Times New Roman"/>
                <a:cs typeface="Times New Roman"/>
              </a:rPr>
              <a:t> </a:t>
            </a:r>
            <a:r>
              <a:rPr sz="1400" b="1" spc="-10" dirty="0">
                <a:latin typeface="Times New Roman"/>
                <a:cs typeface="Times New Roman"/>
              </a:rPr>
              <a:t>Option:</a:t>
            </a:r>
            <a:endParaRPr sz="1400">
              <a:latin typeface="Times New Roman"/>
              <a:cs typeface="Times New Roman"/>
            </a:endParaRPr>
          </a:p>
          <a:p>
            <a:pPr marL="469265" lvl="1" indent="-227965">
              <a:lnSpc>
                <a:spcPct val="100000"/>
              </a:lnSpc>
              <a:spcBef>
                <a:spcPts val="960"/>
              </a:spcBef>
              <a:buFont typeface="Symbol"/>
              <a:buChar char=""/>
              <a:tabLst>
                <a:tab pos="469265" algn="l"/>
              </a:tabLst>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needs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delete</a:t>
            </a:r>
            <a:r>
              <a:rPr sz="1200" spc="-20"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spc="-10" dirty="0">
                <a:latin typeface="Times New Roman"/>
                <a:cs typeface="Times New Roman"/>
              </a:rPr>
              <a:t>entry,</a:t>
            </a:r>
            <a:r>
              <a:rPr sz="1200" spc="-2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click</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Delete</a:t>
            </a:r>
            <a:r>
              <a:rPr sz="1200" spc="-1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next</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5" dirty="0">
                <a:latin typeface="Times New Roman"/>
                <a:cs typeface="Times New Roman"/>
              </a:rPr>
              <a:t>it.</a:t>
            </a:r>
            <a:endParaRPr sz="1200">
              <a:latin typeface="Times New Roman"/>
              <a:cs typeface="Times New Roman"/>
            </a:endParaRPr>
          </a:p>
          <a:p>
            <a:pPr marL="469265" marR="5080" lvl="1" indent="-228600">
              <a:lnSpc>
                <a:spcPct val="102800"/>
              </a:lnSpc>
              <a:spcBef>
                <a:spcPts val="880"/>
              </a:spcBef>
              <a:buFont typeface="Symbol"/>
              <a:buChar char=""/>
              <a:tabLst>
                <a:tab pos="469265" algn="l"/>
              </a:tabLst>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action</a:t>
            </a:r>
            <a:r>
              <a:rPr sz="1200" spc="-30" dirty="0">
                <a:latin typeface="Times New Roman"/>
                <a:cs typeface="Times New Roman"/>
              </a:rPr>
              <a:t> </a:t>
            </a:r>
            <a:r>
              <a:rPr sz="1200" dirty="0">
                <a:latin typeface="Times New Roman"/>
                <a:cs typeface="Times New Roman"/>
              </a:rPr>
              <a:t>permanently</a:t>
            </a:r>
            <a:r>
              <a:rPr sz="1200" spc="-30" dirty="0">
                <a:latin typeface="Times New Roman"/>
                <a:cs typeface="Times New Roman"/>
              </a:rPr>
              <a:t> </a:t>
            </a:r>
            <a:r>
              <a:rPr sz="1200" dirty="0">
                <a:latin typeface="Times New Roman"/>
                <a:cs typeface="Times New Roman"/>
              </a:rPr>
              <a:t>removes</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selected</a:t>
            </a:r>
            <a:r>
              <a:rPr sz="1200" spc="-30" dirty="0">
                <a:latin typeface="Times New Roman"/>
                <a:cs typeface="Times New Roman"/>
              </a:rPr>
              <a:t> </a:t>
            </a:r>
            <a:r>
              <a:rPr sz="1200" dirty="0">
                <a:latin typeface="Times New Roman"/>
                <a:cs typeface="Times New Roman"/>
              </a:rPr>
              <a:t>time</a:t>
            </a:r>
            <a:r>
              <a:rPr sz="1200" spc="-40" dirty="0">
                <a:latin typeface="Times New Roman"/>
                <a:cs typeface="Times New Roman"/>
              </a:rPr>
              <a:t> </a:t>
            </a:r>
            <a:r>
              <a:rPr sz="1200" dirty="0">
                <a:latin typeface="Times New Roman"/>
                <a:cs typeface="Times New Roman"/>
              </a:rPr>
              <a:t>log</a:t>
            </a:r>
            <a:r>
              <a:rPr sz="1200" spc="-30"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record,</a:t>
            </a:r>
            <a:r>
              <a:rPr sz="1200" spc="-30" dirty="0">
                <a:latin typeface="Times New Roman"/>
                <a:cs typeface="Times New Roman"/>
              </a:rPr>
              <a:t> </a:t>
            </a:r>
            <a:r>
              <a:rPr sz="1200" dirty="0">
                <a:latin typeface="Times New Roman"/>
                <a:cs typeface="Times New Roman"/>
              </a:rPr>
              <a:t>helping</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0" dirty="0">
                <a:latin typeface="Times New Roman"/>
                <a:cs typeface="Times New Roman"/>
              </a:rPr>
              <a:t>keep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log</a:t>
            </a:r>
            <a:r>
              <a:rPr sz="1200" spc="-55" dirty="0">
                <a:latin typeface="Times New Roman"/>
                <a:cs typeface="Times New Roman"/>
              </a:rPr>
              <a:t> </a:t>
            </a:r>
            <a:r>
              <a:rPr sz="1200" dirty="0">
                <a:latin typeface="Times New Roman"/>
                <a:cs typeface="Times New Roman"/>
              </a:rPr>
              <a:t>accurate</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relevant</a:t>
            </a:r>
            <a:r>
              <a:rPr sz="1200" spc="-25"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eliminating</a:t>
            </a:r>
            <a:r>
              <a:rPr sz="1200" spc="-30" dirty="0">
                <a:latin typeface="Times New Roman"/>
                <a:cs typeface="Times New Roman"/>
              </a:rPr>
              <a:t> </a:t>
            </a:r>
            <a:r>
              <a:rPr sz="1200" dirty="0">
                <a:latin typeface="Times New Roman"/>
                <a:cs typeface="Times New Roman"/>
              </a:rPr>
              <a:t>unnecessary</a:t>
            </a:r>
            <a:r>
              <a:rPr sz="1200" spc="-30"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dirty="0">
                <a:latin typeface="Times New Roman"/>
                <a:cs typeface="Times New Roman"/>
              </a:rPr>
              <a:t>incorrect</a:t>
            </a:r>
            <a:r>
              <a:rPr sz="1200" spc="-30" dirty="0">
                <a:latin typeface="Times New Roman"/>
                <a:cs typeface="Times New Roman"/>
              </a:rPr>
              <a:t> </a:t>
            </a:r>
            <a:r>
              <a:rPr sz="1200" spc="-10" dirty="0">
                <a:latin typeface="Times New Roman"/>
                <a:cs typeface="Times New Roman"/>
              </a:rPr>
              <a:t>entries.</a:t>
            </a:r>
            <a:endParaRPr sz="1200">
              <a:latin typeface="Times New Roman"/>
              <a:cs typeface="Times New Roman"/>
            </a:endParaRPr>
          </a:p>
        </p:txBody>
      </p:sp>
      <p:pic>
        <p:nvPicPr>
          <p:cNvPr id="5" name="object 5"/>
          <p:cNvPicPr/>
          <p:nvPr/>
        </p:nvPicPr>
        <p:blipFill>
          <a:blip r:embed="rId2" cstate="print"/>
          <a:stretch>
            <a:fillRect/>
          </a:stretch>
        </p:blipFill>
        <p:spPr>
          <a:xfrm>
            <a:off x="304800" y="304800"/>
            <a:ext cx="7165084" cy="9451022"/>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32434" y="2127440"/>
            <a:ext cx="6880225" cy="6823709"/>
            <a:chOff x="432434" y="2127440"/>
            <a:chExt cx="6880225" cy="6823709"/>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00052" y="2130678"/>
              <a:ext cx="6809432" cy="3081655"/>
            </a:xfrm>
            <a:prstGeom prst="rect">
              <a:avLst/>
            </a:prstGeom>
          </p:spPr>
        </p:pic>
        <p:sp>
          <p:nvSpPr>
            <p:cNvPr id="5" name="object 5"/>
            <p:cNvSpPr/>
            <p:nvPr/>
          </p:nvSpPr>
          <p:spPr>
            <a:xfrm>
              <a:off x="434022" y="2129027"/>
              <a:ext cx="6877050" cy="3084830"/>
            </a:xfrm>
            <a:custGeom>
              <a:avLst/>
              <a:gdLst/>
              <a:ahLst/>
              <a:cxnLst/>
              <a:rect l="l" t="t" r="r" b="b"/>
              <a:pathLst>
                <a:path w="6877050" h="3084829">
                  <a:moveTo>
                    <a:pt x="0" y="3084830"/>
                  </a:moveTo>
                  <a:lnTo>
                    <a:pt x="6877050" y="3084830"/>
                  </a:lnTo>
                  <a:lnTo>
                    <a:pt x="6877050" y="0"/>
                  </a:lnTo>
                  <a:lnTo>
                    <a:pt x="0" y="0"/>
                  </a:lnTo>
                  <a:lnTo>
                    <a:pt x="0" y="3084830"/>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15881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12700">
              <a:lnSpc>
                <a:spcPct val="100000"/>
              </a:lnSpc>
            </a:pPr>
            <a:r>
              <a:rPr sz="1600" b="1" spc="-10" dirty="0">
                <a:latin typeface="Times New Roman"/>
                <a:cs typeface="Times New Roman"/>
              </a:rPr>
              <a:t>Customer</a:t>
            </a:r>
            <a:r>
              <a:rPr sz="1600" b="1" spc="-110" dirty="0">
                <a:latin typeface="Times New Roman"/>
                <a:cs typeface="Times New Roman"/>
              </a:rPr>
              <a:t> </a:t>
            </a:r>
            <a:r>
              <a:rPr sz="1600" b="1" dirty="0">
                <a:latin typeface="Times New Roman"/>
                <a:cs typeface="Times New Roman"/>
              </a:rPr>
              <a:t>And New</a:t>
            </a:r>
            <a:r>
              <a:rPr sz="1600" b="1" spc="-15" dirty="0">
                <a:latin typeface="Times New Roman"/>
                <a:cs typeface="Times New Roman"/>
              </a:rPr>
              <a:t> </a:t>
            </a:r>
            <a:r>
              <a:rPr sz="1600" b="1" spc="-10" dirty="0">
                <a:latin typeface="Times New Roman"/>
                <a:cs typeface="Times New Roman"/>
              </a:rPr>
              <a:t>Customer</a:t>
            </a:r>
            <a:r>
              <a:rPr sz="1600" b="1" spc="-2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a:lnSpc>
                <a:spcPct val="100000"/>
              </a:lnSpc>
              <a:spcBef>
                <a:spcPts val="540"/>
              </a:spcBef>
            </a:pPr>
            <a:endParaRPr sz="1600">
              <a:latin typeface="Times New Roman"/>
              <a:cs typeface="Times New Roman"/>
            </a:endParaRPr>
          </a:p>
          <a:p>
            <a:pPr marL="12700">
              <a:lnSpc>
                <a:spcPct val="100000"/>
              </a:lnSpc>
            </a:pPr>
            <a:r>
              <a:rPr sz="1200" dirty="0">
                <a:latin typeface="Times New Roman"/>
                <a:cs typeface="Times New Roman"/>
              </a:rPr>
              <a:t>The</a:t>
            </a:r>
            <a:r>
              <a:rPr sz="1200" spc="-30" dirty="0">
                <a:latin typeface="Times New Roman"/>
                <a:cs typeface="Times New Roman"/>
              </a:rPr>
              <a:t> </a:t>
            </a:r>
            <a:r>
              <a:rPr sz="1200" b="1" dirty="0">
                <a:latin typeface="Times New Roman"/>
                <a:cs typeface="Times New Roman"/>
              </a:rPr>
              <a:t>Customers</a:t>
            </a:r>
            <a:r>
              <a:rPr sz="1200" b="1" spc="-35"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allows</a:t>
            </a:r>
            <a:r>
              <a:rPr sz="1200" spc="-4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dirty="0">
                <a:latin typeface="Times New Roman"/>
                <a:cs typeface="Times New Roman"/>
              </a:rPr>
              <a:t>records</a:t>
            </a:r>
            <a:r>
              <a:rPr sz="1200" spc="-40" dirty="0">
                <a:latin typeface="Times New Roman"/>
                <a:cs typeface="Times New Roman"/>
              </a:rPr>
              <a:t> </a:t>
            </a:r>
            <a:r>
              <a:rPr sz="1200" spc="-10" dirty="0">
                <a:latin typeface="Times New Roman"/>
                <a:cs typeface="Times New Roman"/>
              </a:rPr>
              <a:t>efficiently.</a:t>
            </a:r>
            <a:r>
              <a:rPr sz="1200" spc="-30" dirty="0">
                <a:latin typeface="Times New Roman"/>
                <a:cs typeface="Times New Roman"/>
              </a:rPr>
              <a:t> </a:t>
            </a:r>
            <a:r>
              <a:rPr sz="1200" dirty="0">
                <a:latin typeface="Times New Roman"/>
                <a:cs typeface="Times New Roman"/>
              </a:rPr>
              <a:t>Here,</a:t>
            </a:r>
            <a:r>
              <a:rPr sz="1200" spc="-30" dirty="0">
                <a:latin typeface="Times New Roman"/>
                <a:cs typeface="Times New Roman"/>
              </a:rPr>
              <a:t> </a:t>
            </a:r>
            <a:r>
              <a:rPr sz="1200" spc="-10" dirty="0">
                <a:latin typeface="Times New Roman"/>
                <a:cs typeface="Times New Roman"/>
              </a:rPr>
              <a:t>company</a:t>
            </a:r>
            <a:endParaRPr sz="1200">
              <a:latin typeface="Times New Roman"/>
              <a:cs typeface="Times New Roman"/>
            </a:endParaRPr>
          </a:p>
          <a:p>
            <a:pPr marL="12700" marR="255270">
              <a:lnSpc>
                <a:spcPts val="1500"/>
              </a:lnSpc>
              <a:spcBef>
                <a:spcPts val="40"/>
              </a:spcBef>
            </a:pPr>
            <a:r>
              <a:rPr sz="1200" spc="-10" dirty="0">
                <a:latin typeface="Times New Roman"/>
                <a:cs typeface="Times New Roman"/>
              </a:rPr>
              <a:t>representatives</a:t>
            </a:r>
            <a:r>
              <a:rPr sz="1200" spc="-30"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view</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list</a:t>
            </a:r>
            <a:r>
              <a:rPr sz="1200" spc="-1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all</a:t>
            </a:r>
            <a:r>
              <a:rPr sz="1200" spc="-40" dirty="0">
                <a:latin typeface="Times New Roman"/>
                <a:cs typeface="Times New Roman"/>
              </a:rPr>
              <a:t> </a:t>
            </a:r>
            <a:r>
              <a:rPr sz="1200" dirty="0">
                <a:latin typeface="Times New Roman"/>
                <a:cs typeface="Times New Roman"/>
              </a:rPr>
              <a:t>customers,</a:t>
            </a:r>
            <a:r>
              <a:rPr sz="1200" spc="-15" dirty="0">
                <a:latin typeface="Times New Roman"/>
                <a:cs typeface="Times New Roman"/>
              </a:rPr>
              <a:t> </a:t>
            </a:r>
            <a:r>
              <a:rPr sz="1200" dirty="0">
                <a:latin typeface="Times New Roman"/>
                <a:cs typeface="Times New Roman"/>
              </a:rPr>
              <a:t>check</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accounts,</a:t>
            </a:r>
            <a:r>
              <a:rPr sz="1200" spc="-15" dirty="0">
                <a:latin typeface="Times New Roman"/>
                <a:cs typeface="Times New Roman"/>
              </a:rPr>
              <a:t> </a:t>
            </a:r>
            <a:r>
              <a:rPr sz="1200" dirty="0">
                <a:latin typeface="Times New Roman"/>
                <a:cs typeface="Times New Roman"/>
              </a:rPr>
              <a:t>verify</a:t>
            </a:r>
            <a:r>
              <a:rPr sz="1200" spc="-15" dirty="0">
                <a:latin typeface="Times New Roman"/>
                <a:cs typeface="Times New Roman"/>
              </a:rPr>
              <a:t> </a:t>
            </a:r>
            <a:r>
              <a:rPr sz="1200" spc="-25" dirty="0">
                <a:latin typeface="Times New Roman"/>
                <a:cs typeface="Times New Roman"/>
              </a:rPr>
              <a:t>OTP </a:t>
            </a:r>
            <a:r>
              <a:rPr sz="1200" spc="-10" dirty="0">
                <a:latin typeface="Times New Roman"/>
                <a:cs typeface="Times New Roman"/>
              </a:rPr>
              <a:t>(One-</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Password)</a:t>
            </a:r>
            <a:r>
              <a:rPr sz="1200" spc="-4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manage</a:t>
            </a:r>
            <a:r>
              <a:rPr sz="1200" spc="-50" dirty="0">
                <a:latin typeface="Times New Roman"/>
                <a:cs typeface="Times New Roman"/>
              </a:rPr>
              <a:t> </a:t>
            </a:r>
            <a:r>
              <a:rPr sz="1200" dirty="0">
                <a:latin typeface="Times New Roman"/>
                <a:cs typeface="Times New Roman"/>
              </a:rPr>
              <a:t>password</a:t>
            </a:r>
            <a:r>
              <a:rPr sz="1200" spc="-35" dirty="0">
                <a:latin typeface="Times New Roman"/>
                <a:cs typeface="Times New Roman"/>
              </a:rPr>
              <a:t> </a:t>
            </a:r>
            <a:r>
              <a:rPr sz="1200" dirty="0">
                <a:latin typeface="Times New Roman"/>
                <a:cs typeface="Times New Roman"/>
              </a:rPr>
              <a:t>change</a:t>
            </a:r>
            <a:r>
              <a:rPr sz="1200" spc="-35" dirty="0">
                <a:latin typeface="Times New Roman"/>
                <a:cs typeface="Times New Roman"/>
              </a:rPr>
              <a:t> </a:t>
            </a:r>
            <a:r>
              <a:rPr sz="1200" spc="-10" dirty="0">
                <a:latin typeface="Times New Roman"/>
                <a:cs typeface="Times New Roman"/>
              </a:rPr>
              <a:t>requests.</a:t>
            </a:r>
            <a:endParaRPr sz="1200">
              <a:latin typeface="Times New Roman"/>
              <a:cs typeface="Times New Roman"/>
            </a:endParaRPr>
          </a:p>
        </p:txBody>
      </p:sp>
      <p:sp>
        <p:nvSpPr>
          <p:cNvPr id="7" name="object 7"/>
          <p:cNvSpPr txBox="1"/>
          <p:nvPr/>
        </p:nvSpPr>
        <p:spPr>
          <a:xfrm>
            <a:off x="902017" y="5154929"/>
            <a:ext cx="5863590" cy="3735070"/>
          </a:xfrm>
          <a:prstGeom prst="rect">
            <a:avLst/>
          </a:prstGeom>
        </p:spPr>
        <p:txBody>
          <a:bodyPr vert="horz" wrap="square" lIns="0" tIns="121920" rIns="0" bIns="0" rtlCol="0">
            <a:spAutoFit/>
          </a:bodyPr>
          <a:lstStyle/>
          <a:p>
            <a:pPr marL="12700">
              <a:lnSpc>
                <a:spcPct val="100000"/>
              </a:lnSpc>
              <a:spcBef>
                <a:spcPts val="960"/>
              </a:spcBef>
            </a:pPr>
            <a:r>
              <a:rPr sz="1400" b="1" dirty="0">
                <a:latin typeface="Times New Roman"/>
                <a:cs typeface="Times New Roman"/>
              </a:rPr>
              <a:t>Customer</a:t>
            </a:r>
            <a:r>
              <a:rPr sz="1400" b="1" spc="-55" dirty="0">
                <a:latin typeface="Times New Roman"/>
                <a:cs typeface="Times New Roman"/>
              </a:rPr>
              <a:t> </a:t>
            </a:r>
            <a:r>
              <a:rPr sz="1400" b="1" dirty="0">
                <a:latin typeface="Times New Roman"/>
                <a:cs typeface="Times New Roman"/>
              </a:rPr>
              <a:t>List</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table</a:t>
            </a:r>
            <a:r>
              <a:rPr sz="1200" spc="-25" dirty="0">
                <a:latin typeface="Times New Roman"/>
                <a:cs typeface="Times New Roman"/>
              </a:rPr>
              <a:t> </a:t>
            </a:r>
            <a:r>
              <a:rPr sz="1200" dirty="0">
                <a:latin typeface="Times New Roman"/>
                <a:cs typeface="Times New Roman"/>
              </a:rPr>
              <a:t>displays</a:t>
            </a:r>
            <a:r>
              <a:rPr sz="1200" spc="-4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summary</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spc="-10" dirty="0">
                <a:latin typeface="Times New Roman"/>
                <a:cs typeface="Times New Roman"/>
              </a:rPr>
              <a:t>including:</a:t>
            </a:r>
            <a:endParaRPr sz="1200">
              <a:latin typeface="Times New Roman"/>
              <a:cs typeface="Times New Roman"/>
            </a:endParaRPr>
          </a:p>
          <a:p>
            <a:pPr marL="469265" marR="78105" indent="-228600">
              <a:lnSpc>
                <a:spcPct val="103699"/>
              </a:lnSpc>
              <a:spcBef>
                <a:spcPts val="795"/>
              </a:spcBef>
              <a:buSzPct val="85714"/>
              <a:buFont typeface="Symbol"/>
              <a:buChar char=""/>
              <a:tabLst>
                <a:tab pos="469265" algn="l"/>
              </a:tabLst>
            </a:pPr>
            <a:r>
              <a:rPr sz="1400" b="1" dirty="0">
                <a:latin typeface="Times New Roman"/>
                <a:cs typeface="Times New Roman"/>
              </a:rPr>
              <a:t>Customer</a:t>
            </a:r>
            <a:r>
              <a:rPr sz="1400" b="1" spc="-45" dirty="0">
                <a:latin typeface="Times New Roman"/>
                <a:cs typeface="Times New Roman"/>
              </a:rPr>
              <a:t> </a:t>
            </a:r>
            <a:r>
              <a:rPr sz="1400" b="1" dirty="0">
                <a:latin typeface="Times New Roman"/>
                <a:cs typeface="Times New Roman"/>
              </a:rPr>
              <a:t>Name</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name</a:t>
            </a:r>
            <a:r>
              <a:rPr sz="1200" spc="-1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a:t>
            </a:r>
            <a:r>
              <a:rPr sz="1200" spc="-20" dirty="0">
                <a:latin typeface="Times New Roman"/>
                <a:cs typeface="Times New Roman"/>
              </a:rPr>
              <a:t> </a:t>
            </a:r>
            <a:r>
              <a:rPr sz="1200" dirty="0">
                <a:latin typeface="Times New Roman"/>
                <a:cs typeface="Times New Roman"/>
              </a:rPr>
              <a:t>displayed</a:t>
            </a:r>
            <a:r>
              <a:rPr sz="1200" spc="-4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clickable</a:t>
            </a:r>
            <a:r>
              <a:rPr sz="1200" spc="-35" dirty="0">
                <a:latin typeface="Times New Roman"/>
                <a:cs typeface="Times New Roman"/>
              </a:rPr>
              <a:t> </a:t>
            </a:r>
            <a:r>
              <a:rPr sz="1200" dirty="0">
                <a:latin typeface="Times New Roman"/>
                <a:cs typeface="Times New Roman"/>
              </a:rPr>
              <a:t>link.</a:t>
            </a:r>
            <a:r>
              <a:rPr sz="1200" spc="-20" dirty="0">
                <a:latin typeface="Times New Roman"/>
                <a:cs typeface="Times New Roman"/>
              </a:rPr>
              <a:t> </a:t>
            </a:r>
            <a:r>
              <a:rPr sz="1200" spc="-10" dirty="0">
                <a:latin typeface="Times New Roman"/>
                <a:cs typeface="Times New Roman"/>
              </a:rPr>
              <a:t>Clicking </a:t>
            </a:r>
            <a:r>
              <a:rPr sz="1200" dirty="0">
                <a:latin typeface="Times New Roman"/>
                <a:cs typeface="Times New Roman"/>
              </a:rPr>
              <a:t>on</a:t>
            </a:r>
            <a:r>
              <a:rPr sz="1200" spc="-3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customer</a:t>
            </a:r>
            <a:r>
              <a:rPr sz="1200" spc="-35"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reveals</a:t>
            </a:r>
            <a:r>
              <a:rPr sz="1200" spc="-45" dirty="0">
                <a:latin typeface="Times New Roman"/>
                <a:cs typeface="Times New Roman"/>
              </a:rPr>
              <a:t> </a:t>
            </a:r>
            <a:r>
              <a:rPr sz="1200" dirty="0">
                <a:latin typeface="Times New Roman"/>
                <a:cs typeface="Times New Roman"/>
              </a:rPr>
              <a:t>additional</a:t>
            </a:r>
            <a:r>
              <a:rPr sz="1200" spc="-25" dirty="0">
                <a:latin typeface="Times New Roman"/>
                <a:cs typeface="Times New Roman"/>
              </a:rPr>
              <a:t> </a:t>
            </a:r>
            <a:r>
              <a:rPr sz="1200" spc="-10" dirty="0">
                <a:latin typeface="Times New Roman"/>
                <a:cs typeface="Times New Roman"/>
              </a:rPr>
              <a:t>actions.</a:t>
            </a:r>
            <a:endParaRPr sz="1200">
              <a:latin typeface="Times New Roman"/>
              <a:cs typeface="Times New Roman"/>
            </a:endParaRPr>
          </a:p>
          <a:p>
            <a:pPr marL="469265" indent="-227965">
              <a:lnSpc>
                <a:spcPct val="100000"/>
              </a:lnSpc>
              <a:spcBef>
                <a:spcPts val="840"/>
              </a:spcBef>
              <a:buSzPct val="85714"/>
              <a:buFont typeface="Symbol"/>
              <a:buChar char=""/>
              <a:tabLst>
                <a:tab pos="469265" algn="l"/>
              </a:tabLst>
            </a:pPr>
            <a:r>
              <a:rPr sz="1400" b="1" dirty="0">
                <a:latin typeface="Times New Roman"/>
                <a:cs typeface="Times New Roman"/>
              </a:rPr>
              <a:t>Status</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Indicates</a:t>
            </a:r>
            <a:r>
              <a:rPr sz="1200" spc="-35" dirty="0">
                <a:latin typeface="Times New Roman"/>
                <a:cs typeface="Times New Roman"/>
              </a:rPr>
              <a:t> </a:t>
            </a:r>
            <a:r>
              <a:rPr sz="1200" dirty="0">
                <a:latin typeface="Times New Roman"/>
                <a:cs typeface="Times New Roman"/>
              </a:rPr>
              <a:t>whether</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i="1" dirty="0">
                <a:latin typeface="Times New Roman"/>
                <a:cs typeface="Times New Roman"/>
              </a:rPr>
              <a:t>Active</a:t>
            </a:r>
            <a:r>
              <a:rPr sz="1200" i="1"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i="1" spc="-10" dirty="0">
                <a:latin typeface="Times New Roman"/>
                <a:cs typeface="Times New Roman"/>
              </a:rPr>
              <a:t>Inactive</a:t>
            </a:r>
            <a:r>
              <a:rPr sz="1200" spc="-10" dirty="0">
                <a:latin typeface="Times New Roman"/>
                <a:cs typeface="Times New Roman"/>
              </a:rPr>
              <a:t>.</a:t>
            </a:r>
            <a:endParaRPr sz="1200">
              <a:latin typeface="Times New Roman"/>
              <a:cs typeface="Times New Roman"/>
            </a:endParaRPr>
          </a:p>
          <a:p>
            <a:pPr marL="1384300" lvl="1" indent="-228600">
              <a:lnSpc>
                <a:spcPct val="100000"/>
              </a:lnSpc>
              <a:spcBef>
                <a:spcPts val="860"/>
              </a:spcBef>
              <a:buFont typeface="Courier New"/>
              <a:buChar char="o"/>
              <a:tabLst>
                <a:tab pos="1384300" algn="l"/>
              </a:tabLst>
            </a:pPr>
            <a:r>
              <a:rPr sz="1200" b="1" spc="-10" dirty="0">
                <a:latin typeface="Times New Roman"/>
                <a:cs typeface="Times New Roman"/>
              </a:rPr>
              <a:t>OTP</a:t>
            </a:r>
            <a:r>
              <a:rPr sz="1200" b="1" spc="-95" dirty="0">
                <a:latin typeface="Times New Roman"/>
                <a:cs typeface="Times New Roman"/>
              </a:rPr>
              <a:t> </a:t>
            </a:r>
            <a:r>
              <a:rPr sz="1200" b="1" spc="-10" dirty="0">
                <a:latin typeface="Times New Roman"/>
                <a:cs typeface="Times New Roman"/>
              </a:rPr>
              <a:t>Verification</a:t>
            </a:r>
            <a:r>
              <a:rPr sz="1200" b="1" spc="10" dirty="0">
                <a:latin typeface="Times New Roman"/>
                <a:cs typeface="Times New Roman"/>
              </a:rPr>
              <a:t> </a:t>
            </a:r>
            <a:r>
              <a:rPr sz="1200" dirty="0">
                <a:latin typeface="Times New Roman"/>
                <a:cs typeface="Times New Roman"/>
              </a:rPr>
              <a:t>impacts</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customer’s</a:t>
            </a:r>
            <a:r>
              <a:rPr sz="1200" spc="-25" dirty="0">
                <a:latin typeface="Times New Roman"/>
                <a:cs typeface="Times New Roman"/>
              </a:rPr>
              <a:t> </a:t>
            </a:r>
            <a:r>
              <a:rPr sz="1200" spc="-10" dirty="0">
                <a:latin typeface="Times New Roman"/>
                <a:cs typeface="Times New Roman"/>
              </a:rPr>
              <a:t>status:</a:t>
            </a:r>
            <a:endParaRPr sz="1200">
              <a:latin typeface="Times New Roman"/>
              <a:cs typeface="Times New Roman"/>
            </a:endParaRPr>
          </a:p>
          <a:p>
            <a:pPr marL="1384300" indent="-228600">
              <a:lnSpc>
                <a:spcPct val="100000"/>
              </a:lnSpc>
              <a:spcBef>
                <a:spcPts val="840"/>
              </a:spcBef>
              <a:buFont typeface="Wingdings"/>
              <a:buChar char=""/>
              <a:tabLst>
                <a:tab pos="1384300" algn="l"/>
              </a:tabLst>
            </a:pP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verification</a:t>
            </a:r>
            <a:r>
              <a:rPr sz="1200" spc="-4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successful,</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will</a:t>
            </a:r>
            <a:r>
              <a:rPr sz="1200" spc="-15" dirty="0">
                <a:latin typeface="Times New Roman"/>
                <a:cs typeface="Times New Roman"/>
              </a:rPr>
              <a:t> </a:t>
            </a:r>
            <a:r>
              <a:rPr sz="1200" spc="-10" dirty="0">
                <a:latin typeface="Times New Roman"/>
                <a:cs typeface="Times New Roman"/>
              </a:rPr>
              <a:t>automatically</a:t>
            </a:r>
            <a:r>
              <a:rPr sz="1200" spc="-20" dirty="0">
                <a:latin typeface="Times New Roman"/>
                <a:cs typeface="Times New Roman"/>
              </a:rPr>
              <a:t> </a:t>
            </a:r>
            <a:r>
              <a:rPr sz="1200" dirty="0">
                <a:latin typeface="Times New Roman"/>
                <a:cs typeface="Times New Roman"/>
              </a:rPr>
              <a:t>update</a:t>
            </a:r>
            <a:r>
              <a:rPr sz="1200" spc="-15" dirty="0">
                <a:latin typeface="Times New Roman"/>
                <a:cs typeface="Times New Roman"/>
              </a:rPr>
              <a:t> </a:t>
            </a:r>
            <a:r>
              <a:rPr sz="1200" spc="-25" dirty="0">
                <a:latin typeface="Times New Roman"/>
                <a:cs typeface="Times New Roman"/>
              </a:rPr>
              <a:t>to</a:t>
            </a:r>
            <a:endParaRPr sz="1200">
              <a:latin typeface="Times New Roman"/>
              <a:cs typeface="Times New Roman"/>
            </a:endParaRPr>
          </a:p>
          <a:p>
            <a:pPr marL="1384300">
              <a:lnSpc>
                <a:spcPct val="100000"/>
              </a:lnSpc>
              <a:spcBef>
                <a:spcPts val="60"/>
              </a:spcBef>
            </a:pPr>
            <a:r>
              <a:rPr sz="1200" i="1" spc="-20" dirty="0">
                <a:latin typeface="Times New Roman"/>
                <a:cs typeface="Times New Roman"/>
              </a:rPr>
              <a:t>Yes</a:t>
            </a:r>
            <a:r>
              <a:rPr sz="1200" spc="-20" dirty="0">
                <a:latin typeface="Times New Roman"/>
                <a:cs typeface="Times New Roman"/>
              </a:rPr>
              <a:t>.</a:t>
            </a:r>
            <a:endParaRPr sz="1200">
              <a:latin typeface="Times New Roman"/>
              <a:cs typeface="Times New Roman"/>
            </a:endParaRPr>
          </a:p>
          <a:p>
            <a:pPr marL="1384300" marR="132715" indent="-228600">
              <a:lnSpc>
                <a:spcPct val="104200"/>
              </a:lnSpc>
              <a:spcBef>
                <a:spcPts val="785"/>
              </a:spcBef>
              <a:buFont typeface="Wingdings"/>
              <a:buChar char=""/>
              <a:tabLst>
                <a:tab pos="1384300" algn="l"/>
              </a:tabLst>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verification</a:t>
            </a:r>
            <a:r>
              <a:rPr sz="1200" spc="-25" dirty="0">
                <a:latin typeface="Times New Roman"/>
                <a:cs typeface="Times New Roman"/>
              </a:rPr>
              <a:t> </a:t>
            </a:r>
            <a:r>
              <a:rPr sz="1200" dirty="0">
                <a:latin typeface="Times New Roman"/>
                <a:cs typeface="Times New Roman"/>
              </a:rPr>
              <a:t>fails,</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remains </a:t>
            </a:r>
            <a:r>
              <a:rPr sz="1200" i="1" dirty="0">
                <a:latin typeface="Times New Roman"/>
                <a:cs typeface="Times New Roman"/>
              </a:rPr>
              <a:t>No</a:t>
            </a:r>
            <a:r>
              <a:rPr sz="1200" i="1"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cannot</a:t>
            </a:r>
            <a:r>
              <a:rPr sz="1200" spc="-20"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spc="-10" dirty="0">
                <a:latin typeface="Times New Roman"/>
                <a:cs typeface="Times New Roman"/>
              </a:rPr>
              <a:t>manually changed.</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400" b="1" dirty="0">
                <a:latin typeface="Times New Roman"/>
                <a:cs typeface="Times New Roman"/>
              </a:rPr>
              <a:t>Customer</a:t>
            </a:r>
            <a:r>
              <a:rPr sz="1400" b="1" spc="-60" dirty="0">
                <a:latin typeface="Times New Roman"/>
                <a:cs typeface="Times New Roman"/>
              </a:rPr>
              <a:t> </a:t>
            </a:r>
            <a:r>
              <a:rPr sz="1400" b="1" dirty="0">
                <a:latin typeface="Times New Roman"/>
                <a:cs typeface="Times New Roman"/>
              </a:rPr>
              <a:t>Code</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40" dirty="0">
                <a:latin typeface="Times New Roman"/>
                <a:cs typeface="Times New Roman"/>
              </a:rPr>
              <a:t> </a:t>
            </a:r>
            <a:r>
              <a:rPr sz="1200" dirty="0">
                <a:latin typeface="Times New Roman"/>
                <a:cs typeface="Times New Roman"/>
              </a:rPr>
              <a:t>identifier</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469265" indent="-227965">
              <a:lnSpc>
                <a:spcPct val="100000"/>
              </a:lnSpc>
              <a:spcBef>
                <a:spcPts val="860"/>
              </a:spcBef>
              <a:buSzPct val="85714"/>
              <a:buFont typeface="Symbol"/>
              <a:buChar char=""/>
              <a:tabLst>
                <a:tab pos="469265" algn="l"/>
              </a:tabLst>
            </a:pPr>
            <a:r>
              <a:rPr sz="1400" b="1" dirty="0">
                <a:latin typeface="Times New Roman"/>
                <a:cs typeface="Times New Roman"/>
              </a:rPr>
              <a:t>Email</a:t>
            </a:r>
            <a:r>
              <a:rPr sz="1400" b="1" spc="-40" dirty="0">
                <a:latin typeface="Times New Roman"/>
                <a:cs typeface="Times New Roman"/>
              </a:rPr>
              <a:t> </a:t>
            </a:r>
            <a:r>
              <a:rPr sz="1400" b="1" dirty="0">
                <a:latin typeface="Times New Roman"/>
                <a:cs typeface="Times New Roman"/>
              </a:rPr>
              <a:t>ID</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customer's</a:t>
            </a:r>
            <a:r>
              <a:rPr sz="1200" spc="-35"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469265" indent="-227965">
              <a:lnSpc>
                <a:spcPct val="100000"/>
              </a:lnSpc>
              <a:spcBef>
                <a:spcPts val="860"/>
              </a:spcBef>
              <a:buSzPct val="85714"/>
              <a:buFont typeface="Symbol"/>
              <a:buChar char=""/>
              <a:tabLst>
                <a:tab pos="469265" algn="l"/>
              </a:tabLst>
            </a:pPr>
            <a:r>
              <a:rPr sz="1400" b="1" spc="-10" dirty="0">
                <a:latin typeface="Times New Roman"/>
                <a:cs typeface="Times New Roman"/>
              </a:rPr>
              <a:t>OTP</a:t>
            </a:r>
            <a:r>
              <a:rPr sz="1400" b="1" spc="-105" dirty="0">
                <a:latin typeface="Times New Roman"/>
                <a:cs typeface="Times New Roman"/>
              </a:rPr>
              <a:t> </a:t>
            </a:r>
            <a:r>
              <a:rPr sz="1400" b="1" spc="-10" dirty="0">
                <a:latin typeface="Times New Roman"/>
                <a:cs typeface="Times New Roman"/>
              </a:rPr>
              <a:t>Verification</a:t>
            </a:r>
            <a:r>
              <a:rPr sz="1200" spc="-10" dirty="0">
                <a:latin typeface="Times New Roman"/>
                <a:cs typeface="Times New Roman"/>
              </a:rPr>
              <a:t>:</a:t>
            </a:r>
            <a:r>
              <a:rPr sz="1200" spc="30" dirty="0">
                <a:latin typeface="Times New Roman"/>
                <a:cs typeface="Times New Roman"/>
              </a:rPr>
              <a:t> </a:t>
            </a:r>
            <a:r>
              <a:rPr sz="1200" dirty="0">
                <a:latin typeface="Times New Roman"/>
                <a:cs typeface="Times New Roman"/>
              </a:rPr>
              <a:t>Displays</a:t>
            </a:r>
            <a:r>
              <a:rPr sz="1200" spc="-20" dirty="0">
                <a:latin typeface="Times New Roman"/>
                <a:cs typeface="Times New Roman"/>
              </a:rPr>
              <a:t> </a:t>
            </a:r>
            <a:r>
              <a:rPr sz="1200" i="1" spc="-30" dirty="0">
                <a:latin typeface="Times New Roman"/>
                <a:cs typeface="Times New Roman"/>
              </a:rPr>
              <a:t>Yes</a:t>
            </a:r>
            <a:r>
              <a:rPr sz="1200" i="1" spc="-25" dirty="0">
                <a:latin typeface="Times New Roman"/>
                <a:cs typeface="Times New Roman"/>
              </a:rPr>
              <a:t> </a:t>
            </a:r>
            <a:r>
              <a:rPr sz="1200" dirty="0">
                <a:latin typeface="Times New Roman"/>
                <a:cs typeface="Times New Roman"/>
              </a:rPr>
              <a:t>if</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OTP</a:t>
            </a:r>
            <a:r>
              <a:rPr sz="1200" spc="-65" dirty="0">
                <a:latin typeface="Times New Roman"/>
                <a:cs typeface="Times New Roman"/>
              </a:rPr>
              <a:t> </a:t>
            </a:r>
            <a:r>
              <a:rPr sz="1200" dirty="0">
                <a:latin typeface="Times New Roman"/>
                <a:cs typeface="Times New Roman"/>
              </a:rPr>
              <a:t>was</a:t>
            </a:r>
            <a:r>
              <a:rPr sz="1200" spc="-25" dirty="0">
                <a:latin typeface="Times New Roman"/>
                <a:cs typeface="Times New Roman"/>
              </a:rPr>
              <a:t> </a:t>
            </a:r>
            <a:r>
              <a:rPr sz="1200" dirty="0">
                <a:latin typeface="Times New Roman"/>
                <a:cs typeface="Times New Roman"/>
              </a:rPr>
              <a:t>correctly</a:t>
            </a:r>
            <a:r>
              <a:rPr sz="1200" spc="-40" dirty="0">
                <a:latin typeface="Times New Roman"/>
                <a:cs typeface="Times New Roman"/>
              </a:rPr>
              <a:t> </a:t>
            </a:r>
            <a:r>
              <a:rPr sz="1200" dirty="0">
                <a:latin typeface="Times New Roman"/>
                <a:cs typeface="Times New Roman"/>
              </a:rPr>
              <a:t>entered,</a:t>
            </a:r>
            <a:r>
              <a:rPr sz="1200" spc="-15" dirty="0">
                <a:latin typeface="Times New Roman"/>
                <a:cs typeface="Times New Roman"/>
              </a:rPr>
              <a:t> </a:t>
            </a:r>
            <a:r>
              <a:rPr sz="1200" dirty="0">
                <a:latin typeface="Times New Roman"/>
                <a:cs typeface="Times New Roman"/>
              </a:rPr>
              <a:t>or </a:t>
            </a:r>
            <a:r>
              <a:rPr sz="1200" i="1" dirty="0">
                <a:latin typeface="Times New Roman"/>
                <a:cs typeface="Times New Roman"/>
              </a:rPr>
              <a:t>No</a:t>
            </a:r>
            <a:r>
              <a:rPr sz="1200" i="1" spc="-15" dirty="0">
                <a:latin typeface="Times New Roman"/>
                <a:cs typeface="Times New Roman"/>
              </a:rPr>
              <a:t> </a:t>
            </a:r>
            <a:r>
              <a:rPr sz="1200" dirty="0">
                <a:latin typeface="Times New Roman"/>
                <a:cs typeface="Times New Roman"/>
              </a:rPr>
              <a:t>if</a:t>
            </a:r>
            <a:r>
              <a:rPr sz="1200" spc="-35" dirty="0">
                <a:latin typeface="Times New Roman"/>
                <a:cs typeface="Times New Roman"/>
              </a:rPr>
              <a:t> </a:t>
            </a:r>
            <a:r>
              <a:rPr sz="1200" dirty="0">
                <a:latin typeface="Times New Roman"/>
                <a:cs typeface="Times New Roman"/>
              </a:rPr>
              <a:t>it</a:t>
            </a:r>
            <a:r>
              <a:rPr sz="1200" spc="-10" dirty="0">
                <a:latin typeface="Times New Roman"/>
                <a:cs typeface="Times New Roman"/>
              </a:rPr>
              <a:t> </a:t>
            </a:r>
            <a:r>
              <a:rPr sz="1200" dirty="0">
                <a:latin typeface="Times New Roman"/>
                <a:cs typeface="Times New Roman"/>
              </a:rPr>
              <a:t>was</a:t>
            </a:r>
            <a:r>
              <a:rPr sz="1200" spc="-45" dirty="0">
                <a:latin typeface="Times New Roman"/>
                <a:cs typeface="Times New Roman"/>
              </a:rPr>
              <a:t> </a:t>
            </a:r>
            <a:r>
              <a:rPr sz="1200" spc="-20" dirty="0">
                <a:latin typeface="Times New Roman"/>
                <a:cs typeface="Times New Roman"/>
              </a:rPr>
              <a:t>not.</a:t>
            </a:r>
            <a:endParaRPr sz="1200">
              <a:latin typeface="Times New Roman"/>
              <a:cs typeface="Times New Roman"/>
            </a:endParaRPr>
          </a:p>
          <a:p>
            <a:pPr marL="469265" indent="-227965">
              <a:lnSpc>
                <a:spcPct val="100000"/>
              </a:lnSpc>
              <a:spcBef>
                <a:spcPts val="860"/>
              </a:spcBef>
              <a:buSzPct val="85714"/>
              <a:buFont typeface="Symbol"/>
              <a:buChar char=""/>
              <a:tabLst>
                <a:tab pos="469265" algn="l"/>
              </a:tabLst>
            </a:pPr>
            <a:r>
              <a:rPr sz="1400" b="1" dirty="0">
                <a:latin typeface="Times New Roman"/>
                <a:cs typeface="Times New Roman"/>
              </a:rPr>
              <a:t>Password</a:t>
            </a:r>
            <a:r>
              <a:rPr sz="1400" b="1" spc="-30" dirty="0">
                <a:latin typeface="Times New Roman"/>
                <a:cs typeface="Times New Roman"/>
              </a:rPr>
              <a:t> </a:t>
            </a:r>
            <a:r>
              <a:rPr sz="1400" b="1" dirty="0">
                <a:latin typeface="Times New Roman"/>
                <a:cs typeface="Times New Roman"/>
              </a:rPr>
              <a:t>Request</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Shows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5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password</a:t>
            </a:r>
            <a:r>
              <a:rPr sz="1200" spc="-30" dirty="0">
                <a:latin typeface="Times New Roman"/>
                <a:cs typeface="Times New Roman"/>
              </a:rPr>
              <a:t> </a:t>
            </a:r>
            <a:r>
              <a:rPr sz="1200" dirty="0">
                <a:latin typeface="Times New Roman"/>
                <a:cs typeface="Times New Roman"/>
              </a:rPr>
              <a:t>change</a:t>
            </a:r>
            <a:r>
              <a:rPr sz="1200" spc="-25" dirty="0">
                <a:latin typeface="Times New Roman"/>
                <a:cs typeface="Times New Roman"/>
              </a:rPr>
              <a:t> </a:t>
            </a:r>
            <a:r>
              <a:rPr sz="1200" spc="-10" dirty="0">
                <a:latin typeface="Times New Roman"/>
                <a:cs typeface="Times New Roman"/>
              </a:rPr>
              <a:t>requests:</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69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80110" y="4120324"/>
            <a:ext cx="5998210" cy="4830445"/>
            <a:chOff x="880110" y="4120324"/>
            <a:chExt cx="5998210" cy="483044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880110" y="8145843"/>
              <a:ext cx="1130935" cy="304736"/>
            </a:xfrm>
            <a:prstGeom prst="rect">
              <a:avLst/>
            </a:prstGeom>
          </p:spPr>
        </p:pic>
        <p:pic>
          <p:nvPicPr>
            <p:cNvPr id="5" name="object 5"/>
            <p:cNvPicPr/>
            <p:nvPr/>
          </p:nvPicPr>
          <p:blipFill>
            <a:blip r:embed="rId3" cstate="print"/>
            <a:stretch>
              <a:fillRect/>
            </a:stretch>
          </p:blipFill>
          <p:spPr>
            <a:xfrm>
              <a:off x="2910839" y="4123435"/>
              <a:ext cx="1485900" cy="1495425"/>
            </a:xfrm>
            <a:prstGeom prst="rect">
              <a:avLst/>
            </a:prstGeom>
          </p:spPr>
        </p:pic>
        <p:sp>
          <p:nvSpPr>
            <p:cNvPr id="6" name="object 6"/>
            <p:cNvSpPr/>
            <p:nvPr/>
          </p:nvSpPr>
          <p:spPr>
            <a:xfrm>
              <a:off x="2909189" y="4121911"/>
              <a:ext cx="1489075" cy="1498600"/>
            </a:xfrm>
            <a:custGeom>
              <a:avLst/>
              <a:gdLst/>
              <a:ahLst/>
              <a:cxnLst/>
              <a:rect l="l" t="t" r="r" b="b"/>
              <a:pathLst>
                <a:path w="1489075" h="1498600">
                  <a:moveTo>
                    <a:pt x="0" y="1498600"/>
                  </a:moveTo>
                  <a:lnTo>
                    <a:pt x="1489075" y="1498600"/>
                  </a:lnTo>
                  <a:lnTo>
                    <a:pt x="1489075" y="0"/>
                  </a:lnTo>
                  <a:lnTo>
                    <a:pt x="0" y="0"/>
                  </a:lnTo>
                  <a:lnTo>
                    <a:pt x="0" y="149860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434340"/>
            <a:ext cx="5969635" cy="358775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384300" indent="-228600">
              <a:lnSpc>
                <a:spcPct val="100000"/>
              </a:lnSpc>
              <a:buFont typeface="Courier New"/>
              <a:buChar char="o"/>
              <a:tabLst>
                <a:tab pos="1384300" algn="l"/>
              </a:tabLst>
            </a:pPr>
            <a:r>
              <a:rPr sz="1200" b="1" dirty="0">
                <a:latin typeface="Times New Roman"/>
                <a:cs typeface="Times New Roman"/>
              </a:rPr>
              <a:t>Pending</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request</a:t>
            </a:r>
            <a:r>
              <a:rPr sz="1200" spc="-4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awaiting</a:t>
            </a:r>
            <a:r>
              <a:rPr sz="1200" spc="-10" dirty="0">
                <a:latin typeface="Times New Roman"/>
                <a:cs typeface="Times New Roman"/>
              </a:rPr>
              <a:t> </a:t>
            </a:r>
            <a:r>
              <a:rPr sz="1200" dirty="0">
                <a:latin typeface="Times New Roman"/>
                <a:cs typeface="Times New Roman"/>
              </a:rPr>
              <a:t>approval</a:t>
            </a:r>
            <a:r>
              <a:rPr sz="1200" spc="-25"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company.</a:t>
            </a:r>
            <a:endParaRPr sz="1200">
              <a:latin typeface="Times New Roman"/>
              <a:cs typeface="Times New Roman"/>
            </a:endParaRPr>
          </a:p>
          <a:p>
            <a:pPr marL="1383030" marR="316865" indent="-227329">
              <a:lnSpc>
                <a:spcPct val="100000"/>
              </a:lnSpc>
              <a:spcBef>
                <a:spcPts val="700"/>
              </a:spcBef>
              <a:buSzPct val="116666"/>
              <a:buFont typeface="Courier New"/>
              <a:buChar char="o"/>
              <a:tabLst>
                <a:tab pos="1384300" algn="l"/>
              </a:tabLst>
            </a:pPr>
            <a:r>
              <a:rPr sz="1200" b="1" dirty="0">
                <a:latin typeface="Times New Roman"/>
                <a:cs typeface="Times New Roman"/>
              </a:rPr>
              <a:t>Changed</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request</a:t>
            </a:r>
            <a:r>
              <a:rPr sz="1200" spc="-20"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been</a:t>
            </a:r>
            <a:r>
              <a:rPr sz="1200" spc="-25" dirty="0">
                <a:latin typeface="Times New Roman"/>
                <a:cs typeface="Times New Roman"/>
              </a:rPr>
              <a:t> </a:t>
            </a:r>
            <a:r>
              <a:rPr sz="1200" dirty="0">
                <a:latin typeface="Times New Roman"/>
                <a:cs typeface="Times New Roman"/>
              </a:rPr>
              <a:t>approved,</a:t>
            </a:r>
            <a:r>
              <a:rPr sz="1200" spc="-4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spc="-20" dirty="0">
                <a:latin typeface="Times New Roman"/>
                <a:cs typeface="Times New Roman"/>
              </a:rPr>
              <a:t>been 	</a:t>
            </a:r>
            <a:r>
              <a:rPr sz="1200" spc="-10" dirty="0">
                <a:latin typeface="Times New Roman"/>
                <a:cs typeface="Times New Roman"/>
              </a:rPr>
              <a:t>updated.</a:t>
            </a:r>
            <a:endParaRPr sz="1200">
              <a:latin typeface="Times New Roman"/>
              <a:cs typeface="Times New Roman"/>
            </a:endParaRPr>
          </a:p>
          <a:p>
            <a:pPr marL="469265" indent="-227965">
              <a:lnSpc>
                <a:spcPct val="100000"/>
              </a:lnSpc>
              <a:spcBef>
                <a:spcPts val="960"/>
              </a:spcBef>
              <a:buSzPct val="116666"/>
              <a:buFont typeface="Symbol"/>
              <a:buChar char=""/>
              <a:tabLst>
                <a:tab pos="469265" algn="l"/>
              </a:tabLst>
            </a:pPr>
            <a:r>
              <a:rPr sz="1200" b="1" dirty="0">
                <a:latin typeface="Times New Roman"/>
                <a:cs typeface="Times New Roman"/>
              </a:rPr>
              <a:t>Contact</a:t>
            </a:r>
            <a:r>
              <a:rPr sz="1200" b="1" spc="-30" dirty="0">
                <a:latin typeface="Times New Roman"/>
                <a:cs typeface="Times New Roman"/>
              </a:rPr>
              <a:t> </a:t>
            </a:r>
            <a:r>
              <a:rPr sz="1200" b="1" dirty="0">
                <a:latin typeface="Times New Roman"/>
                <a:cs typeface="Times New Roman"/>
              </a:rPr>
              <a:t>Number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Displays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contact</a:t>
            </a:r>
            <a:r>
              <a:rPr sz="1200" spc="-25" dirty="0">
                <a:latin typeface="Times New Roman"/>
                <a:cs typeface="Times New Roman"/>
              </a:rPr>
              <a:t> </a:t>
            </a:r>
            <a:r>
              <a:rPr sz="1200" dirty="0">
                <a:latin typeface="Times New Roman"/>
                <a:cs typeface="Times New Roman"/>
              </a:rPr>
              <a:t>number</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a:lnSpc>
                <a:spcPct val="100000"/>
              </a:lnSpc>
              <a:spcBef>
                <a:spcPts val="865"/>
              </a:spcBef>
            </a:pPr>
            <a:r>
              <a:rPr sz="1400" b="1" dirty="0">
                <a:latin typeface="Times New Roman"/>
                <a:cs typeface="Times New Roman"/>
              </a:rPr>
              <a:t>Search</a:t>
            </a:r>
            <a:r>
              <a:rPr sz="1400" b="1" spc="-30" dirty="0">
                <a:latin typeface="Times New Roman"/>
                <a:cs typeface="Times New Roman"/>
              </a:rPr>
              <a:t> </a:t>
            </a:r>
            <a:r>
              <a:rPr sz="1400" b="1" dirty="0">
                <a:latin typeface="Times New Roman"/>
                <a:cs typeface="Times New Roman"/>
              </a:rPr>
              <a:t>and</a:t>
            </a:r>
            <a:r>
              <a:rPr sz="1400" b="1" spc="-45" dirty="0">
                <a:latin typeface="Times New Roman"/>
                <a:cs typeface="Times New Roman"/>
              </a:rPr>
              <a:t> </a:t>
            </a:r>
            <a:r>
              <a:rPr sz="1400" b="1" spc="-10" dirty="0">
                <a:latin typeface="Times New Roman"/>
                <a:cs typeface="Times New Roman"/>
              </a:rPr>
              <a:t>Filters</a:t>
            </a:r>
            <a:r>
              <a:rPr sz="1400" spc="-10" dirty="0">
                <a:latin typeface="Times New Roman"/>
                <a:cs typeface="Times New Roman"/>
              </a:rPr>
              <a:t>:</a:t>
            </a:r>
            <a:endParaRPr sz="1400">
              <a:latin typeface="Times New Roman"/>
              <a:cs typeface="Times New Roman"/>
            </a:endParaRPr>
          </a:p>
          <a:p>
            <a:pPr marL="1383030" marR="241300" lvl="1" indent="-227329">
              <a:lnSpc>
                <a:spcPct val="100000"/>
              </a:lnSpc>
              <a:spcBef>
                <a:spcPts val="700"/>
              </a:spcBef>
              <a:buSzPct val="116666"/>
              <a:buFont typeface="Courier New"/>
              <a:buChar char="o"/>
              <a:tabLst>
                <a:tab pos="1384300" algn="l"/>
              </a:tabLst>
            </a:pPr>
            <a:r>
              <a:rPr sz="1200" b="1" dirty="0">
                <a:latin typeface="Times New Roman"/>
                <a:cs typeface="Times New Roman"/>
              </a:rPr>
              <a:t>Search</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search</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specific</a:t>
            </a:r>
            <a:r>
              <a:rPr sz="1200" spc="-25"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entering</a:t>
            </a:r>
            <a:r>
              <a:rPr sz="1200" spc="-30" dirty="0">
                <a:latin typeface="Times New Roman"/>
                <a:cs typeface="Times New Roman"/>
              </a:rPr>
              <a:t> </a:t>
            </a:r>
            <a:r>
              <a:rPr sz="1200" spc="-10" dirty="0">
                <a:latin typeface="Times New Roman"/>
                <a:cs typeface="Times New Roman"/>
              </a:rPr>
              <a:t>their 	name.</a:t>
            </a:r>
            <a:endParaRPr sz="1200">
              <a:latin typeface="Times New Roman"/>
              <a:cs typeface="Times New Roman"/>
            </a:endParaRPr>
          </a:p>
          <a:p>
            <a:pPr marL="1383030" lvl="1" indent="-227329">
              <a:lnSpc>
                <a:spcPts val="1670"/>
              </a:lnSpc>
              <a:spcBef>
                <a:spcPts val="720"/>
              </a:spcBef>
              <a:buSzPct val="116666"/>
              <a:buFont typeface="Courier New"/>
              <a:buChar char="o"/>
              <a:tabLst>
                <a:tab pos="1383030" algn="l"/>
              </a:tabLst>
            </a:pPr>
            <a:r>
              <a:rPr sz="1200" b="1" dirty="0">
                <a:latin typeface="Times New Roman"/>
                <a:cs typeface="Times New Roman"/>
              </a:rPr>
              <a:t>Status</a:t>
            </a:r>
            <a:r>
              <a:rPr sz="1200" b="1" spc="-40" dirty="0">
                <a:latin typeface="Times New Roman"/>
                <a:cs typeface="Times New Roman"/>
              </a:rPr>
              <a:t> </a:t>
            </a:r>
            <a:r>
              <a:rPr sz="1200" b="1" dirty="0">
                <a:latin typeface="Times New Roman"/>
                <a:cs typeface="Times New Roman"/>
              </a:rPr>
              <a:t>Filter</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Filters</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list</a:t>
            </a:r>
            <a:r>
              <a:rPr sz="1200" spc="-20" dirty="0">
                <a:latin typeface="Times New Roman"/>
                <a:cs typeface="Times New Roman"/>
              </a:rPr>
              <a:t> </a:t>
            </a:r>
            <a:r>
              <a:rPr sz="1200" dirty="0">
                <a:latin typeface="Times New Roman"/>
                <a:cs typeface="Times New Roman"/>
              </a:rPr>
              <a:t>based</a:t>
            </a:r>
            <a:r>
              <a:rPr sz="1200" spc="-3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i="1" dirty="0">
                <a:latin typeface="Times New Roman"/>
                <a:cs typeface="Times New Roman"/>
              </a:rPr>
              <a:t>Active</a:t>
            </a:r>
            <a:r>
              <a:rPr sz="1200" i="1"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i="1" spc="-10" dirty="0">
                <a:latin typeface="Times New Roman"/>
                <a:cs typeface="Times New Roman"/>
              </a:rPr>
              <a:t>Inactive</a:t>
            </a:r>
            <a:endParaRPr sz="1200">
              <a:latin typeface="Times New Roman"/>
              <a:cs typeface="Times New Roman"/>
            </a:endParaRPr>
          </a:p>
          <a:p>
            <a:pPr marL="1384300">
              <a:lnSpc>
                <a:spcPts val="1430"/>
              </a:lnSpc>
            </a:pPr>
            <a:r>
              <a:rPr sz="1200" spc="-10" dirty="0">
                <a:latin typeface="Times New Roman"/>
                <a:cs typeface="Times New Roman"/>
              </a:rPr>
              <a:t>status.</a:t>
            </a:r>
            <a:endParaRPr sz="1200">
              <a:latin typeface="Times New Roman"/>
              <a:cs typeface="Times New Roman"/>
            </a:endParaRPr>
          </a:p>
          <a:p>
            <a:pPr marL="1383030" marR="570230" lvl="1" indent="-227329">
              <a:lnSpc>
                <a:spcPts val="1460"/>
              </a:lnSpc>
              <a:spcBef>
                <a:spcPts val="955"/>
              </a:spcBef>
              <a:buSzPct val="116666"/>
              <a:buFont typeface="Courier New"/>
              <a:buChar char="o"/>
              <a:tabLst>
                <a:tab pos="1384300" algn="l"/>
              </a:tabLst>
            </a:pPr>
            <a:r>
              <a:rPr sz="1200" b="1" dirty="0">
                <a:latin typeface="Times New Roman"/>
                <a:cs typeface="Times New Roman"/>
              </a:rPr>
              <a:t>Password</a:t>
            </a:r>
            <a:r>
              <a:rPr sz="1200" b="1" spc="-30" dirty="0">
                <a:latin typeface="Times New Roman"/>
                <a:cs typeface="Times New Roman"/>
              </a:rPr>
              <a:t> </a:t>
            </a:r>
            <a:r>
              <a:rPr sz="1200" b="1" dirty="0">
                <a:latin typeface="Times New Roman"/>
                <a:cs typeface="Times New Roman"/>
              </a:rPr>
              <a:t>Request</a:t>
            </a:r>
            <a:r>
              <a:rPr sz="1200" b="1" spc="-15" dirty="0">
                <a:latin typeface="Times New Roman"/>
                <a:cs typeface="Times New Roman"/>
              </a:rPr>
              <a:t> </a:t>
            </a:r>
            <a:r>
              <a:rPr sz="1200" b="1" dirty="0">
                <a:latin typeface="Times New Roman"/>
                <a:cs typeface="Times New Roman"/>
              </a:rPr>
              <a:t>Filter</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Filters</a:t>
            </a:r>
            <a:r>
              <a:rPr sz="1200" spc="-30" dirty="0">
                <a:latin typeface="Times New Roman"/>
                <a:cs typeface="Times New Roman"/>
              </a:rPr>
              <a:t> </a:t>
            </a:r>
            <a:r>
              <a:rPr sz="1200" spc="-10" dirty="0">
                <a:latin typeface="Times New Roman"/>
                <a:cs typeface="Times New Roman"/>
              </a:rPr>
              <a:t>customers</a:t>
            </a:r>
            <a:r>
              <a:rPr sz="1200" spc="-25" dirty="0">
                <a:latin typeface="Times New Roman"/>
                <a:cs typeface="Times New Roman"/>
              </a:rPr>
              <a:t> </a:t>
            </a:r>
            <a:r>
              <a:rPr sz="1200" dirty="0">
                <a:latin typeface="Times New Roman"/>
                <a:cs typeface="Times New Roman"/>
              </a:rPr>
              <a:t>by</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their 	</a:t>
            </a:r>
            <a:r>
              <a:rPr sz="1200" dirty="0">
                <a:latin typeface="Times New Roman"/>
                <a:cs typeface="Times New Roman"/>
              </a:rPr>
              <a:t>password</a:t>
            </a:r>
            <a:r>
              <a:rPr sz="1200" spc="-30" dirty="0">
                <a:latin typeface="Times New Roman"/>
                <a:cs typeface="Times New Roman"/>
              </a:rPr>
              <a:t> </a:t>
            </a:r>
            <a:r>
              <a:rPr sz="1200" dirty="0">
                <a:latin typeface="Times New Roman"/>
                <a:cs typeface="Times New Roman"/>
              </a:rPr>
              <a:t>request</a:t>
            </a:r>
            <a:r>
              <a:rPr sz="1200" spc="-25" dirty="0">
                <a:latin typeface="Times New Roman"/>
                <a:cs typeface="Times New Roman"/>
              </a:rPr>
              <a:t> </a:t>
            </a:r>
            <a:r>
              <a:rPr sz="1200" dirty="0">
                <a:latin typeface="Times New Roman"/>
                <a:cs typeface="Times New Roman"/>
              </a:rPr>
              <a:t>(e.g.,</a:t>
            </a:r>
            <a:r>
              <a:rPr sz="1200" spc="-25" dirty="0">
                <a:latin typeface="Times New Roman"/>
                <a:cs typeface="Times New Roman"/>
              </a:rPr>
              <a:t> </a:t>
            </a:r>
            <a:r>
              <a:rPr sz="1200" i="1" dirty="0">
                <a:latin typeface="Times New Roman"/>
                <a:cs typeface="Times New Roman"/>
              </a:rPr>
              <a:t>Pending</a:t>
            </a:r>
            <a:r>
              <a:rPr sz="1200" dirty="0">
                <a:latin typeface="Times New Roman"/>
                <a:cs typeface="Times New Roman"/>
              </a:rPr>
              <a:t>,</a:t>
            </a:r>
            <a:r>
              <a:rPr sz="1200" spc="-25" dirty="0">
                <a:latin typeface="Times New Roman"/>
                <a:cs typeface="Times New Roman"/>
              </a:rPr>
              <a:t> </a:t>
            </a:r>
            <a:r>
              <a:rPr sz="1200" i="1" spc="-10" dirty="0">
                <a:latin typeface="Times New Roman"/>
                <a:cs typeface="Times New Roman"/>
              </a:rPr>
              <a:t>Changed</a:t>
            </a:r>
            <a:r>
              <a:rPr sz="1200" spc="-10" dirty="0">
                <a:latin typeface="Times New Roman"/>
                <a:cs typeface="Times New Roman"/>
              </a:rPr>
              <a:t>).</a:t>
            </a:r>
            <a:endParaRPr sz="1200">
              <a:latin typeface="Times New Roman"/>
              <a:cs typeface="Times New Roman"/>
            </a:endParaRPr>
          </a:p>
          <a:p>
            <a:pPr marL="12700">
              <a:lnSpc>
                <a:spcPct val="100000"/>
              </a:lnSpc>
              <a:spcBef>
                <a:spcPts val="805"/>
              </a:spcBef>
            </a:pPr>
            <a:r>
              <a:rPr sz="1400" b="1" spc="-10" dirty="0">
                <a:latin typeface="Times New Roman"/>
                <a:cs typeface="Times New Roman"/>
              </a:rPr>
              <a:t>Three-</a:t>
            </a:r>
            <a:r>
              <a:rPr sz="1400" b="1" dirty="0">
                <a:latin typeface="Times New Roman"/>
                <a:cs typeface="Times New Roman"/>
              </a:rPr>
              <a:t>Dot</a:t>
            </a:r>
            <a:r>
              <a:rPr sz="1400" b="1" spc="-5" dirty="0">
                <a:latin typeface="Times New Roman"/>
                <a:cs typeface="Times New Roman"/>
              </a:rPr>
              <a:t> </a:t>
            </a:r>
            <a:r>
              <a:rPr sz="1400" b="1" dirty="0">
                <a:latin typeface="Times New Roman"/>
                <a:cs typeface="Times New Roman"/>
              </a:rPr>
              <a:t>Menu</a:t>
            </a:r>
            <a:r>
              <a:rPr sz="1400" b="1" spc="5" dirty="0">
                <a:latin typeface="Times New Roman"/>
                <a:cs typeface="Times New Roman"/>
              </a:rPr>
              <a:t> </a:t>
            </a:r>
            <a:r>
              <a:rPr sz="1400" b="1" spc="-10" dirty="0">
                <a:latin typeface="Times New Roman"/>
                <a:cs typeface="Times New Roman"/>
              </a:rPr>
              <a:t>(Dropdown</a:t>
            </a:r>
            <a:r>
              <a:rPr sz="1400" b="1" spc="-90" dirty="0">
                <a:latin typeface="Times New Roman"/>
                <a:cs typeface="Times New Roman"/>
              </a:rPr>
              <a:t> </a:t>
            </a:r>
            <a:r>
              <a:rPr sz="1400" b="1" spc="-10" dirty="0">
                <a:latin typeface="Times New Roman"/>
                <a:cs typeface="Times New Roman"/>
              </a:rPr>
              <a:t>Actions)</a:t>
            </a:r>
            <a:r>
              <a:rPr sz="1400" spc="-10" dirty="0">
                <a:latin typeface="Times New Roman"/>
                <a:cs typeface="Times New Roman"/>
              </a:rPr>
              <a:t>:~</a:t>
            </a:r>
            <a:endParaRPr sz="1400">
              <a:latin typeface="Times New Roman"/>
              <a:cs typeface="Times New Roman"/>
            </a:endParaRPr>
          </a:p>
        </p:txBody>
      </p:sp>
      <p:sp>
        <p:nvSpPr>
          <p:cNvPr id="8" name="object 8"/>
          <p:cNvSpPr txBox="1"/>
          <p:nvPr/>
        </p:nvSpPr>
        <p:spPr>
          <a:xfrm>
            <a:off x="902017" y="5716270"/>
            <a:ext cx="5676265" cy="2299335"/>
          </a:xfrm>
          <a:prstGeom prst="rect">
            <a:avLst/>
          </a:prstGeom>
        </p:spPr>
        <p:txBody>
          <a:bodyPr vert="horz" wrap="square" lIns="0" tIns="4445" rIns="0" bIns="0" rtlCol="0">
            <a:spAutoFit/>
          </a:bodyPr>
          <a:lstStyle/>
          <a:p>
            <a:pPr marL="469265" marR="78105" indent="-228600">
              <a:lnSpc>
                <a:spcPct val="104299"/>
              </a:lnSpc>
              <a:spcBef>
                <a:spcPts val="35"/>
              </a:spcBef>
              <a:buFont typeface="Courier New"/>
              <a:buChar char="o"/>
              <a:tabLst>
                <a:tab pos="469265" algn="l"/>
              </a:tabLst>
            </a:pPr>
            <a:r>
              <a:rPr sz="1200" dirty="0">
                <a:latin typeface="Times New Roman"/>
                <a:cs typeface="Times New Roman"/>
              </a:rPr>
              <a:t>Each</a:t>
            </a:r>
            <a:r>
              <a:rPr sz="1200" spc="-10" dirty="0">
                <a:latin typeface="Times New Roman"/>
                <a:cs typeface="Times New Roman"/>
              </a:rPr>
              <a:t> </a:t>
            </a:r>
            <a:r>
              <a:rPr sz="1200" dirty="0">
                <a:latin typeface="Times New Roman"/>
                <a:cs typeface="Times New Roman"/>
              </a:rPr>
              <a:t>customer</a:t>
            </a:r>
            <a:r>
              <a:rPr sz="1200" spc="-15" dirty="0">
                <a:latin typeface="Times New Roman"/>
                <a:cs typeface="Times New Roman"/>
              </a:rPr>
              <a:t> </a:t>
            </a:r>
            <a:r>
              <a:rPr sz="1200" dirty="0">
                <a:latin typeface="Times New Roman"/>
                <a:cs typeface="Times New Roman"/>
              </a:rPr>
              <a:t>row</a:t>
            </a:r>
            <a:r>
              <a:rPr sz="1200" spc="-25"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three-</a:t>
            </a:r>
            <a:r>
              <a:rPr sz="1200" dirty="0">
                <a:latin typeface="Times New Roman"/>
                <a:cs typeface="Times New Roman"/>
              </a:rPr>
              <a:t>dot</a:t>
            </a:r>
            <a:r>
              <a:rPr sz="1200" spc="-10" dirty="0">
                <a:latin typeface="Times New Roman"/>
                <a:cs typeface="Times New Roman"/>
              </a:rPr>
              <a:t> </a:t>
            </a:r>
            <a:r>
              <a:rPr sz="1200" dirty="0">
                <a:latin typeface="Times New Roman"/>
                <a:cs typeface="Times New Roman"/>
              </a:rPr>
              <a:t>menu</a:t>
            </a:r>
            <a:r>
              <a:rPr sz="1200" spc="-4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right.</a:t>
            </a:r>
            <a:r>
              <a:rPr sz="1200" spc="-15" dirty="0">
                <a:latin typeface="Times New Roman"/>
                <a:cs typeface="Times New Roman"/>
              </a:rPr>
              <a:t> </a:t>
            </a:r>
            <a:r>
              <a:rPr sz="1200" dirty="0">
                <a:latin typeface="Times New Roman"/>
                <a:cs typeface="Times New Roman"/>
              </a:rPr>
              <a:t>Clicking</a:t>
            </a:r>
            <a:r>
              <a:rPr sz="1200" spc="-1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menu</a:t>
            </a:r>
            <a:r>
              <a:rPr sz="1200" spc="-15" dirty="0">
                <a:latin typeface="Times New Roman"/>
                <a:cs typeface="Times New Roman"/>
              </a:rPr>
              <a:t> </a:t>
            </a:r>
            <a:r>
              <a:rPr sz="1200" dirty="0">
                <a:latin typeface="Times New Roman"/>
                <a:cs typeface="Times New Roman"/>
              </a:rPr>
              <a:t>opens</a:t>
            </a:r>
            <a:r>
              <a:rPr sz="1200" spc="-25" dirty="0">
                <a:latin typeface="Times New Roman"/>
                <a:cs typeface="Times New Roman"/>
              </a:rPr>
              <a:t> </a:t>
            </a:r>
            <a:r>
              <a:rPr sz="1200" spc="-50" dirty="0">
                <a:latin typeface="Times New Roman"/>
                <a:cs typeface="Times New Roman"/>
              </a:rPr>
              <a:t>a </a:t>
            </a:r>
            <a:r>
              <a:rPr sz="1200" dirty="0">
                <a:latin typeface="Times New Roman"/>
                <a:cs typeface="Times New Roman"/>
              </a:rPr>
              <a:t>dropdown</a:t>
            </a:r>
            <a:r>
              <a:rPr sz="1200" spc="-2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following</a:t>
            </a:r>
            <a:r>
              <a:rPr sz="1200" spc="-20"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925830" marR="5080" lvl="1" indent="-227329">
              <a:lnSpc>
                <a:spcPct val="100000"/>
              </a:lnSpc>
              <a:spcBef>
                <a:spcPts val="700"/>
              </a:spcBef>
              <a:buSzPct val="116666"/>
              <a:buFont typeface="Courier New"/>
              <a:buChar char="o"/>
              <a:tabLst>
                <a:tab pos="927100" algn="l"/>
              </a:tabLst>
            </a:pPr>
            <a:r>
              <a:rPr sz="1200" b="1" dirty="0">
                <a:latin typeface="Times New Roman"/>
                <a:cs typeface="Times New Roman"/>
              </a:rPr>
              <a:t>Edit</a:t>
            </a:r>
            <a:r>
              <a:rPr sz="1200" b="1" spc="-30" dirty="0">
                <a:latin typeface="Times New Roman"/>
                <a:cs typeface="Times New Roman"/>
              </a:rPr>
              <a:t> </a:t>
            </a:r>
            <a:r>
              <a:rPr sz="1200" b="1" dirty="0">
                <a:latin typeface="Times New Roman"/>
                <a:cs typeface="Times New Roman"/>
              </a:rPr>
              <a:t>&amp;</a:t>
            </a:r>
            <a:r>
              <a:rPr sz="1200" b="1" spc="-45" dirty="0">
                <a:latin typeface="Times New Roman"/>
                <a:cs typeface="Times New Roman"/>
              </a:rPr>
              <a:t> </a:t>
            </a:r>
            <a:r>
              <a:rPr sz="1200" b="1" dirty="0">
                <a:latin typeface="Times New Roman"/>
                <a:cs typeface="Times New Roman"/>
              </a:rPr>
              <a:t>View</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Redirects</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"Edit</a:t>
            </a:r>
            <a:r>
              <a:rPr sz="1200" spc="-20" dirty="0">
                <a:latin typeface="Times New Roman"/>
                <a:cs typeface="Times New Roman"/>
              </a:rPr>
              <a:t> </a:t>
            </a:r>
            <a:r>
              <a:rPr sz="1200" dirty="0">
                <a:latin typeface="Times New Roman"/>
                <a:cs typeface="Times New Roman"/>
              </a:rPr>
              <a:t>Customer"</a:t>
            </a:r>
            <a:r>
              <a:rPr sz="1200" spc="-40"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where</a:t>
            </a:r>
            <a:r>
              <a:rPr sz="1200" spc="-25" dirty="0">
                <a:latin typeface="Times New Roman"/>
                <a:cs typeface="Times New Roman"/>
              </a:rPr>
              <a:t> </a:t>
            </a:r>
            <a:r>
              <a:rPr sz="1200" dirty="0">
                <a:latin typeface="Times New Roman"/>
                <a:cs typeface="Times New Roman"/>
              </a:rPr>
              <a:t>they</a:t>
            </a:r>
            <a:r>
              <a:rPr sz="1200" spc="-25" dirty="0">
                <a:latin typeface="Times New Roman"/>
                <a:cs typeface="Times New Roman"/>
              </a:rPr>
              <a:t> can 	</a:t>
            </a:r>
            <a:r>
              <a:rPr sz="1200" dirty="0">
                <a:latin typeface="Times New Roman"/>
                <a:cs typeface="Times New Roman"/>
              </a:rPr>
              <a:t>update</a:t>
            </a:r>
            <a:r>
              <a:rPr sz="1200" spc="-35" dirty="0">
                <a:latin typeface="Times New Roman"/>
                <a:cs typeface="Times New Roman"/>
              </a:rPr>
              <a:t> </a:t>
            </a:r>
            <a:r>
              <a:rPr sz="1200" dirty="0">
                <a:latin typeface="Times New Roman"/>
                <a:cs typeface="Times New Roman"/>
              </a:rPr>
              <a:t>customer</a:t>
            </a:r>
            <a:r>
              <a:rPr sz="1200" spc="-4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927100" lvl="1" indent="-228600">
              <a:lnSpc>
                <a:spcPct val="100000"/>
              </a:lnSpc>
              <a:spcBef>
                <a:spcPts val="840"/>
              </a:spcBef>
              <a:buFont typeface="Courier New"/>
              <a:buChar char="o"/>
              <a:tabLst>
                <a:tab pos="927100" algn="l"/>
              </a:tabLst>
            </a:pPr>
            <a:r>
              <a:rPr sz="1200" b="1" dirty="0">
                <a:latin typeface="Times New Roman"/>
                <a:cs typeface="Times New Roman"/>
              </a:rPr>
              <a:t>Delete</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Allows</a:t>
            </a:r>
            <a:r>
              <a:rPr sz="1200" spc="-25"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delete</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selected</a:t>
            </a:r>
            <a:r>
              <a:rPr sz="1200" spc="-40" dirty="0">
                <a:latin typeface="Times New Roman"/>
                <a:cs typeface="Times New Roman"/>
              </a:rPr>
              <a:t> </a:t>
            </a:r>
            <a:r>
              <a:rPr sz="1200" dirty="0">
                <a:latin typeface="Times New Roman"/>
                <a:cs typeface="Times New Roman"/>
              </a:rPr>
              <a:t>customer</a:t>
            </a:r>
            <a:r>
              <a:rPr sz="1200" spc="-15"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list.</a:t>
            </a:r>
            <a:endParaRPr sz="1200">
              <a:latin typeface="Times New Roman"/>
              <a:cs typeface="Times New Roman"/>
            </a:endParaRPr>
          </a:p>
          <a:p>
            <a:pPr marL="927100" lvl="1" indent="-228600">
              <a:lnSpc>
                <a:spcPct val="100000"/>
              </a:lnSpc>
              <a:spcBef>
                <a:spcPts val="860"/>
              </a:spcBef>
              <a:buFont typeface="Courier New"/>
              <a:buChar char="o"/>
              <a:tabLst>
                <a:tab pos="927100" algn="l"/>
              </a:tabLst>
            </a:pPr>
            <a:r>
              <a:rPr sz="1200" b="1" dirty="0">
                <a:latin typeface="Times New Roman"/>
                <a:cs typeface="Times New Roman"/>
              </a:rPr>
              <a:t>Assign</a:t>
            </a:r>
            <a:r>
              <a:rPr sz="1200" b="1" spc="-40" dirty="0">
                <a:latin typeface="Times New Roman"/>
                <a:cs typeface="Times New Roman"/>
              </a:rPr>
              <a:t> </a:t>
            </a:r>
            <a:r>
              <a:rPr sz="1200" b="1" dirty="0">
                <a:latin typeface="Times New Roman"/>
                <a:cs typeface="Times New Roman"/>
              </a:rPr>
              <a:t>Projects</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assign</a:t>
            </a:r>
            <a:r>
              <a:rPr sz="1200" spc="-25" dirty="0">
                <a:latin typeface="Times New Roman"/>
                <a:cs typeface="Times New Roman"/>
              </a:rPr>
              <a:t> </a:t>
            </a:r>
            <a:r>
              <a:rPr sz="1200" dirty="0">
                <a:latin typeface="Times New Roman"/>
                <a:cs typeface="Times New Roman"/>
              </a:rPr>
              <a:t>projects</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565"/>
              </a:spcBef>
            </a:pPr>
            <a:endParaRPr sz="1200">
              <a:latin typeface="Times New Roman"/>
              <a:cs typeface="Times New Roman"/>
            </a:endParaRPr>
          </a:p>
          <a:p>
            <a:pPr marL="12700" marR="51435">
              <a:lnSpc>
                <a:spcPct val="103600"/>
              </a:lnSpc>
            </a:pPr>
            <a:r>
              <a:rPr sz="1400" b="1" dirty="0">
                <a:latin typeface="Times New Roman"/>
                <a:cs typeface="Times New Roman"/>
              </a:rPr>
              <a:t>Add</a:t>
            </a:r>
            <a:r>
              <a:rPr sz="1400" b="1" spc="-35" dirty="0">
                <a:latin typeface="Times New Roman"/>
                <a:cs typeface="Times New Roman"/>
              </a:rPr>
              <a:t> </a:t>
            </a:r>
            <a:r>
              <a:rPr sz="1400" b="1" dirty="0">
                <a:latin typeface="Times New Roman"/>
                <a:cs typeface="Times New Roman"/>
              </a:rPr>
              <a:t>Customer</a:t>
            </a:r>
            <a:r>
              <a:rPr sz="1400" b="1" spc="-40" dirty="0">
                <a:latin typeface="Times New Roman"/>
                <a:cs typeface="Times New Roman"/>
              </a:rPr>
              <a:t> </a:t>
            </a:r>
            <a:r>
              <a:rPr sz="1400" b="1" dirty="0">
                <a:latin typeface="Times New Roman"/>
                <a:cs typeface="Times New Roman"/>
              </a:rPr>
              <a:t>Button</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Located</a:t>
            </a:r>
            <a:r>
              <a:rPr sz="1200" spc="-15" dirty="0">
                <a:latin typeface="Times New Roman"/>
                <a:cs typeface="Times New Roman"/>
              </a:rPr>
              <a:t> </a:t>
            </a:r>
            <a:r>
              <a:rPr sz="1200" dirty="0">
                <a:latin typeface="Times New Roman"/>
                <a:cs typeface="Times New Roman"/>
              </a:rPr>
              <a:t>at</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top</a:t>
            </a:r>
            <a:r>
              <a:rPr sz="1200" spc="-15" dirty="0">
                <a:latin typeface="Times New Roman"/>
                <a:cs typeface="Times New Roman"/>
              </a:rPr>
              <a:t> </a:t>
            </a:r>
            <a:r>
              <a:rPr sz="1200" dirty="0">
                <a:latin typeface="Times New Roman"/>
                <a:cs typeface="Times New Roman"/>
              </a:rPr>
              <a:t>right</a:t>
            </a:r>
            <a:r>
              <a:rPr sz="1200" spc="-40" dirty="0">
                <a:latin typeface="Times New Roman"/>
                <a:cs typeface="Times New Roman"/>
              </a:rPr>
              <a:t> </a:t>
            </a:r>
            <a:r>
              <a:rPr sz="1200" spc="-10" dirty="0">
                <a:latin typeface="Times New Roman"/>
                <a:cs typeface="Times New Roman"/>
              </a:rPr>
              <a:t>corner,</a:t>
            </a:r>
            <a:r>
              <a:rPr sz="1200" spc="-1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button</a:t>
            </a:r>
            <a:r>
              <a:rPr sz="1200" spc="-15" dirty="0">
                <a:latin typeface="Times New Roman"/>
                <a:cs typeface="Times New Roman"/>
              </a:rPr>
              <a:t> </a:t>
            </a:r>
            <a:r>
              <a:rPr sz="1200" dirty="0">
                <a:latin typeface="Times New Roman"/>
                <a:cs typeface="Times New Roman"/>
              </a:rPr>
              <a:t>lets</a:t>
            </a:r>
            <a:r>
              <a:rPr sz="1200" spc="-3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25" dirty="0">
                <a:latin typeface="Times New Roman"/>
                <a:cs typeface="Times New Roman"/>
              </a:rPr>
              <a:t>new </a:t>
            </a:r>
            <a:r>
              <a:rPr sz="1200" spc="-10" dirty="0">
                <a:latin typeface="Times New Roman"/>
                <a:cs typeface="Times New Roman"/>
              </a:rPr>
              <a:t>customer.</a:t>
            </a:r>
            <a:r>
              <a:rPr sz="1200" spc="-30" dirty="0">
                <a:latin typeface="Times New Roman"/>
                <a:cs typeface="Times New Roman"/>
              </a:rPr>
              <a:t> </a:t>
            </a:r>
            <a:r>
              <a:rPr sz="1200" dirty="0">
                <a:latin typeface="Times New Roman"/>
                <a:cs typeface="Times New Roman"/>
              </a:rPr>
              <a:t>Clicking</a:t>
            </a:r>
            <a:r>
              <a:rPr sz="1200" spc="-2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form</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entering</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70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61644" y="1131633"/>
            <a:ext cx="6925309" cy="7819390"/>
            <a:chOff x="461644" y="1131633"/>
            <a:chExt cx="6925309" cy="781939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22477" y="1134745"/>
              <a:ext cx="6861302" cy="3474720"/>
            </a:xfrm>
            <a:prstGeom prst="rect">
              <a:avLst/>
            </a:prstGeom>
          </p:spPr>
        </p:pic>
        <p:sp>
          <p:nvSpPr>
            <p:cNvPr id="6" name="object 6"/>
            <p:cNvSpPr/>
            <p:nvPr/>
          </p:nvSpPr>
          <p:spPr>
            <a:xfrm>
              <a:off x="463232" y="1133221"/>
              <a:ext cx="6922134" cy="3477895"/>
            </a:xfrm>
            <a:custGeom>
              <a:avLst/>
              <a:gdLst/>
              <a:ahLst/>
              <a:cxnLst/>
              <a:rect l="l" t="t" r="r" b="b"/>
              <a:pathLst>
                <a:path w="6922134" h="3477895">
                  <a:moveTo>
                    <a:pt x="0" y="3477894"/>
                  </a:moveTo>
                  <a:lnTo>
                    <a:pt x="6922134" y="3477894"/>
                  </a:lnTo>
                  <a:lnTo>
                    <a:pt x="6922134" y="0"/>
                  </a:lnTo>
                  <a:lnTo>
                    <a:pt x="0" y="0"/>
                  </a:lnTo>
                  <a:lnTo>
                    <a:pt x="0" y="3477894"/>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5119370"/>
            <a:ext cx="5915660" cy="3620770"/>
          </a:xfrm>
          <a:prstGeom prst="rect">
            <a:avLst/>
          </a:prstGeom>
        </p:spPr>
        <p:txBody>
          <a:bodyPr vert="horz" wrap="square" lIns="0" tIns="5080" rIns="0" bIns="0" rtlCol="0">
            <a:spAutoFit/>
          </a:bodyPr>
          <a:lstStyle/>
          <a:p>
            <a:pPr marL="12700" marR="5080">
              <a:lnSpc>
                <a:spcPct val="104200"/>
              </a:lnSpc>
              <a:spcBef>
                <a:spcPts val="40"/>
              </a:spcBef>
            </a:pPr>
            <a:r>
              <a:rPr sz="1200" spc="-30" dirty="0">
                <a:latin typeface="Times New Roman"/>
                <a:cs typeface="Times New Roman"/>
              </a:rPr>
              <a:t>To</a:t>
            </a:r>
            <a:r>
              <a:rPr sz="1200" spc="-25" dirty="0">
                <a:latin typeface="Times New Roman"/>
                <a:cs typeface="Times New Roman"/>
              </a:rPr>
              <a:t> </a:t>
            </a:r>
            <a:r>
              <a:rPr sz="1200" dirty="0">
                <a:latin typeface="Times New Roman"/>
                <a:cs typeface="Times New Roman"/>
              </a:rPr>
              <a:t>generate</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spc="-10" dirty="0">
                <a:latin typeface="Times New Roman"/>
                <a:cs typeface="Times New Roman"/>
              </a:rPr>
              <a:t>customer,</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following</a:t>
            </a:r>
            <a:r>
              <a:rPr sz="1200" spc="-45" dirty="0">
                <a:latin typeface="Times New Roman"/>
                <a:cs typeface="Times New Roman"/>
              </a:rPr>
              <a:t> </a:t>
            </a:r>
            <a:r>
              <a:rPr sz="1200" dirty="0">
                <a:latin typeface="Times New Roman"/>
                <a:cs typeface="Times New Roman"/>
              </a:rPr>
              <a:t>fields</a:t>
            </a:r>
            <a:r>
              <a:rPr sz="1200" spc="-30"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required</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Customer"</a:t>
            </a:r>
            <a:r>
              <a:rPr sz="1200" spc="-35" dirty="0">
                <a:latin typeface="Times New Roman"/>
                <a:cs typeface="Times New Roman"/>
              </a:rPr>
              <a:t> </a:t>
            </a:r>
            <a:r>
              <a:rPr sz="1200" dirty="0">
                <a:latin typeface="Times New Roman"/>
                <a:cs typeface="Times New Roman"/>
              </a:rPr>
              <a:t>form.</a:t>
            </a:r>
            <a:r>
              <a:rPr sz="1200" spc="-20" dirty="0">
                <a:latin typeface="Times New Roman"/>
                <a:cs typeface="Times New Roman"/>
              </a:rPr>
              <a:t> Each </a:t>
            </a:r>
            <a:r>
              <a:rPr sz="1200" dirty="0">
                <a:latin typeface="Times New Roman"/>
                <a:cs typeface="Times New Roman"/>
              </a:rPr>
              <a:t>field</a:t>
            </a:r>
            <a:r>
              <a:rPr sz="1200" spc="-30" dirty="0">
                <a:latin typeface="Times New Roman"/>
                <a:cs typeface="Times New Roman"/>
              </a:rPr>
              <a:t> </a:t>
            </a:r>
            <a:r>
              <a:rPr sz="1200" dirty="0">
                <a:latin typeface="Times New Roman"/>
                <a:cs typeface="Times New Roman"/>
              </a:rPr>
              <a:t>has</a:t>
            </a:r>
            <a:r>
              <a:rPr sz="1200" spc="-40" dirty="0">
                <a:latin typeface="Times New Roman"/>
                <a:cs typeface="Times New Roman"/>
              </a:rPr>
              <a:t> </a:t>
            </a:r>
            <a:r>
              <a:rPr sz="1200" dirty="0">
                <a:latin typeface="Times New Roman"/>
                <a:cs typeface="Times New Roman"/>
              </a:rPr>
              <a:t>specific</a:t>
            </a:r>
            <a:r>
              <a:rPr sz="1200" spc="-25" dirty="0">
                <a:latin typeface="Times New Roman"/>
                <a:cs typeface="Times New Roman"/>
              </a:rPr>
              <a:t> </a:t>
            </a:r>
            <a:r>
              <a:rPr sz="1200" dirty="0">
                <a:latin typeface="Times New Roman"/>
                <a:cs typeface="Times New Roman"/>
              </a:rPr>
              <a:t>validation</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behavior</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ensure</a:t>
            </a:r>
            <a:r>
              <a:rPr sz="1200" spc="-25" dirty="0">
                <a:latin typeface="Times New Roman"/>
                <a:cs typeface="Times New Roman"/>
              </a:rPr>
              <a:t> </a:t>
            </a:r>
            <a:r>
              <a:rPr sz="1200" dirty="0">
                <a:latin typeface="Times New Roman"/>
                <a:cs typeface="Times New Roman"/>
              </a:rPr>
              <a:t>correct</a:t>
            </a:r>
            <a:r>
              <a:rPr sz="1200" spc="-25"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entry</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spc="-10" dirty="0">
                <a:latin typeface="Times New Roman"/>
                <a:cs typeface="Times New Roman"/>
              </a:rPr>
              <a:t>workflow.</a:t>
            </a:r>
            <a:endParaRPr sz="1200">
              <a:latin typeface="Times New Roman"/>
              <a:cs typeface="Times New Roman"/>
            </a:endParaRPr>
          </a:p>
          <a:p>
            <a:pPr marL="12700">
              <a:lnSpc>
                <a:spcPct val="100000"/>
              </a:lnSpc>
              <a:spcBef>
                <a:spcPts val="840"/>
              </a:spcBef>
            </a:pPr>
            <a:r>
              <a:rPr sz="1400" b="1" dirty="0">
                <a:latin typeface="Times New Roman"/>
                <a:cs typeface="Times New Roman"/>
              </a:rPr>
              <a:t>Add</a:t>
            </a:r>
            <a:r>
              <a:rPr sz="1400" b="1" spc="-30" dirty="0">
                <a:latin typeface="Times New Roman"/>
                <a:cs typeface="Times New Roman"/>
              </a:rPr>
              <a:t> </a:t>
            </a:r>
            <a:r>
              <a:rPr sz="1400" b="1" dirty="0">
                <a:latin typeface="Times New Roman"/>
                <a:cs typeface="Times New Roman"/>
              </a:rPr>
              <a:t>Customer</a:t>
            </a:r>
            <a:r>
              <a:rPr sz="1400" b="1" spc="-35" dirty="0">
                <a:latin typeface="Times New Roman"/>
                <a:cs typeface="Times New Roman"/>
              </a:rPr>
              <a:t> </a:t>
            </a:r>
            <a:r>
              <a:rPr sz="1400" b="1" dirty="0">
                <a:latin typeface="Times New Roman"/>
                <a:cs typeface="Times New Roman"/>
              </a:rPr>
              <a:t>Form</a:t>
            </a:r>
            <a:r>
              <a:rPr sz="1400" b="1" spc="-15" dirty="0">
                <a:latin typeface="Times New Roman"/>
                <a:cs typeface="Times New Roman"/>
              </a:rPr>
              <a:t> </a:t>
            </a:r>
            <a:r>
              <a:rPr sz="1400" b="1" spc="-10" dirty="0">
                <a:latin typeface="Times New Roman"/>
                <a:cs typeface="Times New Roman"/>
              </a:rPr>
              <a:t>Fields</a:t>
            </a:r>
            <a:endParaRPr sz="1400">
              <a:latin typeface="Times New Roman"/>
              <a:cs typeface="Times New Roman"/>
            </a:endParaRPr>
          </a:p>
          <a:p>
            <a:pPr marL="469265" indent="-227965">
              <a:lnSpc>
                <a:spcPct val="100000"/>
              </a:lnSpc>
              <a:spcBef>
                <a:spcPts val="860"/>
              </a:spcBef>
              <a:buSzPct val="71428"/>
              <a:buFont typeface="Symbol"/>
              <a:buChar char=""/>
              <a:tabLst>
                <a:tab pos="469265" algn="l"/>
              </a:tabLst>
            </a:pPr>
            <a:r>
              <a:rPr sz="1400" b="1" dirty="0">
                <a:latin typeface="Times New Roman"/>
                <a:cs typeface="Times New Roman"/>
              </a:rPr>
              <a:t>Customer</a:t>
            </a:r>
            <a:r>
              <a:rPr sz="1400" b="1" spc="-60" dirty="0">
                <a:latin typeface="Times New Roman"/>
                <a:cs typeface="Times New Roman"/>
              </a:rPr>
              <a:t> </a:t>
            </a:r>
            <a:r>
              <a:rPr sz="1400" b="1" spc="-20" dirty="0">
                <a:latin typeface="Times New Roman"/>
                <a:cs typeface="Times New Roman"/>
              </a:rPr>
              <a:t>Code</a:t>
            </a:r>
            <a:r>
              <a:rPr sz="1400" spc="-20" dirty="0">
                <a:latin typeface="Times New Roman"/>
                <a:cs typeface="Times New Roman"/>
              </a:rPr>
              <a:t>:</a:t>
            </a:r>
            <a:endParaRPr sz="1400">
              <a:latin typeface="Times New Roman"/>
              <a:cs typeface="Times New Roman"/>
            </a:endParaRPr>
          </a:p>
          <a:p>
            <a:pPr marL="927100" lvl="1" indent="-228600">
              <a:lnSpc>
                <a:spcPct val="100000"/>
              </a:lnSpc>
              <a:spcBef>
                <a:spcPts val="860"/>
              </a:spcBef>
              <a:buSzPct val="83333"/>
              <a:buFont typeface="Courier New"/>
              <a:buChar char="o"/>
              <a:tabLst>
                <a:tab pos="927100"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dirty="0">
                <a:latin typeface="Times New Roman"/>
                <a:cs typeface="Times New Roman"/>
              </a:rPr>
              <a:t>Unique</a:t>
            </a:r>
            <a:r>
              <a:rPr sz="1200" spc="-30" dirty="0">
                <a:latin typeface="Times New Roman"/>
                <a:cs typeface="Times New Roman"/>
              </a:rPr>
              <a:t> </a:t>
            </a:r>
            <a:r>
              <a:rPr sz="1200" spc="-10" dirty="0">
                <a:latin typeface="Times New Roman"/>
                <a:cs typeface="Times New Roman"/>
              </a:rPr>
              <a:t>identifier.</a:t>
            </a:r>
            <a:endParaRPr sz="1200">
              <a:latin typeface="Times New Roman"/>
              <a:cs typeface="Times New Roman"/>
            </a:endParaRPr>
          </a:p>
          <a:p>
            <a:pPr marL="927100" lvl="1" indent="-228600">
              <a:lnSpc>
                <a:spcPct val="100000"/>
              </a:lnSpc>
              <a:spcBef>
                <a:spcPts val="860"/>
              </a:spcBef>
              <a:buSzPct val="83333"/>
              <a:buFont typeface="Courier New"/>
              <a:buChar char="o"/>
              <a:tabLst>
                <a:tab pos="927100" algn="l"/>
              </a:tabLst>
            </a:pPr>
            <a:r>
              <a:rPr sz="1200" b="1" dirty="0">
                <a:latin typeface="Times New Roman"/>
                <a:cs typeface="Times New Roman"/>
              </a:rPr>
              <a:t>Description</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serves</a:t>
            </a:r>
            <a:r>
              <a:rPr sz="1200" spc="-3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unique</a:t>
            </a:r>
            <a:r>
              <a:rPr sz="1200" spc="-35" dirty="0">
                <a:latin typeface="Times New Roman"/>
                <a:cs typeface="Times New Roman"/>
              </a:rPr>
              <a:t> </a:t>
            </a:r>
            <a:r>
              <a:rPr sz="1200" dirty="0">
                <a:latin typeface="Times New Roman"/>
                <a:cs typeface="Times New Roman"/>
              </a:rPr>
              <a:t>identifier</a:t>
            </a:r>
            <a:r>
              <a:rPr sz="1200" spc="-2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each</a:t>
            </a:r>
            <a:r>
              <a:rPr sz="1200" spc="-4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469265" indent="-227965">
              <a:lnSpc>
                <a:spcPct val="100000"/>
              </a:lnSpc>
              <a:spcBef>
                <a:spcPts val="860"/>
              </a:spcBef>
              <a:buSzPct val="71428"/>
              <a:buFont typeface="Symbol"/>
              <a:buChar char=""/>
              <a:tabLst>
                <a:tab pos="469265" algn="l"/>
              </a:tabLst>
            </a:pPr>
            <a:r>
              <a:rPr sz="1400" b="1" dirty="0">
                <a:latin typeface="Times New Roman"/>
                <a:cs typeface="Times New Roman"/>
              </a:rPr>
              <a:t>Customer</a:t>
            </a:r>
            <a:r>
              <a:rPr sz="1400" b="1" spc="-60" dirty="0">
                <a:latin typeface="Times New Roman"/>
                <a:cs typeface="Times New Roman"/>
              </a:rPr>
              <a:t> </a:t>
            </a:r>
            <a:r>
              <a:rPr sz="1400" b="1" spc="-20" dirty="0">
                <a:latin typeface="Times New Roman"/>
                <a:cs typeface="Times New Roman"/>
              </a:rPr>
              <a:t>Name</a:t>
            </a:r>
            <a:r>
              <a:rPr sz="1400" spc="-20" dirty="0">
                <a:latin typeface="Times New Roman"/>
                <a:cs typeface="Times New Roman"/>
              </a:rPr>
              <a:t>:</a:t>
            </a:r>
            <a:endParaRPr sz="1400">
              <a:latin typeface="Times New Roman"/>
              <a:cs typeface="Times New Roman"/>
            </a:endParaRPr>
          </a:p>
          <a:p>
            <a:pPr marL="927100" lvl="1" indent="-228600">
              <a:lnSpc>
                <a:spcPct val="100000"/>
              </a:lnSpc>
              <a:spcBef>
                <a:spcPts val="865"/>
              </a:spcBef>
              <a:buSzPct val="83333"/>
              <a:buFont typeface="Courier New"/>
              <a:buChar char="o"/>
              <a:tabLst>
                <a:tab pos="927100"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spc="-20" dirty="0">
                <a:latin typeface="Times New Roman"/>
                <a:cs typeface="Times New Roman"/>
              </a:rPr>
              <a:t>Text</a:t>
            </a:r>
            <a:r>
              <a:rPr sz="1200" spc="-35" dirty="0">
                <a:latin typeface="Times New Roman"/>
                <a:cs typeface="Times New Roman"/>
              </a:rPr>
              <a:t> </a:t>
            </a:r>
            <a:r>
              <a:rPr sz="1200" spc="-10" dirty="0">
                <a:latin typeface="Times New Roman"/>
                <a:cs typeface="Times New Roman"/>
              </a:rPr>
              <a:t>input</a:t>
            </a:r>
            <a:r>
              <a:rPr sz="1400" spc="-10" dirty="0">
                <a:latin typeface="Times New Roman"/>
                <a:cs typeface="Times New Roman"/>
              </a:rPr>
              <a:t>.</a:t>
            </a:r>
            <a:endParaRPr sz="1400">
              <a:latin typeface="Times New Roman"/>
              <a:cs typeface="Times New Roman"/>
            </a:endParaRPr>
          </a:p>
          <a:p>
            <a:pPr marL="927100" lvl="1" indent="-228600">
              <a:lnSpc>
                <a:spcPct val="100000"/>
              </a:lnSpc>
              <a:spcBef>
                <a:spcPts val="860"/>
              </a:spcBef>
              <a:buSzPct val="83333"/>
              <a:buFont typeface="Courier New"/>
              <a:buChar char="o"/>
              <a:tabLst>
                <a:tab pos="927100" algn="l"/>
              </a:tabLst>
            </a:pPr>
            <a:r>
              <a:rPr sz="1200" b="1" dirty="0">
                <a:latin typeface="Times New Roman"/>
                <a:cs typeface="Times New Roman"/>
              </a:rPr>
              <a:t>Description</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name</a:t>
            </a:r>
            <a:r>
              <a:rPr sz="1200" spc="-1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a:t>
            </a:r>
            <a:r>
              <a:rPr sz="1400" spc="-10" dirty="0">
                <a:latin typeface="Times New Roman"/>
                <a:cs typeface="Times New Roman"/>
              </a:rPr>
              <a:t>.</a:t>
            </a:r>
            <a:endParaRPr sz="1400">
              <a:latin typeface="Times New Roman"/>
              <a:cs typeface="Times New Roman"/>
            </a:endParaRPr>
          </a:p>
          <a:p>
            <a:pPr marL="469265" indent="-227965">
              <a:lnSpc>
                <a:spcPct val="100000"/>
              </a:lnSpc>
              <a:spcBef>
                <a:spcPts val="840"/>
              </a:spcBef>
              <a:buSzPct val="71428"/>
              <a:buFont typeface="Symbol"/>
              <a:buChar char=""/>
              <a:tabLst>
                <a:tab pos="469265" algn="l"/>
              </a:tabLst>
            </a:pPr>
            <a:r>
              <a:rPr sz="1400" b="1" spc="-10" dirty="0">
                <a:latin typeface="Times New Roman"/>
                <a:cs typeface="Times New Roman"/>
              </a:rPr>
              <a:t>Email</a:t>
            </a:r>
            <a:r>
              <a:rPr sz="1400" b="1" spc="-60" dirty="0">
                <a:latin typeface="Times New Roman"/>
                <a:cs typeface="Times New Roman"/>
              </a:rPr>
              <a:t> </a:t>
            </a:r>
            <a:r>
              <a:rPr sz="1400" b="1" spc="-10" dirty="0">
                <a:latin typeface="Times New Roman"/>
                <a:cs typeface="Times New Roman"/>
              </a:rPr>
              <a:t>Address</a:t>
            </a:r>
            <a:r>
              <a:rPr sz="1400" spc="-10" dirty="0">
                <a:latin typeface="Times New Roman"/>
                <a:cs typeface="Times New Roman"/>
              </a:rPr>
              <a:t>:</a:t>
            </a:r>
            <a:endParaRPr sz="1400">
              <a:latin typeface="Times New Roman"/>
              <a:cs typeface="Times New Roman"/>
            </a:endParaRPr>
          </a:p>
          <a:p>
            <a:pPr marL="927100" lvl="1" indent="-228600">
              <a:lnSpc>
                <a:spcPct val="100000"/>
              </a:lnSpc>
              <a:spcBef>
                <a:spcPts val="860"/>
              </a:spcBef>
              <a:buSzPct val="83333"/>
              <a:buFont typeface="Courier New"/>
              <a:buChar char="o"/>
              <a:tabLst>
                <a:tab pos="927100" algn="l"/>
              </a:tabLst>
            </a:pPr>
            <a:r>
              <a:rPr sz="1200" b="1" spc="-10" dirty="0">
                <a:latin typeface="Times New Roman"/>
                <a:cs typeface="Times New Roman"/>
              </a:rPr>
              <a:t>Type</a:t>
            </a:r>
            <a:r>
              <a:rPr sz="1400" spc="-10" dirty="0">
                <a:latin typeface="Times New Roman"/>
                <a:cs typeface="Times New Roman"/>
              </a:rPr>
              <a:t>:</a:t>
            </a:r>
            <a:r>
              <a:rPr sz="1400" spc="-35" dirty="0">
                <a:latin typeface="Times New Roman"/>
                <a:cs typeface="Times New Roman"/>
              </a:rPr>
              <a:t> </a:t>
            </a:r>
            <a:r>
              <a:rPr sz="1200" dirty="0">
                <a:latin typeface="Times New Roman"/>
                <a:cs typeface="Times New Roman"/>
              </a:rPr>
              <a:t>Email</a:t>
            </a:r>
            <a:r>
              <a:rPr sz="1200" spc="-45" dirty="0">
                <a:latin typeface="Times New Roman"/>
                <a:cs typeface="Times New Roman"/>
              </a:rPr>
              <a:t> </a:t>
            </a:r>
            <a:r>
              <a:rPr sz="1200" dirty="0">
                <a:latin typeface="Times New Roman"/>
                <a:cs typeface="Times New Roman"/>
              </a:rPr>
              <a:t>input</a:t>
            </a:r>
            <a:r>
              <a:rPr sz="1200" spc="-20"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spc="-10" dirty="0">
                <a:latin typeface="Times New Roman"/>
                <a:cs typeface="Times New Roman"/>
              </a:rPr>
              <a:t>verification.</a:t>
            </a:r>
            <a:endParaRPr sz="1200">
              <a:latin typeface="Times New Roman"/>
              <a:cs typeface="Times New Roman"/>
            </a:endParaRPr>
          </a:p>
          <a:p>
            <a:pPr marL="927100" lvl="1" indent="-228600">
              <a:lnSpc>
                <a:spcPct val="100000"/>
              </a:lnSpc>
              <a:spcBef>
                <a:spcPts val="860"/>
              </a:spcBef>
              <a:buSzPct val="83333"/>
              <a:buFont typeface="Courier New"/>
              <a:buChar char="o"/>
              <a:tabLst>
                <a:tab pos="927100" algn="l"/>
              </a:tabLst>
            </a:pPr>
            <a:r>
              <a:rPr sz="1200" b="1" dirty="0">
                <a:latin typeface="Times New Roman"/>
                <a:cs typeface="Times New Roman"/>
              </a:rPr>
              <a:t>Description</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spc="-10" dirty="0">
                <a:latin typeface="Times New Roman"/>
                <a:cs typeface="Times New Roman"/>
              </a:rPr>
              <a:t>address</a:t>
            </a:r>
            <a:r>
              <a:rPr sz="1400" spc="-10" dirty="0">
                <a:latin typeface="Times New Roman"/>
                <a:cs typeface="Times New Roman"/>
              </a:rPr>
              <a:t>.</a:t>
            </a:r>
            <a:endParaRPr sz="14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2218372"/>
            <a:ext cx="5981065" cy="6732270"/>
            <a:chOff x="896937" y="2218372"/>
            <a:chExt cx="5981065" cy="6732270"/>
          </a:xfrm>
        </p:grpSpPr>
        <p:sp>
          <p:nvSpPr>
            <p:cNvPr id="3" name="object 3"/>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781300" y="2221484"/>
              <a:ext cx="2217420" cy="1394459"/>
            </a:xfrm>
            <a:prstGeom prst="rect">
              <a:avLst/>
            </a:prstGeom>
          </p:spPr>
        </p:pic>
        <p:sp>
          <p:nvSpPr>
            <p:cNvPr id="5" name="object 5"/>
            <p:cNvSpPr/>
            <p:nvPr/>
          </p:nvSpPr>
          <p:spPr>
            <a:xfrm>
              <a:off x="2779776" y="2219960"/>
              <a:ext cx="2220595" cy="1397635"/>
            </a:xfrm>
            <a:custGeom>
              <a:avLst/>
              <a:gdLst/>
              <a:ahLst/>
              <a:cxnLst/>
              <a:rect l="l" t="t" r="r" b="b"/>
              <a:pathLst>
                <a:path w="2220595" h="1397635">
                  <a:moveTo>
                    <a:pt x="0" y="1397634"/>
                  </a:moveTo>
                  <a:lnTo>
                    <a:pt x="2220595" y="1397634"/>
                  </a:lnTo>
                  <a:lnTo>
                    <a:pt x="2220595" y="0"/>
                  </a:lnTo>
                  <a:lnTo>
                    <a:pt x="0" y="0"/>
                  </a:lnTo>
                  <a:lnTo>
                    <a:pt x="0" y="1397634"/>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2733675" y="7605902"/>
              <a:ext cx="2295525" cy="1047750"/>
            </a:xfrm>
            <a:prstGeom prst="rect">
              <a:avLst/>
            </a:prstGeom>
          </p:spPr>
        </p:pic>
        <p:sp>
          <p:nvSpPr>
            <p:cNvPr id="7" name="object 7"/>
            <p:cNvSpPr/>
            <p:nvPr/>
          </p:nvSpPr>
          <p:spPr>
            <a:xfrm>
              <a:off x="2732151" y="7604251"/>
              <a:ext cx="2298700" cy="1050925"/>
            </a:xfrm>
            <a:custGeom>
              <a:avLst/>
              <a:gdLst/>
              <a:ahLst/>
              <a:cxnLst/>
              <a:rect l="l" t="t" r="r" b="b"/>
              <a:pathLst>
                <a:path w="2298700" h="1050925">
                  <a:moveTo>
                    <a:pt x="0" y="1050925"/>
                  </a:moveTo>
                  <a:lnTo>
                    <a:pt x="2298700" y="1050925"/>
                  </a:lnTo>
                  <a:lnTo>
                    <a:pt x="2298700" y="0"/>
                  </a:lnTo>
                  <a:lnTo>
                    <a:pt x="0" y="0"/>
                  </a:lnTo>
                  <a:lnTo>
                    <a:pt x="0" y="1050925"/>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1588135" y="434340"/>
            <a:ext cx="5283200" cy="1588135"/>
          </a:xfrm>
          <a:prstGeom prst="rect">
            <a:avLst/>
          </a:prstGeom>
        </p:spPr>
        <p:txBody>
          <a:bodyPr vert="horz" wrap="square" lIns="0" tIns="12700" rIns="0" bIns="0" rtlCol="0">
            <a:spAutoFit/>
          </a:bodyPr>
          <a:lstStyle/>
          <a:p>
            <a:pPr marL="29673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241300" marR="96520" indent="-228600">
              <a:lnSpc>
                <a:spcPct val="103600"/>
              </a:lnSpc>
              <a:buSzPct val="83333"/>
              <a:buFont typeface="Courier New"/>
              <a:buChar char="o"/>
              <a:tabLst>
                <a:tab pos="241300" algn="l"/>
              </a:tabLst>
            </a:pPr>
            <a:r>
              <a:rPr sz="1200" b="1" spc="-10" dirty="0">
                <a:latin typeface="Times New Roman"/>
                <a:cs typeface="Times New Roman"/>
              </a:rPr>
              <a:t>Verification</a:t>
            </a:r>
            <a:r>
              <a:rPr sz="1400" spc="-10" dirty="0">
                <a:latin typeface="Times New Roman"/>
                <a:cs typeface="Times New Roman"/>
              </a:rPr>
              <a:t>:</a:t>
            </a:r>
            <a:r>
              <a:rPr sz="1400" spc="-2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arrow</a:t>
            </a:r>
            <a:r>
              <a:rPr sz="1200" spc="-25" dirty="0">
                <a:latin typeface="Times New Roman"/>
                <a:cs typeface="Times New Roman"/>
              </a:rPr>
              <a:t> </a:t>
            </a:r>
            <a:r>
              <a:rPr sz="1200" dirty="0">
                <a:latin typeface="Times New Roman"/>
                <a:cs typeface="Times New Roman"/>
              </a:rPr>
              <a:t>icon</a:t>
            </a:r>
            <a:r>
              <a:rPr sz="1200" spc="-20" dirty="0">
                <a:latin typeface="Times New Roman"/>
                <a:cs typeface="Times New Roman"/>
              </a:rPr>
              <a:t> </a:t>
            </a:r>
            <a:r>
              <a:rPr sz="1200" dirty="0">
                <a:latin typeface="Times New Roman"/>
                <a:cs typeface="Times New Roman"/>
              </a:rPr>
              <a:t>next</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triggers</a:t>
            </a:r>
            <a:r>
              <a:rPr sz="1200" spc="-2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OTP</a:t>
            </a:r>
            <a:r>
              <a:rPr sz="1200" spc="-65" dirty="0">
                <a:latin typeface="Times New Roman"/>
                <a:cs typeface="Times New Roman"/>
              </a:rPr>
              <a:t> </a:t>
            </a:r>
            <a:r>
              <a:rPr sz="1200" dirty="0">
                <a:latin typeface="Times New Roman"/>
                <a:cs typeface="Times New Roman"/>
              </a:rPr>
              <a:t>verification</a:t>
            </a:r>
            <a:r>
              <a:rPr sz="1200" spc="-20" dirty="0">
                <a:latin typeface="Times New Roman"/>
                <a:cs typeface="Times New Roman"/>
              </a:rPr>
              <a:t> </a:t>
            </a:r>
            <a:r>
              <a:rPr sz="1200" spc="-10" dirty="0">
                <a:latin typeface="Times New Roman"/>
                <a:cs typeface="Times New Roman"/>
              </a:rPr>
              <a:t>popup </a:t>
            </a:r>
            <a:r>
              <a:rPr sz="1200" dirty="0">
                <a:latin typeface="Times New Roman"/>
                <a:cs typeface="Times New Roman"/>
              </a:rPr>
              <a:t>when</a:t>
            </a:r>
            <a:r>
              <a:rPr sz="1200" spc="-20" dirty="0">
                <a:latin typeface="Times New Roman"/>
                <a:cs typeface="Times New Roman"/>
              </a:rPr>
              <a:t> </a:t>
            </a:r>
            <a:r>
              <a:rPr sz="1200" spc="-10" dirty="0">
                <a:latin typeface="Times New Roman"/>
                <a:cs typeface="Times New Roman"/>
              </a:rPr>
              <a:t>clicked.</a:t>
            </a:r>
            <a:endParaRPr sz="1200">
              <a:latin typeface="Times New Roman"/>
              <a:cs typeface="Times New Roman"/>
            </a:endParaRPr>
          </a:p>
          <a:p>
            <a:pPr marL="698500" marR="203200" lvl="1" indent="-228600">
              <a:lnSpc>
                <a:spcPct val="104000"/>
              </a:lnSpc>
              <a:spcBef>
                <a:spcPts val="775"/>
              </a:spcBef>
              <a:buSzPct val="83333"/>
              <a:buFont typeface="Wingdings"/>
              <a:buChar char=""/>
              <a:tabLst>
                <a:tab pos="698500" algn="l"/>
              </a:tabLst>
            </a:pPr>
            <a:r>
              <a:rPr sz="1200" b="1" spc="-10" dirty="0">
                <a:latin typeface="Times New Roman"/>
                <a:cs typeface="Times New Roman"/>
              </a:rPr>
              <a:t>OTP</a:t>
            </a:r>
            <a:r>
              <a:rPr sz="1200" b="1" spc="-95" dirty="0">
                <a:latin typeface="Times New Roman"/>
                <a:cs typeface="Times New Roman"/>
              </a:rPr>
              <a:t> </a:t>
            </a:r>
            <a:r>
              <a:rPr sz="1200" b="1" dirty="0">
                <a:latin typeface="Times New Roman"/>
                <a:cs typeface="Times New Roman"/>
              </a:rPr>
              <a:t>V</a:t>
            </a:r>
            <a:r>
              <a:rPr sz="1400" b="1" dirty="0">
                <a:latin typeface="Times New Roman"/>
                <a:cs typeface="Times New Roman"/>
              </a:rPr>
              <a:t>erification</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65" dirty="0">
                <a:latin typeface="Times New Roman"/>
                <a:cs typeface="Times New Roman"/>
              </a:rPr>
              <a:t> </a:t>
            </a:r>
            <a:r>
              <a:rPr sz="1200" dirty="0">
                <a:latin typeface="Times New Roman"/>
                <a:cs typeface="Times New Roman"/>
              </a:rPr>
              <a:t>sent</a:t>
            </a:r>
            <a:r>
              <a:rPr sz="1200" spc="-1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verified,</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spc="-10" dirty="0">
                <a:latin typeface="Times New Roman"/>
                <a:cs typeface="Times New Roman"/>
              </a:rPr>
              <a:t>Status </a:t>
            </a:r>
            <a:r>
              <a:rPr sz="1200" dirty="0">
                <a:latin typeface="Times New Roman"/>
                <a:cs typeface="Times New Roman"/>
              </a:rPr>
              <a:t>field</a:t>
            </a:r>
            <a:r>
              <a:rPr sz="1200" spc="-15" dirty="0">
                <a:latin typeface="Times New Roman"/>
                <a:cs typeface="Times New Roman"/>
              </a:rPr>
              <a:t> </a:t>
            </a:r>
            <a:r>
              <a:rPr sz="1200" spc="-10" dirty="0">
                <a:latin typeface="Times New Roman"/>
                <a:cs typeface="Times New Roman"/>
              </a:rPr>
              <a:t>automatically</a:t>
            </a:r>
            <a:r>
              <a:rPr sz="1200" spc="-15"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"Active".</a:t>
            </a:r>
            <a:r>
              <a:rPr sz="1200" spc="-10" dirty="0">
                <a:latin typeface="Times New Roman"/>
                <a:cs typeface="Times New Roman"/>
              </a:rPr>
              <a:t> </a:t>
            </a:r>
            <a:r>
              <a:rPr sz="1200" dirty="0">
                <a:latin typeface="Times New Roman"/>
                <a:cs typeface="Times New Roman"/>
              </a:rPr>
              <a:t>If</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OTP</a:t>
            </a:r>
            <a:r>
              <a:rPr sz="1200" spc="-6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not</a:t>
            </a:r>
            <a:r>
              <a:rPr sz="1200" spc="-10" dirty="0">
                <a:latin typeface="Times New Roman"/>
                <a:cs typeface="Times New Roman"/>
              </a:rPr>
              <a:t> </a:t>
            </a:r>
            <a:r>
              <a:rPr sz="1200" dirty="0">
                <a:latin typeface="Times New Roman"/>
                <a:cs typeface="Times New Roman"/>
              </a:rPr>
              <a:t>verified,</a:t>
            </a:r>
            <a:r>
              <a:rPr sz="1200" spc="-35" dirty="0">
                <a:latin typeface="Times New Roman"/>
                <a:cs typeface="Times New Roman"/>
              </a:rPr>
              <a:t> </a:t>
            </a:r>
            <a:r>
              <a:rPr sz="1200" spc="-25" dirty="0">
                <a:latin typeface="Times New Roman"/>
                <a:cs typeface="Times New Roman"/>
              </a:rPr>
              <a:t>the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remains</a:t>
            </a:r>
            <a:r>
              <a:rPr sz="1200" spc="-35" dirty="0">
                <a:latin typeface="Times New Roman"/>
                <a:cs typeface="Times New Roman"/>
              </a:rPr>
              <a:t> </a:t>
            </a:r>
            <a:r>
              <a:rPr sz="1200" dirty="0">
                <a:latin typeface="Times New Roman"/>
                <a:cs typeface="Times New Roman"/>
              </a:rPr>
              <a:t>"Inactive"</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cannot</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changed</a:t>
            </a:r>
            <a:r>
              <a:rPr sz="1200" spc="-30" dirty="0">
                <a:latin typeface="Times New Roman"/>
                <a:cs typeface="Times New Roman"/>
              </a:rPr>
              <a:t> </a:t>
            </a:r>
            <a:r>
              <a:rPr sz="1200" spc="-10" dirty="0">
                <a:latin typeface="Times New Roman"/>
                <a:cs typeface="Times New Roman"/>
              </a:rPr>
              <a:t>manually.</a:t>
            </a:r>
            <a:endParaRPr sz="1200">
              <a:latin typeface="Times New Roman"/>
              <a:cs typeface="Times New Roman"/>
            </a:endParaRPr>
          </a:p>
        </p:txBody>
      </p:sp>
      <p:sp>
        <p:nvSpPr>
          <p:cNvPr id="9" name="object 9"/>
          <p:cNvSpPr txBox="1"/>
          <p:nvPr/>
        </p:nvSpPr>
        <p:spPr>
          <a:xfrm>
            <a:off x="1359153" y="3927601"/>
            <a:ext cx="5393690" cy="3496310"/>
          </a:xfrm>
          <a:prstGeom prst="rect">
            <a:avLst/>
          </a:prstGeom>
        </p:spPr>
        <p:txBody>
          <a:bodyPr vert="horz" wrap="square" lIns="0" tIns="121920" rIns="0" bIns="0" rtlCol="0">
            <a:spAutoFit/>
          </a:bodyPr>
          <a:lstStyle/>
          <a:p>
            <a:pPr marL="241300" indent="-228600">
              <a:lnSpc>
                <a:spcPct val="100000"/>
              </a:lnSpc>
              <a:spcBef>
                <a:spcPts val="960"/>
              </a:spcBef>
              <a:buSzPct val="71428"/>
              <a:buFont typeface="Symbol"/>
              <a:buChar char=""/>
              <a:tabLst>
                <a:tab pos="241300" algn="l"/>
              </a:tabLst>
            </a:pPr>
            <a:r>
              <a:rPr sz="1400" b="1" spc="-10" dirty="0">
                <a:latin typeface="Times New Roman"/>
                <a:cs typeface="Times New Roman"/>
              </a:rPr>
              <a:t>Password</a:t>
            </a:r>
            <a:r>
              <a:rPr sz="1400" spc="-10" dirty="0">
                <a:latin typeface="Times New Roman"/>
                <a:cs typeface="Times New Roman"/>
              </a:rPr>
              <a:t>:</a:t>
            </a:r>
            <a:endParaRPr sz="1400">
              <a:latin typeface="Times New Roman"/>
              <a:cs typeface="Times New Roman"/>
            </a:endParaRPr>
          </a:p>
          <a:p>
            <a:pPr marL="468630" lvl="1" indent="-227329">
              <a:lnSpc>
                <a:spcPct val="100000"/>
              </a:lnSpc>
              <a:spcBef>
                <a:spcPts val="860"/>
              </a:spcBef>
              <a:buSzPct val="116666"/>
              <a:buFont typeface="Courier New"/>
              <a:buChar char="o"/>
              <a:tabLst>
                <a:tab pos="468630" algn="l"/>
              </a:tabLst>
            </a:pPr>
            <a:r>
              <a:rPr sz="1200" b="1" spc="-10" dirty="0">
                <a:latin typeface="Times New Roman"/>
                <a:cs typeface="Times New Roman"/>
              </a:rPr>
              <a:t>Type</a:t>
            </a:r>
            <a:r>
              <a:rPr sz="1400" spc="-10" dirty="0">
                <a:latin typeface="Times New Roman"/>
                <a:cs typeface="Times New Roman"/>
              </a:rPr>
              <a:t>:</a:t>
            </a:r>
            <a:r>
              <a:rPr sz="1400" spc="-60" dirty="0">
                <a:latin typeface="Times New Roman"/>
                <a:cs typeface="Times New Roman"/>
              </a:rPr>
              <a:t> </a:t>
            </a:r>
            <a:r>
              <a:rPr sz="1200" dirty="0">
                <a:latin typeface="Times New Roman"/>
                <a:cs typeface="Times New Roman"/>
              </a:rPr>
              <a:t>Password</a:t>
            </a:r>
            <a:r>
              <a:rPr sz="1200" spc="-50"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469900" marR="433070" lvl="1" indent="-228600">
              <a:lnSpc>
                <a:spcPct val="103600"/>
              </a:lnSpc>
              <a:spcBef>
                <a:spcPts val="800"/>
              </a:spcBef>
              <a:buFont typeface="Courier New"/>
              <a:buChar char="o"/>
              <a:tabLst>
                <a:tab pos="469900" algn="l"/>
              </a:tabLst>
            </a:pPr>
            <a:r>
              <a:rPr sz="1200" b="1" dirty="0">
                <a:latin typeface="Times New Roman"/>
                <a:cs typeface="Times New Roman"/>
              </a:rPr>
              <a:t>Description</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Password</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customer's</a:t>
            </a:r>
            <a:r>
              <a:rPr sz="1200" spc="-55" dirty="0">
                <a:latin typeface="Times New Roman"/>
                <a:cs typeface="Times New Roman"/>
              </a:rPr>
              <a:t> </a:t>
            </a:r>
            <a:r>
              <a:rPr sz="1200" dirty="0">
                <a:latin typeface="Times New Roman"/>
                <a:cs typeface="Times New Roman"/>
              </a:rPr>
              <a:t>account.</a:t>
            </a:r>
            <a:r>
              <a:rPr sz="1200" spc="-7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will</a:t>
            </a:r>
            <a:r>
              <a:rPr sz="1200" spc="-25" dirty="0">
                <a:latin typeface="Times New Roman"/>
                <a:cs typeface="Times New Roman"/>
              </a:rPr>
              <a:t> be </a:t>
            </a:r>
            <a:r>
              <a:rPr sz="1200" dirty="0">
                <a:latin typeface="Times New Roman"/>
                <a:cs typeface="Times New Roman"/>
              </a:rPr>
              <a:t>provided</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login</a:t>
            </a:r>
            <a:r>
              <a:rPr sz="1200" spc="-25" dirty="0">
                <a:latin typeface="Times New Roman"/>
                <a:cs typeface="Times New Roman"/>
              </a:rPr>
              <a:t> </a:t>
            </a:r>
            <a:r>
              <a:rPr sz="1200" spc="-10" dirty="0">
                <a:latin typeface="Times New Roman"/>
                <a:cs typeface="Times New Roman"/>
              </a:rPr>
              <a:t>purposes.</a:t>
            </a:r>
            <a:endParaRPr sz="1200">
              <a:latin typeface="Times New Roman"/>
              <a:cs typeface="Times New Roman"/>
            </a:endParaRPr>
          </a:p>
          <a:p>
            <a:pPr marL="241300" indent="-228600">
              <a:lnSpc>
                <a:spcPct val="100000"/>
              </a:lnSpc>
              <a:spcBef>
                <a:spcPts val="840"/>
              </a:spcBef>
              <a:buSzPct val="71428"/>
              <a:buFont typeface="Symbol"/>
              <a:buChar char=""/>
              <a:tabLst>
                <a:tab pos="241300" algn="l"/>
              </a:tabLst>
            </a:pPr>
            <a:r>
              <a:rPr sz="1400" b="1" dirty="0">
                <a:latin typeface="Times New Roman"/>
                <a:cs typeface="Times New Roman"/>
              </a:rPr>
              <a:t>Contact</a:t>
            </a:r>
            <a:r>
              <a:rPr sz="1400" b="1" spc="-15" dirty="0">
                <a:latin typeface="Times New Roman"/>
                <a:cs typeface="Times New Roman"/>
              </a:rPr>
              <a:t> </a:t>
            </a:r>
            <a:r>
              <a:rPr sz="1400" b="1" spc="-10" dirty="0">
                <a:latin typeface="Times New Roman"/>
                <a:cs typeface="Times New Roman"/>
              </a:rPr>
              <a:t>Number</a:t>
            </a:r>
            <a:r>
              <a:rPr sz="1400" spc="-10" dirty="0">
                <a:latin typeface="Times New Roman"/>
                <a:cs typeface="Times New Roman"/>
              </a:rPr>
              <a:t>:</a:t>
            </a:r>
            <a:endParaRPr sz="1400">
              <a:latin typeface="Times New Roman"/>
              <a:cs typeface="Times New Roman"/>
            </a:endParaRPr>
          </a:p>
          <a:p>
            <a:pPr marL="468630" lvl="1" indent="-227329">
              <a:lnSpc>
                <a:spcPct val="100000"/>
              </a:lnSpc>
              <a:spcBef>
                <a:spcPts val="860"/>
              </a:spcBef>
              <a:buSzPct val="116666"/>
              <a:buFont typeface="Courier New"/>
              <a:buChar char="o"/>
              <a:tabLst>
                <a:tab pos="468630"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dirty="0">
                <a:latin typeface="Times New Roman"/>
                <a:cs typeface="Times New Roman"/>
              </a:rPr>
              <a:t>Number</a:t>
            </a:r>
            <a:r>
              <a:rPr sz="1200" spc="-40" dirty="0">
                <a:latin typeface="Times New Roman"/>
                <a:cs typeface="Times New Roman"/>
              </a:rPr>
              <a:t> </a:t>
            </a:r>
            <a:r>
              <a:rPr sz="1200" spc="-10" dirty="0">
                <a:latin typeface="Times New Roman"/>
                <a:cs typeface="Times New Roman"/>
              </a:rPr>
              <a:t>input</a:t>
            </a:r>
            <a:r>
              <a:rPr sz="1400" spc="-10" dirty="0">
                <a:latin typeface="Times New Roman"/>
                <a:cs typeface="Times New Roman"/>
              </a:rPr>
              <a:t>.</a:t>
            </a:r>
            <a:endParaRPr sz="1400">
              <a:latin typeface="Times New Roman"/>
              <a:cs typeface="Times New Roman"/>
            </a:endParaRPr>
          </a:p>
          <a:p>
            <a:pPr marL="468630" lvl="1" indent="-227329">
              <a:lnSpc>
                <a:spcPct val="100000"/>
              </a:lnSpc>
              <a:spcBef>
                <a:spcPts val="865"/>
              </a:spcBef>
              <a:buSzPct val="116666"/>
              <a:buFont typeface="Courier New"/>
              <a:buChar char="o"/>
              <a:tabLst>
                <a:tab pos="468630" algn="l"/>
              </a:tabLst>
            </a:pPr>
            <a:r>
              <a:rPr sz="1200" b="1" dirty="0">
                <a:latin typeface="Times New Roman"/>
                <a:cs typeface="Times New Roman"/>
              </a:rPr>
              <a:t>Description</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contact</a:t>
            </a:r>
            <a:r>
              <a:rPr sz="1200" spc="-30" dirty="0">
                <a:latin typeface="Times New Roman"/>
                <a:cs typeface="Times New Roman"/>
              </a:rPr>
              <a:t> </a:t>
            </a:r>
            <a:r>
              <a:rPr sz="1200" dirty="0">
                <a:latin typeface="Times New Roman"/>
                <a:cs typeface="Times New Roman"/>
              </a:rPr>
              <a:t>phone</a:t>
            </a:r>
            <a:r>
              <a:rPr sz="1200" spc="-30" dirty="0">
                <a:latin typeface="Times New Roman"/>
                <a:cs typeface="Times New Roman"/>
              </a:rPr>
              <a:t> </a:t>
            </a:r>
            <a:r>
              <a:rPr sz="1200" spc="-10" dirty="0">
                <a:latin typeface="Times New Roman"/>
                <a:cs typeface="Times New Roman"/>
              </a:rPr>
              <a:t>number.</a:t>
            </a:r>
            <a:endParaRPr sz="1200">
              <a:latin typeface="Times New Roman"/>
              <a:cs typeface="Times New Roman"/>
            </a:endParaRPr>
          </a:p>
          <a:p>
            <a:pPr marL="299720" indent="-228600">
              <a:lnSpc>
                <a:spcPct val="100000"/>
              </a:lnSpc>
              <a:spcBef>
                <a:spcPts val="860"/>
              </a:spcBef>
              <a:buSzPct val="71428"/>
              <a:buFont typeface="Symbol"/>
              <a:buChar char=""/>
              <a:tabLst>
                <a:tab pos="299720" algn="l"/>
              </a:tabLst>
            </a:pPr>
            <a:r>
              <a:rPr sz="1400" b="1" spc="-10" dirty="0">
                <a:latin typeface="Times New Roman"/>
                <a:cs typeface="Times New Roman"/>
              </a:rPr>
              <a:t>Status</a:t>
            </a:r>
            <a:r>
              <a:rPr sz="1400" spc="-10" dirty="0">
                <a:latin typeface="Times New Roman"/>
                <a:cs typeface="Times New Roman"/>
              </a:rPr>
              <a:t>:</a:t>
            </a:r>
            <a:endParaRPr sz="1400">
              <a:latin typeface="Times New Roman"/>
              <a:cs typeface="Times New Roman"/>
            </a:endParaRPr>
          </a:p>
          <a:p>
            <a:pPr marL="469900" lvl="1" indent="-228600">
              <a:lnSpc>
                <a:spcPct val="100000"/>
              </a:lnSpc>
              <a:spcBef>
                <a:spcPts val="860"/>
              </a:spcBef>
              <a:buFont typeface="Courier New"/>
              <a:buChar char="o"/>
              <a:tabLst>
                <a:tab pos="469900" algn="l"/>
              </a:tabLst>
            </a:pPr>
            <a:r>
              <a:rPr sz="1200" b="1" spc="-10" dirty="0">
                <a:latin typeface="Times New Roman"/>
                <a:cs typeface="Times New Roman"/>
              </a:rPr>
              <a:t>Type</a:t>
            </a:r>
            <a:r>
              <a:rPr sz="1400" spc="-10" dirty="0">
                <a:latin typeface="Times New Roman"/>
                <a:cs typeface="Times New Roman"/>
              </a:rPr>
              <a:t>:</a:t>
            </a:r>
            <a:r>
              <a:rPr sz="1400" spc="-40" dirty="0">
                <a:latin typeface="Times New Roman"/>
                <a:cs typeface="Times New Roman"/>
              </a:rPr>
              <a:t> </a:t>
            </a:r>
            <a:r>
              <a:rPr sz="1200" dirty="0">
                <a:latin typeface="Times New Roman"/>
                <a:cs typeface="Times New Roman"/>
              </a:rPr>
              <a:t>Dropdown</a:t>
            </a:r>
            <a:r>
              <a:rPr sz="1200" spc="-30" dirty="0">
                <a:latin typeface="Times New Roman"/>
                <a:cs typeface="Times New Roman"/>
              </a:rPr>
              <a:t> </a:t>
            </a:r>
            <a:r>
              <a:rPr sz="1200" dirty="0">
                <a:latin typeface="Times New Roman"/>
                <a:cs typeface="Times New Roman"/>
              </a:rPr>
              <a:t>(Active</a:t>
            </a:r>
            <a:r>
              <a:rPr sz="1200" spc="-3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Inactive).</a:t>
            </a:r>
            <a:endParaRPr sz="1200">
              <a:latin typeface="Times New Roman"/>
              <a:cs typeface="Times New Roman"/>
            </a:endParaRPr>
          </a:p>
          <a:p>
            <a:pPr marL="468630" marR="5080" lvl="1" indent="-227329">
              <a:lnSpc>
                <a:spcPct val="103299"/>
              </a:lnSpc>
              <a:spcBef>
                <a:spcPts val="805"/>
              </a:spcBef>
              <a:buSzPct val="116666"/>
              <a:buFont typeface="Courier New"/>
              <a:buChar char="o"/>
              <a:tabLst>
                <a:tab pos="469900" algn="l"/>
              </a:tabLst>
            </a:pPr>
            <a:r>
              <a:rPr sz="1200" b="1" dirty="0">
                <a:latin typeface="Times New Roman"/>
                <a:cs typeface="Times New Roman"/>
              </a:rPr>
              <a:t>Behavior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Automatically</a:t>
            </a:r>
            <a:r>
              <a:rPr sz="1200" spc="-25" dirty="0">
                <a:latin typeface="Times New Roman"/>
                <a:cs typeface="Times New Roman"/>
              </a:rPr>
              <a:t> </a:t>
            </a:r>
            <a:r>
              <a:rPr sz="1200" dirty="0">
                <a:latin typeface="Times New Roman"/>
                <a:cs typeface="Times New Roman"/>
              </a:rPr>
              <a:t>set</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"Active"</a:t>
            </a:r>
            <a:r>
              <a:rPr sz="1200" spc="-35"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verified.</a:t>
            </a:r>
            <a:r>
              <a:rPr sz="1200" spc="-25"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spc="-25" dirty="0">
                <a:latin typeface="Times New Roman"/>
                <a:cs typeface="Times New Roman"/>
              </a:rPr>
              <a:t>not 	</a:t>
            </a:r>
            <a:r>
              <a:rPr sz="1200" dirty="0">
                <a:latin typeface="Times New Roman"/>
                <a:cs typeface="Times New Roman"/>
              </a:rPr>
              <a:t>verified,</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remains</a:t>
            </a:r>
            <a:r>
              <a:rPr sz="1200" spc="-35" dirty="0">
                <a:latin typeface="Times New Roman"/>
                <a:cs typeface="Times New Roman"/>
              </a:rPr>
              <a:t> </a:t>
            </a:r>
            <a:r>
              <a:rPr sz="1200" dirty="0">
                <a:latin typeface="Times New Roman"/>
                <a:cs typeface="Times New Roman"/>
              </a:rPr>
              <a:t>"Inactive"</a:t>
            </a:r>
            <a:r>
              <a:rPr sz="1200" spc="-3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cannot</a:t>
            </a:r>
            <a:r>
              <a:rPr sz="1200" spc="-20" dirty="0">
                <a:latin typeface="Times New Roman"/>
                <a:cs typeface="Times New Roman"/>
              </a:rPr>
              <a:t> </a:t>
            </a:r>
            <a:r>
              <a:rPr sz="1200" dirty="0">
                <a:latin typeface="Times New Roman"/>
                <a:cs typeface="Times New Roman"/>
              </a:rPr>
              <a:t>be</a:t>
            </a:r>
            <a:r>
              <a:rPr sz="1200" spc="-40" dirty="0">
                <a:latin typeface="Times New Roman"/>
                <a:cs typeface="Times New Roman"/>
              </a:rPr>
              <a:t> </a:t>
            </a:r>
            <a:r>
              <a:rPr sz="1200" dirty="0">
                <a:latin typeface="Times New Roman"/>
                <a:cs typeface="Times New Roman"/>
              </a:rPr>
              <a:t>manually</a:t>
            </a:r>
            <a:r>
              <a:rPr sz="1200" spc="-45" dirty="0">
                <a:latin typeface="Times New Roman"/>
                <a:cs typeface="Times New Roman"/>
              </a:rPr>
              <a:t> </a:t>
            </a:r>
            <a:r>
              <a:rPr sz="1200" dirty="0">
                <a:latin typeface="Times New Roman"/>
                <a:cs typeface="Times New Roman"/>
              </a:rPr>
              <a:t>changed</a:t>
            </a:r>
            <a:r>
              <a:rPr sz="1200" spc="-50" dirty="0">
                <a:latin typeface="Times New Roman"/>
                <a:cs typeface="Times New Roman"/>
              </a:rPr>
              <a:t> </a:t>
            </a:r>
            <a:r>
              <a:rPr sz="1200" spc="-25" dirty="0">
                <a:latin typeface="Times New Roman"/>
                <a:cs typeface="Times New Roman"/>
              </a:rPr>
              <a:t>to 	</a:t>
            </a:r>
            <a:r>
              <a:rPr sz="1200" spc="-10" dirty="0">
                <a:latin typeface="Times New Roman"/>
                <a:cs typeface="Times New Roman"/>
              </a:rPr>
              <a:t>"Active."</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7969884"/>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756920" indent="-229235">
              <a:lnSpc>
                <a:spcPct val="100000"/>
              </a:lnSpc>
              <a:buSzPct val="71428"/>
              <a:buFont typeface="Symbol"/>
              <a:buChar char=""/>
              <a:tabLst>
                <a:tab pos="756920" algn="l"/>
              </a:tabLst>
            </a:pPr>
            <a:r>
              <a:rPr sz="1400" b="1" dirty="0">
                <a:latin typeface="Times New Roman"/>
                <a:cs typeface="Times New Roman"/>
              </a:rPr>
              <a:t>GST</a:t>
            </a:r>
            <a:r>
              <a:rPr sz="1400" b="1" spc="-60" dirty="0">
                <a:latin typeface="Times New Roman"/>
                <a:cs typeface="Times New Roman"/>
              </a:rPr>
              <a:t> </a:t>
            </a:r>
            <a:r>
              <a:rPr sz="1400" b="1" spc="-10" dirty="0">
                <a:latin typeface="Times New Roman"/>
                <a:cs typeface="Times New Roman"/>
              </a:rPr>
              <a:t>Number</a:t>
            </a:r>
            <a:r>
              <a:rPr sz="1400" spc="-10" dirty="0">
                <a:latin typeface="Times New Roman"/>
                <a:cs typeface="Times New Roman"/>
              </a:rPr>
              <a:t>:</a:t>
            </a:r>
            <a:endParaRPr sz="14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spc="-20" dirty="0">
                <a:latin typeface="Times New Roman"/>
                <a:cs typeface="Times New Roman"/>
              </a:rPr>
              <a:t>Text</a:t>
            </a:r>
            <a:r>
              <a:rPr sz="1200" spc="-3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14120" marR="349885" lvl="1" indent="-228600">
              <a:lnSpc>
                <a:spcPct val="103499"/>
              </a:lnSpc>
              <a:spcBef>
                <a:spcPts val="805"/>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GST</a:t>
            </a:r>
            <a:r>
              <a:rPr sz="1200" spc="-35" dirty="0">
                <a:latin typeface="Times New Roman"/>
                <a:cs typeface="Times New Roman"/>
              </a:rPr>
              <a:t> </a:t>
            </a:r>
            <a:r>
              <a:rPr sz="1200" dirty="0">
                <a:latin typeface="Times New Roman"/>
                <a:cs typeface="Times New Roman"/>
              </a:rPr>
              <a:t>(Goods</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Services</a:t>
            </a:r>
            <a:r>
              <a:rPr sz="1200" spc="-50" dirty="0">
                <a:latin typeface="Times New Roman"/>
                <a:cs typeface="Times New Roman"/>
              </a:rPr>
              <a:t> </a:t>
            </a:r>
            <a:r>
              <a:rPr sz="1200" spc="-20" dirty="0">
                <a:latin typeface="Times New Roman"/>
                <a:cs typeface="Times New Roman"/>
              </a:rPr>
              <a:t>Tax) </a:t>
            </a:r>
            <a:r>
              <a:rPr sz="1200" dirty="0">
                <a:latin typeface="Times New Roman"/>
                <a:cs typeface="Times New Roman"/>
              </a:rPr>
              <a:t>number</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a:t>
            </a:r>
            <a:r>
              <a:rPr sz="1200" spc="-45" dirty="0">
                <a:latin typeface="Times New Roman"/>
                <a:cs typeface="Times New Roman"/>
              </a:rPr>
              <a:t> </a:t>
            </a:r>
            <a:r>
              <a:rPr sz="1200" spc="-25" dirty="0">
                <a:latin typeface="Times New Roman"/>
                <a:cs typeface="Times New Roman"/>
              </a:rPr>
              <a:t>if </a:t>
            </a:r>
            <a:r>
              <a:rPr sz="1200" spc="-10" dirty="0">
                <a:latin typeface="Times New Roman"/>
                <a:cs typeface="Times New Roman"/>
              </a:rPr>
              <a:t>applicable.</a:t>
            </a:r>
            <a:endParaRPr sz="1200">
              <a:latin typeface="Times New Roman"/>
              <a:cs typeface="Times New Roman"/>
            </a:endParaRPr>
          </a:p>
          <a:p>
            <a:pPr marL="228600" marR="3672840" indent="-228600" algn="r">
              <a:lnSpc>
                <a:spcPct val="100000"/>
              </a:lnSpc>
              <a:spcBef>
                <a:spcPts val="840"/>
              </a:spcBef>
              <a:buSzPct val="71428"/>
              <a:buFont typeface="Symbol"/>
              <a:buChar char=""/>
              <a:tabLst>
                <a:tab pos="228600" algn="l"/>
              </a:tabLst>
            </a:pPr>
            <a:r>
              <a:rPr sz="1400" b="1" spc="-10" dirty="0">
                <a:latin typeface="Times New Roman"/>
                <a:cs typeface="Times New Roman"/>
              </a:rPr>
              <a:t>Registered</a:t>
            </a:r>
            <a:r>
              <a:rPr sz="1400" b="1" spc="-80" dirty="0">
                <a:latin typeface="Times New Roman"/>
                <a:cs typeface="Times New Roman"/>
              </a:rPr>
              <a:t> </a:t>
            </a:r>
            <a:r>
              <a:rPr sz="1400" b="1" spc="-10" dirty="0">
                <a:latin typeface="Times New Roman"/>
                <a:cs typeface="Times New Roman"/>
              </a:rPr>
              <a:t>Address</a:t>
            </a:r>
            <a:r>
              <a:rPr sz="1400" spc="-10" dirty="0">
                <a:latin typeface="Times New Roman"/>
                <a:cs typeface="Times New Roman"/>
              </a:rPr>
              <a:t>:</a:t>
            </a:r>
            <a:endParaRPr sz="1400">
              <a:latin typeface="Times New Roman"/>
              <a:cs typeface="Times New Roman"/>
            </a:endParaRPr>
          </a:p>
          <a:p>
            <a:pPr marL="227965" marR="3672840" lvl="1" indent="-227965" algn="r">
              <a:lnSpc>
                <a:spcPct val="100000"/>
              </a:lnSpc>
              <a:spcBef>
                <a:spcPts val="860"/>
              </a:spcBef>
              <a:buSzPct val="83333"/>
              <a:buFont typeface="Courier New"/>
              <a:buChar char="o"/>
              <a:tabLst>
                <a:tab pos="227965"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spc="-20" dirty="0">
                <a:latin typeface="Times New Roman"/>
                <a:cs typeface="Times New Roman"/>
              </a:rPr>
              <a:t>Text</a:t>
            </a:r>
            <a:r>
              <a:rPr sz="1200" spc="-3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official</a:t>
            </a:r>
            <a:r>
              <a:rPr sz="1200" spc="-20" dirty="0">
                <a:latin typeface="Times New Roman"/>
                <a:cs typeface="Times New Roman"/>
              </a:rPr>
              <a:t> </a:t>
            </a:r>
            <a:r>
              <a:rPr sz="1200" dirty="0">
                <a:latin typeface="Times New Roman"/>
                <a:cs typeface="Times New Roman"/>
              </a:rPr>
              <a:t>address</a:t>
            </a:r>
            <a:r>
              <a:rPr sz="1200" spc="-35" dirty="0">
                <a:latin typeface="Times New Roman"/>
                <a:cs typeface="Times New Roman"/>
              </a:rPr>
              <a:t> </a:t>
            </a:r>
            <a:r>
              <a:rPr sz="1200" dirty="0">
                <a:latin typeface="Times New Roman"/>
                <a:cs typeface="Times New Roman"/>
              </a:rPr>
              <a:t>registered</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756920" indent="-229235">
              <a:lnSpc>
                <a:spcPct val="100000"/>
              </a:lnSpc>
              <a:spcBef>
                <a:spcPts val="860"/>
              </a:spcBef>
              <a:buSzPct val="71428"/>
              <a:buFont typeface="Symbol"/>
              <a:buChar char=""/>
              <a:tabLst>
                <a:tab pos="756920" algn="l"/>
              </a:tabLst>
            </a:pPr>
            <a:r>
              <a:rPr sz="1400" b="1" spc="-10" dirty="0">
                <a:latin typeface="Times New Roman"/>
                <a:cs typeface="Times New Roman"/>
              </a:rPr>
              <a:t>City</a:t>
            </a:r>
            <a:r>
              <a:rPr sz="1400" spc="-10" dirty="0">
                <a:latin typeface="Times New Roman"/>
                <a:cs typeface="Times New Roman"/>
              </a:rPr>
              <a:t>:</a:t>
            </a:r>
            <a:endParaRPr sz="1400">
              <a:latin typeface="Times New Roman"/>
              <a:cs typeface="Times New Roman"/>
            </a:endParaRPr>
          </a:p>
          <a:p>
            <a:pPr marL="227965" marR="3672840" lvl="1" indent="-227965" algn="r">
              <a:lnSpc>
                <a:spcPct val="100000"/>
              </a:lnSpc>
              <a:spcBef>
                <a:spcPts val="865"/>
              </a:spcBef>
              <a:buSzPct val="83333"/>
              <a:buFont typeface="Courier New"/>
              <a:buChar char="o"/>
              <a:tabLst>
                <a:tab pos="227965"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spc="-20" dirty="0">
                <a:latin typeface="Times New Roman"/>
                <a:cs typeface="Times New Roman"/>
              </a:rPr>
              <a:t>Text</a:t>
            </a:r>
            <a:r>
              <a:rPr sz="1200" spc="-3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14120" lvl="1" indent="-228600">
              <a:lnSpc>
                <a:spcPct val="100000"/>
              </a:lnSpc>
              <a:spcBef>
                <a:spcPts val="840"/>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City</a:t>
            </a:r>
            <a:r>
              <a:rPr sz="1200" spc="-20" dirty="0">
                <a:latin typeface="Times New Roman"/>
                <a:cs typeface="Times New Roman"/>
              </a:rPr>
              <a:t> </a:t>
            </a:r>
            <a:r>
              <a:rPr sz="1200" dirty="0">
                <a:latin typeface="Times New Roman"/>
                <a:cs typeface="Times New Roman"/>
              </a:rPr>
              <a:t>where</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customer</a:t>
            </a:r>
            <a:r>
              <a:rPr sz="1200" spc="-4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10" dirty="0">
                <a:latin typeface="Times New Roman"/>
                <a:cs typeface="Times New Roman"/>
              </a:rPr>
              <a:t>located</a:t>
            </a:r>
            <a:r>
              <a:rPr sz="1400" spc="-10" dirty="0">
                <a:latin typeface="Times New Roman"/>
                <a:cs typeface="Times New Roman"/>
              </a:rPr>
              <a:t>.</a:t>
            </a:r>
            <a:endParaRPr sz="1400">
              <a:latin typeface="Times New Roman"/>
              <a:cs typeface="Times New Roman"/>
            </a:endParaRPr>
          </a:p>
          <a:p>
            <a:pPr marL="756920" indent="-229235">
              <a:lnSpc>
                <a:spcPct val="100000"/>
              </a:lnSpc>
              <a:spcBef>
                <a:spcPts val="860"/>
              </a:spcBef>
              <a:buSzPct val="71428"/>
              <a:buFont typeface="Symbol"/>
              <a:buChar char=""/>
              <a:tabLst>
                <a:tab pos="756920" algn="l"/>
              </a:tabLst>
            </a:pPr>
            <a:r>
              <a:rPr sz="1400" b="1" dirty="0">
                <a:latin typeface="Times New Roman"/>
                <a:cs typeface="Times New Roman"/>
              </a:rPr>
              <a:t>Pin</a:t>
            </a:r>
            <a:r>
              <a:rPr sz="1400" b="1" spc="-5" dirty="0">
                <a:latin typeface="Times New Roman"/>
                <a:cs typeface="Times New Roman"/>
              </a:rPr>
              <a:t> </a:t>
            </a:r>
            <a:r>
              <a:rPr sz="1400" b="1" spc="-10" dirty="0">
                <a:latin typeface="Times New Roman"/>
                <a:cs typeface="Times New Roman"/>
              </a:rPr>
              <a:t>code</a:t>
            </a:r>
            <a:r>
              <a:rPr sz="1400" spc="-10" dirty="0">
                <a:latin typeface="Times New Roman"/>
                <a:cs typeface="Times New Roman"/>
              </a:rPr>
              <a:t>:</a:t>
            </a:r>
            <a:endParaRPr sz="14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spc="-10" dirty="0">
                <a:latin typeface="Times New Roman"/>
                <a:cs typeface="Times New Roman"/>
              </a:rPr>
              <a:t>Type</a:t>
            </a:r>
            <a:r>
              <a:rPr sz="1200" spc="-10" dirty="0">
                <a:latin typeface="Times New Roman"/>
                <a:cs typeface="Times New Roman"/>
              </a:rPr>
              <a:t>:</a:t>
            </a:r>
            <a:r>
              <a:rPr sz="1200" spc="-40" dirty="0">
                <a:latin typeface="Times New Roman"/>
                <a:cs typeface="Times New Roman"/>
              </a:rPr>
              <a:t> </a:t>
            </a:r>
            <a:r>
              <a:rPr sz="1200" dirty="0">
                <a:latin typeface="Times New Roman"/>
                <a:cs typeface="Times New Roman"/>
              </a:rPr>
              <a:t>Number</a:t>
            </a:r>
            <a:r>
              <a:rPr sz="1200" spc="-4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Postal</a:t>
            </a:r>
            <a:r>
              <a:rPr sz="1200" spc="-25"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spc="-10" dirty="0">
                <a:latin typeface="Times New Roman"/>
                <a:cs typeface="Times New Roman"/>
              </a:rPr>
              <a:t>location</a:t>
            </a:r>
            <a:r>
              <a:rPr sz="1400" spc="-10" dirty="0">
                <a:latin typeface="Times New Roman"/>
                <a:cs typeface="Times New Roman"/>
              </a:rPr>
              <a:t>.</a:t>
            </a:r>
            <a:endParaRPr sz="1400">
              <a:latin typeface="Times New Roman"/>
              <a:cs typeface="Times New Roman"/>
            </a:endParaRPr>
          </a:p>
          <a:p>
            <a:pPr marL="756920" indent="-229235">
              <a:lnSpc>
                <a:spcPct val="100000"/>
              </a:lnSpc>
              <a:spcBef>
                <a:spcPts val="840"/>
              </a:spcBef>
              <a:buSzPct val="71428"/>
              <a:buFont typeface="Symbol"/>
              <a:buChar char=""/>
              <a:tabLst>
                <a:tab pos="756920" algn="l"/>
              </a:tabLst>
            </a:pPr>
            <a:r>
              <a:rPr sz="1400" b="1" spc="-10" dirty="0">
                <a:latin typeface="Times New Roman"/>
                <a:cs typeface="Times New Roman"/>
              </a:rPr>
              <a:t>State</a:t>
            </a:r>
            <a:r>
              <a:rPr sz="1400" spc="-10" dirty="0">
                <a:latin typeface="Times New Roman"/>
                <a:cs typeface="Times New Roman"/>
              </a:rPr>
              <a:t>:</a:t>
            </a:r>
            <a:endParaRPr sz="1400">
              <a:latin typeface="Times New Roman"/>
              <a:cs typeface="Times New Roman"/>
            </a:endParaRPr>
          </a:p>
          <a:p>
            <a:pPr marL="227965" marR="3672840" lvl="1" indent="-227965" algn="r">
              <a:lnSpc>
                <a:spcPct val="100000"/>
              </a:lnSpc>
              <a:spcBef>
                <a:spcPts val="860"/>
              </a:spcBef>
              <a:buSzPct val="83333"/>
              <a:buFont typeface="Courier New"/>
              <a:buChar char="o"/>
              <a:tabLst>
                <a:tab pos="227965" algn="l"/>
              </a:tabLst>
            </a:pPr>
            <a:r>
              <a:rPr sz="1200" b="1" spc="-10" dirty="0">
                <a:latin typeface="Times New Roman"/>
                <a:cs typeface="Times New Roman"/>
              </a:rPr>
              <a:t>Type</a:t>
            </a:r>
            <a:r>
              <a:rPr sz="1400" spc="-10" dirty="0">
                <a:latin typeface="Times New Roman"/>
                <a:cs typeface="Times New Roman"/>
              </a:rPr>
              <a:t>:</a:t>
            </a:r>
            <a:r>
              <a:rPr sz="1400" spc="-45" dirty="0">
                <a:latin typeface="Times New Roman"/>
                <a:cs typeface="Times New Roman"/>
              </a:rPr>
              <a:t> </a:t>
            </a:r>
            <a:r>
              <a:rPr sz="1200" spc="-20" dirty="0">
                <a:latin typeface="Times New Roman"/>
                <a:cs typeface="Times New Roman"/>
              </a:rPr>
              <a:t>Text</a:t>
            </a:r>
            <a:r>
              <a:rPr sz="1200" spc="-3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State</a:t>
            </a:r>
            <a:r>
              <a:rPr sz="1200" spc="-3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province</a:t>
            </a:r>
            <a:r>
              <a:rPr sz="1200" spc="-3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registered</a:t>
            </a:r>
            <a:r>
              <a:rPr sz="1200" spc="-35"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756920" indent="-229235">
              <a:lnSpc>
                <a:spcPct val="100000"/>
              </a:lnSpc>
              <a:spcBef>
                <a:spcPts val="865"/>
              </a:spcBef>
              <a:buSzPct val="71428"/>
              <a:buFont typeface="Symbol"/>
              <a:buChar char=""/>
              <a:tabLst>
                <a:tab pos="756920" algn="l"/>
              </a:tabLst>
            </a:pPr>
            <a:r>
              <a:rPr sz="1400" b="1" spc="-10" dirty="0">
                <a:latin typeface="Times New Roman"/>
                <a:cs typeface="Times New Roman"/>
              </a:rPr>
              <a:t>Country</a:t>
            </a:r>
            <a:r>
              <a:rPr sz="1400" spc="-10" dirty="0">
                <a:latin typeface="Times New Roman"/>
                <a:cs typeface="Times New Roman"/>
              </a:rPr>
              <a:t>:</a:t>
            </a:r>
            <a:endParaRPr sz="14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spc="-10" dirty="0">
                <a:latin typeface="Times New Roman"/>
                <a:cs typeface="Times New Roman"/>
              </a:rPr>
              <a:t>Type</a:t>
            </a:r>
            <a:r>
              <a:rPr sz="1400" spc="-10" dirty="0">
                <a:latin typeface="Times New Roman"/>
                <a:cs typeface="Times New Roman"/>
              </a:rPr>
              <a:t>:</a:t>
            </a:r>
            <a:r>
              <a:rPr sz="1400" spc="-35" dirty="0">
                <a:latin typeface="Times New Roman"/>
                <a:cs typeface="Times New Roman"/>
              </a:rPr>
              <a:t> </a:t>
            </a:r>
            <a:r>
              <a:rPr sz="1200" spc="-20" dirty="0">
                <a:latin typeface="Times New Roman"/>
                <a:cs typeface="Times New Roman"/>
              </a:rPr>
              <a:t>Text</a:t>
            </a:r>
            <a:r>
              <a:rPr sz="1200" spc="-25" dirty="0">
                <a:latin typeface="Times New Roman"/>
                <a:cs typeface="Times New Roman"/>
              </a:rPr>
              <a:t> </a:t>
            </a:r>
            <a:r>
              <a:rPr sz="1200" dirty="0">
                <a:latin typeface="Times New Roman"/>
                <a:cs typeface="Times New Roman"/>
              </a:rPr>
              <a:t>input</a:t>
            </a:r>
            <a:r>
              <a:rPr sz="1200" spc="-2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spc="-10" dirty="0">
                <a:latin typeface="Times New Roman"/>
                <a:cs typeface="Times New Roman"/>
              </a:rPr>
              <a:t>dropdown.</a:t>
            </a:r>
            <a:endParaRPr sz="1200">
              <a:latin typeface="Times New Roman"/>
              <a:cs typeface="Times New Roman"/>
            </a:endParaRPr>
          </a:p>
          <a:p>
            <a:pPr marL="1214120" lvl="1" indent="-228600">
              <a:lnSpc>
                <a:spcPct val="100000"/>
              </a:lnSpc>
              <a:spcBef>
                <a:spcPts val="860"/>
              </a:spcBef>
              <a:buSzPct val="83333"/>
              <a:buFont typeface="Courier New"/>
              <a:buChar char="o"/>
              <a:tabLst>
                <a:tab pos="1214120" algn="l"/>
              </a:tabLst>
            </a:pPr>
            <a:r>
              <a:rPr sz="1200" b="1" dirty="0">
                <a:latin typeface="Times New Roman"/>
                <a:cs typeface="Times New Roman"/>
              </a:rPr>
              <a:t>Description</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Country</a:t>
            </a:r>
            <a:r>
              <a:rPr sz="1200" spc="-25" dirty="0">
                <a:latin typeface="Times New Roman"/>
                <a:cs typeface="Times New Roman"/>
              </a:rPr>
              <a:t> </a:t>
            </a:r>
            <a:r>
              <a:rPr sz="1200" dirty="0">
                <a:latin typeface="Times New Roman"/>
                <a:cs typeface="Times New Roman"/>
              </a:rPr>
              <a:t>where</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4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spc="-10" dirty="0">
                <a:latin typeface="Times New Roman"/>
                <a:cs typeface="Times New Roman"/>
              </a:rPr>
              <a:t>located</a:t>
            </a:r>
            <a:r>
              <a:rPr sz="1400" spc="-10" dirty="0">
                <a:latin typeface="Times New Roman"/>
                <a:cs typeface="Times New Roman"/>
              </a:rPr>
              <a:t>.</a:t>
            </a:r>
            <a:endParaRPr sz="1400">
              <a:latin typeface="Times New Roman"/>
              <a:cs typeface="Times New Roman"/>
            </a:endParaRPr>
          </a:p>
          <a:p>
            <a:pPr>
              <a:lnSpc>
                <a:spcPct val="100000"/>
              </a:lnSpc>
            </a:pPr>
            <a:endParaRPr sz="1200">
              <a:latin typeface="Times New Roman"/>
              <a:cs typeface="Times New Roman"/>
            </a:endParaRPr>
          </a:p>
          <a:p>
            <a:pPr>
              <a:lnSpc>
                <a:spcPct val="100000"/>
              </a:lnSpc>
              <a:spcBef>
                <a:spcPts val="620"/>
              </a:spcBef>
            </a:pPr>
            <a:endParaRPr sz="1200">
              <a:latin typeface="Times New Roman"/>
              <a:cs typeface="Times New Roman"/>
            </a:endParaRPr>
          </a:p>
          <a:p>
            <a:pPr marL="12700">
              <a:lnSpc>
                <a:spcPct val="100000"/>
              </a:lnSpc>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20" dirty="0">
                <a:latin typeface="Times New Roman"/>
                <a:cs typeface="Times New Roman"/>
              </a:rPr>
              <a:t> </a:t>
            </a:r>
            <a:r>
              <a:rPr sz="1400" b="1" spc="-10" dirty="0">
                <a:latin typeface="Times New Roman"/>
                <a:cs typeface="Times New Roman"/>
              </a:rPr>
              <a:t>Button</a:t>
            </a:r>
            <a:r>
              <a:rPr sz="1400" spc="-10" dirty="0">
                <a:latin typeface="Times New Roman"/>
                <a:cs typeface="Times New Roman"/>
              </a:rPr>
              <a:t>:</a:t>
            </a:r>
            <a:endParaRPr sz="1400">
              <a:latin typeface="Times New Roman"/>
              <a:cs typeface="Times New Roman"/>
            </a:endParaRPr>
          </a:p>
          <a:p>
            <a:pPr marL="241300">
              <a:lnSpc>
                <a:spcPct val="100000"/>
              </a:lnSpc>
              <a:spcBef>
                <a:spcPts val="860"/>
              </a:spcBef>
            </a:pPr>
            <a:r>
              <a:rPr sz="1200" b="1" dirty="0">
                <a:latin typeface="Times New Roman"/>
                <a:cs typeface="Times New Roman"/>
              </a:rPr>
              <a:t>Purpose</a:t>
            </a:r>
            <a:r>
              <a:rPr sz="1400" dirty="0">
                <a:latin typeface="Times New Roman"/>
                <a:cs typeface="Times New Roman"/>
              </a:rPr>
              <a:t>:</a:t>
            </a:r>
            <a:r>
              <a:rPr sz="1400" spc="-40" dirty="0">
                <a:latin typeface="Times New Roman"/>
                <a:cs typeface="Times New Roman"/>
              </a:rPr>
              <a:t> </a:t>
            </a:r>
            <a:r>
              <a:rPr sz="1200" spc="-30" dirty="0">
                <a:latin typeface="Times New Roman"/>
                <a:cs typeface="Times New Roman"/>
              </a:rPr>
              <a:t>To </a:t>
            </a:r>
            <a:r>
              <a:rPr sz="1200" dirty="0">
                <a:latin typeface="Times New Roman"/>
                <a:cs typeface="Times New Roman"/>
              </a:rPr>
              <a:t>save</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current</a:t>
            </a:r>
            <a:r>
              <a:rPr sz="1200" spc="-25"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information</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view</a:t>
            </a:r>
            <a:r>
              <a:rPr sz="1200" spc="-40" dirty="0">
                <a:latin typeface="Times New Roman"/>
                <a:cs typeface="Times New Roman"/>
              </a:rPr>
              <a:t> </a:t>
            </a:r>
            <a:r>
              <a:rPr sz="1200" dirty="0">
                <a:latin typeface="Times New Roman"/>
                <a:cs typeface="Times New Roman"/>
              </a:rPr>
              <a:t>their</a:t>
            </a:r>
            <a:r>
              <a:rPr sz="1200" spc="-30" dirty="0">
                <a:latin typeface="Times New Roman"/>
                <a:cs typeface="Times New Roman"/>
              </a:rPr>
              <a:t> </a:t>
            </a:r>
            <a:r>
              <a:rPr sz="1200" dirty="0">
                <a:latin typeface="Times New Roman"/>
                <a:cs typeface="Times New Roman"/>
              </a:rPr>
              <a:t>full</a:t>
            </a:r>
            <a:r>
              <a:rPr sz="1200" spc="-2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a:p>
            <a:pPr marL="241300" marR="96520">
              <a:lnSpc>
                <a:spcPct val="104200"/>
              </a:lnSpc>
              <a:spcBef>
                <a:spcPts val="800"/>
              </a:spcBef>
            </a:pPr>
            <a:r>
              <a:rPr sz="1200" b="1" dirty="0">
                <a:latin typeface="Times New Roman"/>
                <a:cs typeface="Times New Roman"/>
              </a:rPr>
              <a:t>Behavior</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When</a:t>
            </a:r>
            <a:r>
              <a:rPr sz="1200" spc="-20" dirty="0">
                <a:latin typeface="Times New Roman"/>
                <a:cs typeface="Times New Roman"/>
              </a:rPr>
              <a:t> </a:t>
            </a:r>
            <a:r>
              <a:rPr sz="1200" dirty="0">
                <a:latin typeface="Times New Roman"/>
                <a:cs typeface="Times New Roman"/>
              </a:rPr>
              <a:t>clicked,</a:t>
            </a:r>
            <a:r>
              <a:rPr sz="1200" spc="-1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button</a:t>
            </a:r>
            <a:r>
              <a:rPr sz="1200" spc="-15" dirty="0">
                <a:latin typeface="Times New Roman"/>
                <a:cs typeface="Times New Roman"/>
              </a:rPr>
              <a:t> </a:t>
            </a:r>
            <a:r>
              <a:rPr sz="1200" dirty="0">
                <a:latin typeface="Times New Roman"/>
                <a:cs typeface="Times New Roman"/>
              </a:rPr>
              <a:t>saves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customer’s</a:t>
            </a:r>
            <a:r>
              <a:rPr sz="1200" spc="-25"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redirects</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user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dirty="0">
                <a:latin typeface="Times New Roman"/>
                <a:cs typeface="Times New Roman"/>
              </a:rPr>
              <a:t>Customer</a:t>
            </a:r>
            <a:r>
              <a:rPr sz="1200" b="1" spc="-40" dirty="0">
                <a:latin typeface="Times New Roman"/>
                <a:cs typeface="Times New Roman"/>
              </a:rPr>
              <a:t> </a:t>
            </a:r>
            <a:r>
              <a:rPr sz="1200" b="1" dirty="0">
                <a:latin typeface="Times New Roman"/>
                <a:cs typeface="Times New Roman"/>
              </a:rPr>
              <a:t>Detail</a:t>
            </a:r>
            <a:r>
              <a:rPr sz="1200" b="1" spc="-20" dirty="0">
                <a:latin typeface="Times New Roman"/>
                <a:cs typeface="Times New Roman"/>
              </a:rPr>
              <a:t> </a:t>
            </a:r>
            <a:r>
              <a:rPr sz="1200" b="1" dirty="0">
                <a:latin typeface="Times New Roman"/>
                <a:cs typeface="Times New Roman"/>
              </a:rPr>
              <a:t>Page</a:t>
            </a:r>
            <a:r>
              <a:rPr sz="1200" dirty="0">
                <a:latin typeface="Times New Roman"/>
                <a:cs typeface="Times New Roman"/>
              </a:rPr>
              <a:t>.</a:t>
            </a:r>
            <a:r>
              <a:rPr sz="1200" spc="-6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page</a:t>
            </a:r>
            <a:r>
              <a:rPr sz="1200" spc="-20" dirty="0">
                <a:latin typeface="Times New Roman"/>
                <a:cs typeface="Times New Roman"/>
              </a:rPr>
              <a:t> </a:t>
            </a:r>
            <a:r>
              <a:rPr sz="1200" dirty="0">
                <a:latin typeface="Times New Roman"/>
                <a:cs typeface="Times New Roman"/>
              </a:rPr>
              <a:t>provides</a:t>
            </a:r>
            <a:r>
              <a:rPr sz="1200" spc="-35" dirty="0">
                <a:latin typeface="Times New Roman"/>
                <a:cs typeface="Times New Roman"/>
              </a:rPr>
              <a:t> </a:t>
            </a:r>
            <a:r>
              <a:rPr sz="1200" dirty="0">
                <a:latin typeface="Times New Roman"/>
                <a:cs typeface="Times New Roman"/>
              </a:rPr>
              <a:t>an</a:t>
            </a:r>
            <a:r>
              <a:rPr sz="1200" spc="-25" dirty="0">
                <a:latin typeface="Times New Roman"/>
                <a:cs typeface="Times New Roman"/>
              </a:rPr>
              <a:t> </a:t>
            </a:r>
            <a:r>
              <a:rPr sz="1200" dirty="0">
                <a:latin typeface="Times New Roman"/>
                <a:cs typeface="Times New Roman"/>
              </a:rPr>
              <a:t>overview</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customer’s</a:t>
            </a:r>
            <a:r>
              <a:rPr sz="1200" spc="-35" dirty="0">
                <a:latin typeface="Times New Roman"/>
                <a:cs typeface="Times New Roman"/>
              </a:rPr>
              <a:t> </a:t>
            </a:r>
            <a:r>
              <a:rPr sz="1200" spc="-10" dirty="0">
                <a:latin typeface="Times New Roman"/>
                <a:cs typeface="Times New Roman"/>
              </a:rPr>
              <a:t>profile,</a:t>
            </a:r>
            <a:endParaRPr sz="1200">
              <a:latin typeface="Times New Roman"/>
              <a:cs typeface="Times New Roman"/>
            </a:endParaRPr>
          </a:p>
          <a:p>
            <a:pPr marL="241300">
              <a:lnSpc>
                <a:spcPct val="100000"/>
              </a:lnSpc>
              <a:spcBef>
                <a:spcPts val="40"/>
              </a:spcBef>
            </a:pPr>
            <a:r>
              <a:rPr sz="1200" dirty="0">
                <a:latin typeface="Times New Roman"/>
                <a:cs typeface="Times New Roman"/>
              </a:rPr>
              <a:t>including</a:t>
            </a:r>
            <a:r>
              <a:rPr sz="1200" spc="-5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saved</a:t>
            </a:r>
            <a:r>
              <a:rPr sz="1200" spc="-20" dirty="0">
                <a:latin typeface="Times New Roman"/>
                <a:cs typeface="Times New Roman"/>
              </a:rPr>
              <a:t> </a:t>
            </a:r>
            <a:r>
              <a:rPr sz="1200" dirty="0">
                <a:latin typeface="Times New Roman"/>
                <a:cs typeface="Times New Roman"/>
              </a:rPr>
              <a:t>details,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further</a:t>
            </a:r>
            <a:r>
              <a:rPr sz="1200" spc="-25"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edits</a:t>
            </a:r>
            <a:r>
              <a:rPr sz="1200" spc="-35"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spc="-10" dirty="0">
                <a:latin typeface="Times New Roman"/>
                <a:cs typeface="Times New Roman"/>
              </a:rPr>
              <a:t>needed.</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21969" y="1296098"/>
            <a:ext cx="6835775" cy="7654925"/>
            <a:chOff x="521969" y="1296098"/>
            <a:chExt cx="6835775" cy="765492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89166" y="1299210"/>
              <a:ext cx="6764895" cy="3115310"/>
            </a:xfrm>
            <a:prstGeom prst="rect">
              <a:avLst/>
            </a:prstGeom>
          </p:spPr>
        </p:pic>
        <p:sp>
          <p:nvSpPr>
            <p:cNvPr id="6" name="object 6"/>
            <p:cNvSpPr/>
            <p:nvPr/>
          </p:nvSpPr>
          <p:spPr>
            <a:xfrm>
              <a:off x="523557" y="1297686"/>
              <a:ext cx="6832600" cy="3118485"/>
            </a:xfrm>
            <a:custGeom>
              <a:avLst/>
              <a:gdLst/>
              <a:ahLst/>
              <a:cxnLst/>
              <a:rect l="l" t="t" r="r" b="b"/>
              <a:pathLst>
                <a:path w="6832600" h="3118485">
                  <a:moveTo>
                    <a:pt x="0" y="3118484"/>
                  </a:moveTo>
                  <a:lnTo>
                    <a:pt x="6832092" y="3118484"/>
                  </a:lnTo>
                  <a:lnTo>
                    <a:pt x="6832092" y="0"/>
                  </a:lnTo>
                  <a:lnTo>
                    <a:pt x="0" y="0"/>
                  </a:lnTo>
                  <a:lnTo>
                    <a:pt x="0" y="3118484"/>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91793"/>
            <a:ext cx="158559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EDIT</a:t>
            </a:r>
            <a:r>
              <a:rPr sz="1400" b="1" spc="-65" dirty="0">
                <a:latin typeface="Times New Roman"/>
                <a:cs typeface="Times New Roman"/>
              </a:rPr>
              <a:t> </a:t>
            </a:r>
            <a:r>
              <a:rPr sz="1400" b="1" spc="-10" dirty="0">
                <a:latin typeface="Times New Roman"/>
                <a:cs typeface="Times New Roman"/>
              </a:rPr>
              <a:t>CUSTOMER:</a:t>
            </a:r>
            <a:endParaRPr sz="1400">
              <a:latin typeface="Times New Roman"/>
              <a:cs typeface="Times New Roman"/>
            </a:endParaRPr>
          </a:p>
        </p:txBody>
      </p:sp>
      <p:sp>
        <p:nvSpPr>
          <p:cNvPr id="8" name="object 8"/>
          <p:cNvSpPr txBox="1"/>
          <p:nvPr/>
        </p:nvSpPr>
        <p:spPr>
          <a:xfrm>
            <a:off x="902017" y="4735829"/>
            <a:ext cx="5969000" cy="4011929"/>
          </a:xfrm>
          <a:prstGeom prst="rect">
            <a:avLst/>
          </a:prstGeom>
        </p:spPr>
        <p:txBody>
          <a:bodyPr vert="horz" wrap="square" lIns="0" tIns="6350" rIns="0" bIns="0" rtlCol="0">
            <a:spAutoFit/>
          </a:bodyPr>
          <a:lstStyle/>
          <a:p>
            <a:pPr marL="12700" marR="281940">
              <a:lnSpc>
                <a:spcPct val="103499"/>
              </a:lnSpc>
              <a:spcBef>
                <a:spcPts val="50"/>
              </a:spcBef>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b="1" dirty="0">
                <a:latin typeface="Times New Roman"/>
                <a:cs typeface="Times New Roman"/>
              </a:rPr>
              <a:t>Edit</a:t>
            </a:r>
            <a:r>
              <a:rPr sz="1200" b="1" spc="-25" dirty="0">
                <a:latin typeface="Times New Roman"/>
                <a:cs typeface="Times New Roman"/>
              </a:rPr>
              <a:t> </a:t>
            </a:r>
            <a:r>
              <a:rPr sz="1200" b="1" dirty="0">
                <a:latin typeface="Times New Roman"/>
                <a:cs typeface="Times New Roman"/>
              </a:rPr>
              <a:t>Customer</a:t>
            </a:r>
            <a:r>
              <a:rPr sz="1200" b="1" spc="-20" dirty="0">
                <a:latin typeface="Times New Roman"/>
                <a:cs typeface="Times New Roman"/>
              </a:rPr>
              <a:t> </a:t>
            </a:r>
            <a:r>
              <a:rPr sz="1200" dirty="0">
                <a:latin typeface="Times New Roman"/>
                <a:cs typeface="Times New Roman"/>
              </a:rPr>
              <a:t>page,</a:t>
            </a:r>
            <a:r>
              <a:rPr sz="1200" spc="-45"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fields</a:t>
            </a:r>
            <a:r>
              <a:rPr sz="1200" spc="-35" dirty="0">
                <a:latin typeface="Times New Roman"/>
                <a:cs typeface="Times New Roman"/>
              </a:rPr>
              <a:t> </a:t>
            </a:r>
            <a:r>
              <a:rPr sz="1200" dirty="0">
                <a:latin typeface="Times New Roman"/>
                <a:cs typeface="Times New Roman"/>
              </a:rPr>
              <a:t>are</a:t>
            </a:r>
            <a:r>
              <a:rPr sz="1200" spc="-40" dirty="0">
                <a:latin typeface="Times New Roman"/>
                <a:cs typeface="Times New Roman"/>
              </a:rPr>
              <a:t> </a:t>
            </a:r>
            <a:r>
              <a:rPr sz="1200" dirty="0">
                <a:latin typeface="Times New Roman"/>
                <a:cs typeface="Times New Roman"/>
              </a:rPr>
              <a:t>pre-filled</a:t>
            </a:r>
            <a:r>
              <a:rPr sz="1200" spc="-2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selected customer,</a:t>
            </a:r>
            <a:r>
              <a:rPr sz="1200" spc="-45" dirty="0">
                <a:latin typeface="Times New Roman"/>
                <a:cs typeface="Times New Roman"/>
              </a:rPr>
              <a:t> </a:t>
            </a:r>
            <a:r>
              <a:rPr sz="1200" dirty="0">
                <a:latin typeface="Times New Roman"/>
                <a:cs typeface="Times New Roman"/>
              </a:rPr>
              <a:t>allowing</a:t>
            </a:r>
            <a:r>
              <a:rPr sz="1200" spc="-4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easy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modifications.</a:t>
            </a:r>
            <a:r>
              <a:rPr sz="1200" spc="-20" dirty="0">
                <a:latin typeface="Times New Roman"/>
                <a:cs typeface="Times New Roman"/>
              </a:rPr>
              <a:t> </a:t>
            </a:r>
            <a:r>
              <a:rPr sz="1200" spc="-10" dirty="0">
                <a:latin typeface="Times New Roman"/>
                <a:cs typeface="Times New Roman"/>
              </a:rPr>
              <a:t>Here’s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breakdown</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how</a:t>
            </a:r>
            <a:r>
              <a:rPr sz="1200" spc="-3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spc="-20" dirty="0">
                <a:latin typeface="Times New Roman"/>
                <a:cs typeface="Times New Roman"/>
              </a:rPr>
              <a:t>page </a:t>
            </a:r>
            <a:r>
              <a:rPr sz="1200" spc="-10" dirty="0">
                <a:latin typeface="Times New Roman"/>
                <a:cs typeface="Times New Roman"/>
              </a:rPr>
              <a:t>functions:</a:t>
            </a:r>
            <a:endParaRPr sz="1200">
              <a:latin typeface="Times New Roman"/>
              <a:cs typeface="Times New Roman"/>
            </a:endParaRPr>
          </a:p>
          <a:p>
            <a:pPr marL="469265">
              <a:lnSpc>
                <a:spcPct val="100000"/>
              </a:lnSpc>
              <a:spcBef>
                <a:spcPts val="840"/>
              </a:spcBef>
            </a:pPr>
            <a:r>
              <a:rPr sz="1400" b="1" spc="-20" dirty="0">
                <a:latin typeface="Times New Roman"/>
                <a:cs typeface="Times New Roman"/>
              </a:rPr>
              <a:t>Pre-</a:t>
            </a:r>
            <a:r>
              <a:rPr sz="1400" b="1" dirty="0">
                <a:latin typeface="Times New Roman"/>
                <a:cs typeface="Times New Roman"/>
              </a:rPr>
              <a:t>filled</a:t>
            </a:r>
            <a:r>
              <a:rPr sz="1400" b="1" spc="10" dirty="0">
                <a:latin typeface="Times New Roman"/>
                <a:cs typeface="Times New Roman"/>
              </a:rPr>
              <a:t> </a:t>
            </a:r>
            <a:r>
              <a:rPr sz="1400" b="1" spc="-10" dirty="0">
                <a:latin typeface="Times New Roman"/>
                <a:cs typeface="Times New Roman"/>
              </a:rPr>
              <a:t>Fields</a:t>
            </a:r>
            <a:r>
              <a:rPr sz="1400" spc="-10" dirty="0">
                <a:latin typeface="Times New Roman"/>
                <a:cs typeface="Times New Roman"/>
              </a:rPr>
              <a:t>:</a:t>
            </a:r>
            <a:endParaRPr sz="1400">
              <a:latin typeface="Times New Roman"/>
              <a:cs typeface="Times New Roman"/>
            </a:endParaRPr>
          </a:p>
          <a:p>
            <a:pPr marL="12700" marR="5080">
              <a:lnSpc>
                <a:spcPct val="102899"/>
              </a:lnSpc>
              <a:spcBef>
                <a:spcPts val="815"/>
              </a:spcBef>
            </a:pPr>
            <a:r>
              <a:rPr sz="1200" dirty="0">
                <a:latin typeface="Times New Roman"/>
                <a:cs typeface="Times New Roman"/>
              </a:rPr>
              <a:t>When</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navigates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 </a:t>
            </a:r>
            <a:r>
              <a:rPr sz="1200" b="1" dirty="0">
                <a:latin typeface="Times New Roman"/>
                <a:cs typeface="Times New Roman"/>
              </a:rPr>
              <a:t>Edit</a:t>
            </a:r>
            <a:r>
              <a:rPr sz="1200" b="1" spc="-20" dirty="0">
                <a:latin typeface="Times New Roman"/>
                <a:cs typeface="Times New Roman"/>
              </a:rPr>
              <a:t> </a:t>
            </a:r>
            <a:r>
              <a:rPr sz="1200" b="1" dirty="0">
                <a:latin typeface="Times New Roman"/>
                <a:cs typeface="Times New Roman"/>
              </a:rPr>
              <a:t>Customer</a:t>
            </a:r>
            <a:r>
              <a:rPr sz="1200" b="1" spc="-10" dirty="0">
                <a:latin typeface="Times New Roman"/>
                <a:cs typeface="Times New Roman"/>
              </a:rPr>
              <a:t> </a:t>
            </a:r>
            <a:r>
              <a:rPr sz="1200" dirty="0">
                <a:latin typeface="Times New Roman"/>
                <a:cs typeface="Times New Roman"/>
              </a:rPr>
              <a:t>page,</a:t>
            </a:r>
            <a:r>
              <a:rPr sz="1200" spc="-45" dirty="0">
                <a:latin typeface="Times New Roman"/>
                <a:cs typeface="Times New Roman"/>
              </a:rPr>
              <a:t> </a:t>
            </a:r>
            <a:r>
              <a:rPr sz="1200" dirty="0">
                <a:latin typeface="Times New Roman"/>
                <a:cs typeface="Times New Roman"/>
              </a:rPr>
              <a:t>all</a:t>
            </a:r>
            <a:r>
              <a:rPr sz="1200" spc="-15" dirty="0">
                <a:latin typeface="Times New Roman"/>
                <a:cs typeface="Times New Roman"/>
              </a:rPr>
              <a:t> </a:t>
            </a:r>
            <a:r>
              <a:rPr sz="1200" spc="-10" dirty="0">
                <a:latin typeface="Times New Roman"/>
                <a:cs typeface="Times New Roman"/>
              </a:rPr>
              <a:t>fields—</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Customer</a:t>
            </a:r>
            <a:r>
              <a:rPr sz="1200" spc="-20" dirty="0">
                <a:latin typeface="Times New Roman"/>
                <a:cs typeface="Times New Roman"/>
              </a:rPr>
              <a:t> </a:t>
            </a:r>
            <a:r>
              <a:rPr sz="1200" dirty="0">
                <a:latin typeface="Times New Roman"/>
                <a:cs typeface="Times New Roman"/>
              </a:rPr>
              <a:t>Code,</a:t>
            </a:r>
            <a:r>
              <a:rPr sz="1200" spc="-20" dirty="0">
                <a:latin typeface="Times New Roman"/>
                <a:cs typeface="Times New Roman"/>
              </a:rPr>
              <a:t> </a:t>
            </a:r>
            <a:r>
              <a:rPr sz="1200" spc="-10" dirty="0">
                <a:latin typeface="Times New Roman"/>
                <a:cs typeface="Times New Roman"/>
              </a:rPr>
              <a:t>Customer </a:t>
            </a:r>
            <a:r>
              <a:rPr sz="1200" dirty="0">
                <a:latin typeface="Times New Roman"/>
                <a:cs typeface="Times New Roman"/>
              </a:rPr>
              <a:t>Name,</a:t>
            </a:r>
            <a:r>
              <a:rPr sz="1200" spc="-55" dirty="0">
                <a:latin typeface="Times New Roman"/>
                <a:cs typeface="Times New Roman"/>
              </a:rPr>
              <a:t> </a:t>
            </a:r>
            <a:r>
              <a:rPr sz="1200" spc="-10" dirty="0">
                <a:latin typeface="Times New Roman"/>
                <a:cs typeface="Times New Roman"/>
              </a:rPr>
              <a:t>Email</a:t>
            </a:r>
            <a:r>
              <a:rPr sz="1200" spc="-75" dirty="0">
                <a:latin typeface="Times New Roman"/>
                <a:cs typeface="Times New Roman"/>
              </a:rPr>
              <a:t> </a:t>
            </a:r>
            <a:r>
              <a:rPr sz="1200" dirty="0">
                <a:latin typeface="Times New Roman"/>
                <a:cs typeface="Times New Roman"/>
              </a:rPr>
              <a:t>Address,</a:t>
            </a:r>
            <a:r>
              <a:rPr sz="1200" spc="-30" dirty="0">
                <a:latin typeface="Times New Roman"/>
                <a:cs typeface="Times New Roman"/>
              </a:rPr>
              <a:t> </a:t>
            </a:r>
            <a:r>
              <a:rPr sz="1200" dirty="0">
                <a:latin typeface="Times New Roman"/>
                <a:cs typeface="Times New Roman"/>
              </a:rPr>
              <a:t>Contact</a:t>
            </a:r>
            <a:r>
              <a:rPr sz="1200" spc="-25" dirty="0">
                <a:latin typeface="Times New Roman"/>
                <a:cs typeface="Times New Roman"/>
              </a:rPr>
              <a:t> </a:t>
            </a:r>
            <a:r>
              <a:rPr sz="1200" spc="-10" dirty="0">
                <a:latin typeface="Times New Roman"/>
                <a:cs typeface="Times New Roman"/>
              </a:rPr>
              <a:t>Number,</a:t>
            </a:r>
            <a:r>
              <a:rPr sz="1200" spc="-3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Customer</a:t>
            </a:r>
            <a:r>
              <a:rPr sz="1200" spc="-50" dirty="0">
                <a:latin typeface="Times New Roman"/>
                <a:cs typeface="Times New Roman"/>
              </a:rPr>
              <a:t> </a:t>
            </a:r>
            <a:r>
              <a:rPr sz="1200" spc="-10" dirty="0">
                <a:latin typeface="Times New Roman"/>
                <a:cs typeface="Times New Roman"/>
              </a:rPr>
              <a:t>Type,</a:t>
            </a:r>
            <a:r>
              <a:rPr sz="1200" spc="-30" dirty="0">
                <a:latin typeface="Times New Roman"/>
                <a:cs typeface="Times New Roman"/>
              </a:rPr>
              <a:t> </a:t>
            </a:r>
            <a:r>
              <a:rPr sz="1200" dirty="0">
                <a:latin typeface="Times New Roman"/>
                <a:cs typeface="Times New Roman"/>
              </a:rPr>
              <a:t>GST</a:t>
            </a:r>
            <a:r>
              <a:rPr sz="1200" spc="-45" dirty="0">
                <a:latin typeface="Times New Roman"/>
                <a:cs typeface="Times New Roman"/>
              </a:rPr>
              <a:t> </a:t>
            </a:r>
            <a:r>
              <a:rPr sz="1200" spc="-10" dirty="0">
                <a:latin typeface="Times New Roman"/>
                <a:cs typeface="Times New Roman"/>
              </a:rPr>
              <a:t>Number,</a:t>
            </a:r>
            <a:r>
              <a:rPr sz="1200" spc="-30" dirty="0">
                <a:latin typeface="Times New Roman"/>
                <a:cs typeface="Times New Roman"/>
              </a:rPr>
              <a:t> </a:t>
            </a:r>
            <a:r>
              <a:rPr sz="1200" spc="-10" dirty="0">
                <a:latin typeface="Times New Roman"/>
                <a:cs typeface="Times New Roman"/>
              </a:rPr>
              <a:t>Registered</a:t>
            </a:r>
            <a:endParaRPr sz="1200">
              <a:latin typeface="Times New Roman"/>
              <a:cs typeface="Times New Roman"/>
            </a:endParaRPr>
          </a:p>
          <a:p>
            <a:pPr marL="12700" marR="400685">
              <a:lnSpc>
                <a:spcPct val="102699"/>
              </a:lnSpc>
              <a:spcBef>
                <a:spcPts val="25"/>
              </a:spcBef>
            </a:pPr>
            <a:r>
              <a:rPr sz="1200" dirty="0">
                <a:latin typeface="Times New Roman"/>
                <a:cs typeface="Times New Roman"/>
              </a:rPr>
              <a:t>Address,</a:t>
            </a:r>
            <a:r>
              <a:rPr sz="1200" spc="-15" dirty="0">
                <a:latin typeface="Times New Roman"/>
                <a:cs typeface="Times New Roman"/>
              </a:rPr>
              <a:t> </a:t>
            </a:r>
            <a:r>
              <a:rPr sz="1200" spc="-10" dirty="0">
                <a:latin typeface="Times New Roman"/>
                <a:cs typeface="Times New Roman"/>
              </a:rPr>
              <a:t>City,</a:t>
            </a:r>
            <a:r>
              <a:rPr sz="1200" spc="-15" dirty="0">
                <a:latin typeface="Times New Roman"/>
                <a:cs typeface="Times New Roman"/>
              </a:rPr>
              <a:t> </a:t>
            </a:r>
            <a:r>
              <a:rPr sz="1200" dirty="0">
                <a:latin typeface="Times New Roman"/>
                <a:cs typeface="Times New Roman"/>
              </a:rPr>
              <a:t>Pin</a:t>
            </a:r>
            <a:r>
              <a:rPr sz="1200" spc="-10" dirty="0">
                <a:latin typeface="Times New Roman"/>
                <a:cs typeface="Times New Roman"/>
              </a:rPr>
              <a:t> </a:t>
            </a:r>
            <a:r>
              <a:rPr sz="1200" dirty="0">
                <a:latin typeface="Times New Roman"/>
                <a:cs typeface="Times New Roman"/>
              </a:rPr>
              <a:t>code,</a:t>
            </a:r>
            <a:r>
              <a:rPr sz="1200" spc="-15" dirty="0">
                <a:latin typeface="Times New Roman"/>
                <a:cs typeface="Times New Roman"/>
              </a:rPr>
              <a:t> </a:t>
            </a:r>
            <a:r>
              <a:rPr sz="1200" dirty="0">
                <a:latin typeface="Times New Roman"/>
                <a:cs typeface="Times New Roman"/>
              </a:rPr>
              <a:t>State,</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Country—</a:t>
            </a:r>
            <a:r>
              <a:rPr sz="1200" dirty="0">
                <a:latin typeface="Times New Roman"/>
                <a:cs typeface="Times New Roman"/>
              </a:rPr>
              <a:t>are</a:t>
            </a:r>
            <a:r>
              <a:rPr sz="1200" spc="-10" dirty="0">
                <a:latin typeface="Times New Roman"/>
                <a:cs typeface="Times New Roman"/>
              </a:rPr>
              <a:t> automatically</a:t>
            </a:r>
            <a:r>
              <a:rPr sz="1200" spc="-15" dirty="0">
                <a:latin typeface="Times New Roman"/>
                <a:cs typeface="Times New Roman"/>
              </a:rPr>
              <a:t> </a:t>
            </a:r>
            <a:r>
              <a:rPr sz="1200" dirty="0">
                <a:latin typeface="Times New Roman"/>
                <a:cs typeface="Times New Roman"/>
              </a:rPr>
              <a:t>populated</a:t>
            </a:r>
            <a:r>
              <a:rPr sz="1200" spc="-15" dirty="0">
                <a:latin typeface="Times New Roman"/>
                <a:cs typeface="Times New Roman"/>
              </a:rPr>
              <a:t> </a:t>
            </a:r>
            <a:r>
              <a:rPr sz="1200" dirty="0">
                <a:latin typeface="Times New Roman"/>
                <a:cs typeface="Times New Roman"/>
              </a:rPr>
              <a:t>with</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existing information.</a:t>
            </a:r>
            <a:endParaRPr sz="1200">
              <a:latin typeface="Times New Roman"/>
              <a:cs typeface="Times New Roman"/>
            </a:endParaRPr>
          </a:p>
          <a:p>
            <a:pPr marL="12700" marR="125095">
              <a:lnSpc>
                <a:spcPct val="102800"/>
              </a:lnSpc>
              <a:spcBef>
                <a:spcPts val="819"/>
              </a:spcBef>
            </a:pP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helps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quickly</a:t>
            </a:r>
            <a:r>
              <a:rPr sz="1200" spc="-20" dirty="0">
                <a:latin typeface="Times New Roman"/>
                <a:cs typeface="Times New Roman"/>
              </a:rPr>
              <a:t> </a:t>
            </a:r>
            <a:r>
              <a:rPr sz="1200" dirty="0">
                <a:latin typeface="Times New Roman"/>
                <a:cs typeface="Times New Roman"/>
              </a:rPr>
              <a:t>review</a:t>
            </a:r>
            <a:r>
              <a:rPr sz="1200" spc="-2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modify</a:t>
            </a:r>
            <a:r>
              <a:rPr sz="1200" spc="-20" dirty="0">
                <a:latin typeface="Times New Roman"/>
                <a:cs typeface="Times New Roman"/>
              </a:rPr>
              <a:t> </a:t>
            </a:r>
            <a:r>
              <a:rPr sz="1200" dirty="0">
                <a:latin typeface="Times New Roman"/>
                <a:cs typeface="Times New Roman"/>
              </a:rPr>
              <a:t>any</a:t>
            </a:r>
            <a:r>
              <a:rPr sz="1200" spc="-15" dirty="0">
                <a:latin typeface="Times New Roman"/>
                <a:cs typeface="Times New Roman"/>
              </a:rPr>
              <a:t> </a:t>
            </a:r>
            <a:r>
              <a:rPr sz="1200" dirty="0">
                <a:latin typeface="Times New Roman"/>
                <a:cs typeface="Times New Roman"/>
              </a:rPr>
              <a:t>specific</a:t>
            </a:r>
            <a:r>
              <a:rPr sz="1200" spc="-15"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without</a:t>
            </a:r>
            <a:r>
              <a:rPr sz="1200" spc="-15" dirty="0">
                <a:latin typeface="Times New Roman"/>
                <a:cs typeface="Times New Roman"/>
              </a:rPr>
              <a:t> </a:t>
            </a:r>
            <a:r>
              <a:rPr sz="1200" dirty="0">
                <a:latin typeface="Times New Roman"/>
                <a:cs typeface="Times New Roman"/>
              </a:rPr>
              <a:t>having</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re-</a:t>
            </a:r>
            <a:r>
              <a:rPr sz="1200" spc="-10" dirty="0">
                <a:latin typeface="Times New Roman"/>
                <a:cs typeface="Times New Roman"/>
              </a:rPr>
              <a:t>enter everything.</a:t>
            </a:r>
            <a:endParaRPr sz="1200">
              <a:latin typeface="Times New Roman"/>
              <a:cs typeface="Times New Roman"/>
            </a:endParaRPr>
          </a:p>
          <a:p>
            <a:pPr marL="12700">
              <a:lnSpc>
                <a:spcPct val="100000"/>
              </a:lnSpc>
              <a:spcBef>
                <a:spcPts val="860"/>
              </a:spcBef>
            </a:pPr>
            <a:r>
              <a:rPr sz="1400" b="1" spc="-10" dirty="0">
                <a:latin typeface="Times New Roman"/>
                <a:cs typeface="Times New Roman"/>
              </a:rPr>
              <a:t>Email</a:t>
            </a:r>
            <a:r>
              <a:rPr sz="1400" b="1" spc="-80" dirty="0">
                <a:latin typeface="Times New Roman"/>
                <a:cs typeface="Times New Roman"/>
              </a:rPr>
              <a:t> </a:t>
            </a:r>
            <a:r>
              <a:rPr sz="1400" b="1" dirty="0">
                <a:latin typeface="Times New Roman"/>
                <a:cs typeface="Times New Roman"/>
              </a:rPr>
              <a:t>Address</a:t>
            </a:r>
            <a:r>
              <a:rPr sz="1400" b="1" spc="-25" dirty="0">
                <a:latin typeface="Times New Roman"/>
                <a:cs typeface="Times New Roman"/>
              </a:rPr>
              <a:t> </a:t>
            </a:r>
            <a:r>
              <a:rPr sz="1400" b="1" dirty="0">
                <a:latin typeface="Times New Roman"/>
                <a:cs typeface="Times New Roman"/>
              </a:rPr>
              <a:t>Change and</a:t>
            </a:r>
            <a:r>
              <a:rPr sz="1400" b="1" spc="-20" dirty="0">
                <a:latin typeface="Times New Roman"/>
                <a:cs typeface="Times New Roman"/>
              </a:rPr>
              <a:t> </a:t>
            </a:r>
            <a:r>
              <a:rPr sz="1400" b="1" spc="-10" dirty="0">
                <a:latin typeface="Times New Roman"/>
                <a:cs typeface="Times New Roman"/>
              </a:rPr>
              <a:t>OTP</a:t>
            </a:r>
            <a:r>
              <a:rPr sz="1400" b="1" spc="-130" dirty="0">
                <a:latin typeface="Times New Roman"/>
                <a:cs typeface="Times New Roman"/>
              </a:rPr>
              <a:t> </a:t>
            </a:r>
            <a:r>
              <a:rPr sz="1400" b="1" spc="-10" dirty="0">
                <a:latin typeface="Times New Roman"/>
                <a:cs typeface="Times New Roman"/>
              </a:rPr>
              <a:t>Verification</a:t>
            </a:r>
            <a:r>
              <a:rPr sz="1400" spc="-10" dirty="0">
                <a:latin typeface="Times New Roman"/>
                <a:cs typeface="Times New Roman"/>
              </a:rPr>
              <a:t>:</a:t>
            </a:r>
            <a:endParaRPr sz="1400">
              <a:latin typeface="Times New Roman"/>
              <a:cs typeface="Times New Roman"/>
            </a:endParaRPr>
          </a:p>
          <a:p>
            <a:pPr marL="12700" marR="495300">
              <a:lnSpc>
                <a:spcPct val="102800"/>
              </a:lnSpc>
              <a:spcBef>
                <a:spcPts val="819"/>
              </a:spcBef>
            </a:pPr>
            <a:r>
              <a:rPr sz="1200" dirty="0">
                <a:latin typeface="Times New Roman"/>
                <a:cs typeface="Times New Roman"/>
              </a:rPr>
              <a:t>If</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spc="-10" dirty="0">
                <a:latin typeface="Times New Roman"/>
                <a:cs typeface="Times New Roman"/>
              </a:rPr>
              <a:t>Email</a:t>
            </a:r>
            <a:r>
              <a:rPr sz="1200" b="1" spc="-75" dirty="0">
                <a:latin typeface="Times New Roman"/>
                <a:cs typeface="Times New Roman"/>
              </a:rPr>
              <a:t> </a:t>
            </a:r>
            <a:r>
              <a:rPr sz="1200" b="1" dirty="0">
                <a:latin typeface="Times New Roman"/>
                <a:cs typeface="Times New Roman"/>
              </a:rPr>
              <a:t>Address</a:t>
            </a:r>
            <a:r>
              <a:rPr sz="1200" b="1" spc="-20"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modified,</a:t>
            </a:r>
            <a:r>
              <a:rPr sz="1200" spc="-4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b="1" spc="-10" dirty="0">
                <a:latin typeface="Times New Roman"/>
                <a:cs typeface="Times New Roman"/>
              </a:rPr>
              <a:t>OTP</a:t>
            </a:r>
            <a:r>
              <a:rPr sz="1200" b="1" spc="-75" dirty="0">
                <a:latin typeface="Times New Roman"/>
                <a:cs typeface="Times New Roman"/>
              </a:rPr>
              <a:t> </a:t>
            </a:r>
            <a:r>
              <a:rPr sz="1200" b="1" dirty="0">
                <a:latin typeface="Times New Roman"/>
                <a:cs typeface="Times New Roman"/>
              </a:rPr>
              <a:t>verification</a:t>
            </a:r>
            <a:r>
              <a:rPr sz="1200" b="1" spc="-20" dirty="0">
                <a:latin typeface="Times New Roman"/>
                <a:cs typeface="Times New Roman"/>
              </a:rPr>
              <a:t> </a:t>
            </a:r>
            <a:r>
              <a:rPr sz="1200" dirty="0">
                <a:latin typeface="Times New Roman"/>
                <a:cs typeface="Times New Roman"/>
              </a:rPr>
              <a:t>process</a:t>
            </a:r>
            <a:r>
              <a:rPr sz="1200" spc="-2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triggered</a:t>
            </a:r>
            <a:r>
              <a:rPr sz="1200" spc="-45" dirty="0">
                <a:latin typeface="Times New Roman"/>
                <a:cs typeface="Times New Roman"/>
              </a:rPr>
              <a:t> </a:t>
            </a:r>
            <a:r>
              <a:rPr sz="1200" dirty="0">
                <a:latin typeface="Times New Roman"/>
                <a:cs typeface="Times New Roman"/>
              </a:rPr>
              <a:t>again</a:t>
            </a:r>
            <a:r>
              <a:rPr sz="1200" spc="-15" dirty="0">
                <a:latin typeface="Times New Roman"/>
                <a:cs typeface="Times New Roman"/>
              </a:rPr>
              <a:t> </a:t>
            </a:r>
            <a:r>
              <a:rPr sz="1200" spc="-25" dirty="0">
                <a:latin typeface="Times New Roman"/>
                <a:cs typeface="Times New Roman"/>
              </a:rPr>
              <a:t>to </a:t>
            </a:r>
            <a:r>
              <a:rPr sz="1200" dirty="0">
                <a:latin typeface="Times New Roman"/>
                <a:cs typeface="Times New Roman"/>
              </a:rPr>
              <a:t>confirm</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new</a:t>
            </a:r>
            <a:r>
              <a:rPr sz="1200" spc="-35" dirty="0">
                <a:latin typeface="Times New Roman"/>
                <a:cs typeface="Times New Roman"/>
              </a:rPr>
              <a:t> </a:t>
            </a:r>
            <a:r>
              <a:rPr sz="1200" dirty="0">
                <a:latin typeface="Times New Roman"/>
                <a:cs typeface="Times New Roman"/>
              </a:rPr>
              <a:t>email</a:t>
            </a:r>
            <a:r>
              <a:rPr sz="1200" spc="-30"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12700" marR="275590">
              <a:lnSpc>
                <a:spcPct val="102800"/>
              </a:lnSpc>
              <a:spcBef>
                <a:spcPts val="819"/>
              </a:spcBef>
            </a:pPr>
            <a:r>
              <a:rPr sz="1200" dirty="0">
                <a:latin typeface="Times New Roman"/>
                <a:cs typeface="Times New Roman"/>
              </a:rPr>
              <a:t>Upon</a:t>
            </a:r>
            <a:r>
              <a:rPr sz="1200" spc="-20" dirty="0">
                <a:latin typeface="Times New Roman"/>
                <a:cs typeface="Times New Roman"/>
              </a:rPr>
              <a:t> </a:t>
            </a:r>
            <a:r>
              <a:rPr sz="1200" dirty="0">
                <a:latin typeface="Times New Roman"/>
                <a:cs typeface="Times New Roman"/>
              </a:rPr>
              <a:t>changing</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email,</a:t>
            </a:r>
            <a:r>
              <a:rPr sz="1200" spc="-4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OTP</a:t>
            </a:r>
            <a:r>
              <a:rPr sz="1200" spc="-65" dirty="0">
                <a:latin typeface="Times New Roman"/>
                <a:cs typeface="Times New Roman"/>
              </a:rPr>
              <a:t> </a:t>
            </a:r>
            <a:r>
              <a:rPr sz="1200" dirty="0">
                <a:latin typeface="Times New Roman"/>
                <a:cs typeface="Times New Roman"/>
              </a:rPr>
              <a:t>will</a:t>
            </a:r>
            <a:r>
              <a:rPr sz="1200" spc="-15"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dirty="0">
                <a:latin typeface="Times New Roman"/>
                <a:cs typeface="Times New Roman"/>
              </a:rPr>
              <a:t>sent</a:t>
            </a:r>
            <a:r>
              <a:rPr sz="1200" spc="-1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address.</a:t>
            </a:r>
            <a:r>
              <a:rPr sz="1200" spc="-20" dirty="0">
                <a:latin typeface="Times New Roman"/>
                <a:cs typeface="Times New Roman"/>
              </a:rPr>
              <a:t> </a:t>
            </a: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after</a:t>
            </a:r>
            <a:r>
              <a:rPr sz="1200" spc="-20" dirty="0">
                <a:latin typeface="Times New Roman"/>
                <a:cs typeface="Times New Roman"/>
              </a:rPr>
              <a:t> </a:t>
            </a:r>
            <a:r>
              <a:rPr sz="1200" dirty="0">
                <a:latin typeface="Times New Roman"/>
                <a:cs typeface="Times New Roman"/>
              </a:rPr>
              <a:t>successful</a:t>
            </a:r>
            <a:r>
              <a:rPr sz="1200" spc="-15" dirty="0">
                <a:latin typeface="Times New Roman"/>
                <a:cs typeface="Times New Roman"/>
              </a:rPr>
              <a:t> </a:t>
            </a:r>
            <a:r>
              <a:rPr sz="1200" spc="-25" dirty="0">
                <a:latin typeface="Times New Roman"/>
                <a:cs typeface="Times New Roman"/>
              </a:rPr>
              <a:t>OTP </a:t>
            </a:r>
            <a:r>
              <a:rPr sz="1200" dirty="0">
                <a:latin typeface="Times New Roman"/>
                <a:cs typeface="Times New Roman"/>
              </a:rPr>
              <a:t>entry</a:t>
            </a:r>
            <a:r>
              <a:rPr sz="1200" spc="-20"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change</a:t>
            </a:r>
            <a:r>
              <a:rPr sz="1200" spc="-15"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spc="-10" dirty="0">
                <a:latin typeface="Times New Roman"/>
                <a:cs typeface="Times New Roman"/>
              </a:rPr>
              <a:t>confirmed.</a:t>
            </a:r>
            <a:endParaRPr sz="1200">
              <a:latin typeface="Times New Roman"/>
              <a:cs typeface="Times New Roman"/>
            </a:endParaRPr>
          </a:p>
          <a:p>
            <a:pPr marL="12700" marR="391795">
              <a:lnSpc>
                <a:spcPct val="105800"/>
              </a:lnSpc>
              <a:spcBef>
                <a:spcPts val="755"/>
              </a:spcBef>
            </a:pP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does</a:t>
            </a:r>
            <a:r>
              <a:rPr sz="1200" spc="-30" dirty="0">
                <a:latin typeface="Times New Roman"/>
                <a:cs typeface="Times New Roman"/>
              </a:rPr>
              <a:t> </a:t>
            </a:r>
            <a:r>
              <a:rPr sz="1200" dirty="0">
                <a:latin typeface="Times New Roman"/>
                <a:cs typeface="Times New Roman"/>
              </a:rPr>
              <a:t>not</a:t>
            </a:r>
            <a:r>
              <a:rPr sz="1200" spc="-15" dirty="0">
                <a:latin typeface="Times New Roman"/>
                <a:cs typeface="Times New Roman"/>
              </a:rPr>
              <a:t> </a:t>
            </a:r>
            <a:r>
              <a:rPr sz="1200" dirty="0">
                <a:latin typeface="Times New Roman"/>
                <a:cs typeface="Times New Roman"/>
              </a:rPr>
              <a:t>change</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remains</a:t>
            </a:r>
            <a:r>
              <a:rPr sz="1200" spc="-30" dirty="0">
                <a:latin typeface="Times New Roman"/>
                <a:cs typeface="Times New Roman"/>
              </a:rPr>
              <a:t> </a:t>
            </a:r>
            <a:r>
              <a:rPr sz="1200" dirty="0">
                <a:latin typeface="Times New Roman"/>
                <a:cs typeface="Times New Roman"/>
              </a:rPr>
              <a:t>unchanged,</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no</a:t>
            </a:r>
            <a:r>
              <a:rPr sz="1200" spc="-15" dirty="0">
                <a:latin typeface="Times New Roman"/>
                <a:cs typeface="Times New Roman"/>
              </a:rPr>
              <a:t> </a:t>
            </a:r>
            <a:r>
              <a:rPr sz="1200" spc="-10" dirty="0">
                <a:latin typeface="Times New Roman"/>
                <a:cs typeface="Times New Roman"/>
              </a:rPr>
              <a:t>additional </a:t>
            </a:r>
            <a:r>
              <a:rPr sz="1200" dirty="0">
                <a:latin typeface="Times New Roman"/>
                <a:cs typeface="Times New Roman"/>
              </a:rPr>
              <a:t>verification</a:t>
            </a:r>
            <a:r>
              <a:rPr sz="1200" spc="-4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10" dirty="0">
                <a:latin typeface="Times New Roman"/>
                <a:cs typeface="Times New Roman"/>
              </a:rPr>
              <a:t>required</a:t>
            </a:r>
            <a:r>
              <a:rPr sz="1200" spc="-10" dirty="0">
                <a:latin typeface="Arial MT"/>
                <a:cs typeface="Arial MT"/>
              </a:rPr>
              <a:t>.</a:t>
            </a:r>
            <a:endParaRPr sz="1200">
              <a:latin typeface="Arial MT"/>
              <a:cs typeface="Arial MT"/>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08305" y="1491551"/>
            <a:ext cx="6946265" cy="7459345"/>
            <a:chOff x="408305" y="1491551"/>
            <a:chExt cx="6946265" cy="745934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69372" y="1494662"/>
              <a:ext cx="6882022" cy="3169666"/>
            </a:xfrm>
            <a:prstGeom prst="rect">
              <a:avLst/>
            </a:prstGeom>
          </p:spPr>
        </p:pic>
        <p:sp>
          <p:nvSpPr>
            <p:cNvPr id="6" name="object 6"/>
            <p:cNvSpPr/>
            <p:nvPr/>
          </p:nvSpPr>
          <p:spPr>
            <a:xfrm>
              <a:off x="409892" y="1493138"/>
              <a:ext cx="6943090" cy="3173095"/>
            </a:xfrm>
            <a:custGeom>
              <a:avLst/>
              <a:gdLst/>
              <a:ahLst/>
              <a:cxnLst/>
              <a:rect l="l" t="t" r="r" b="b"/>
              <a:pathLst>
                <a:path w="6943090" h="3173095">
                  <a:moveTo>
                    <a:pt x="0" y="3172841"/>
                  </a:moveTo>
                  <a:lnTo>
                    <a:pt x="6943090" y="3172841"/>
                  </a:lnTo>
                  <a:lnTo>
                    <a:pt x="6943090" y="0"/>
                  </a:lnTo>
                  <a:lnTo>
                    <a:pt x="0" y="0"/>
                  </a:lnTo>
                  <a:lnTo>
                    <a:pt x="0" y="3172841"/>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1194181"/>
            <a:ext cx="1420495"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dirty="0">
                <a:latin typeface="Times New Roman"/>
                <a:cs typeface="Times New Roman"/>
              </a:rPr>
              <a:t>Assign</a:t>
            </a:r>
            <a:r>
              <a:rPr sz="1400" b="1" spc="-40" dirty="0">
                <a:latin typeface="Times New Roman"/>
                <a:cs typeface="Times New Roman"/>
              </a:rPr>
              <a:t> </a:t>
            </a:r>
            <a:r>
              <a:rPr sz="1400" b="1" spc="-10" dirty="0">
                <a:latin typeface="Times New Roman"/>
                <a:cs typeface="Times New Roman"/>
              </a:rPr>
              <a:t>Projects</a:t>
            </a:r>
            <a:endParaRPr sz="1400">
              <a:latin typeface="Times New Roman"/>
              <a:cs typeface="Times New Roman"/>
            </a:endParaRPr>
          </a:p>
        </p:txBody>
      </p:sp>
      <p:sp>
        <p:nvSpPr>
          <p:cNvPr id="8" name="object 8"/>
          <p:cNvSpPr txBox="1"/>
          <p:nvPr/>
        </p:nvSpPr>
        <p:spPr>
          <a:xfrm>
            <a:off x="902017" y="5038090"/>
            <a:ext cx="296418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Here,</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projects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assigned</a:t>
            </a:r>
            <a:r>
              <a:rPr sz="1200" spc="-4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customers.</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396240" y="2101659"/>
            <a:ext cx="6925309" cy="6849109"/>
            <a:chOff x="396240" y="2101659"/>
            <a:chExt cx="6925309" cy="6849109"/>
          </a:xfrm>
        </p:grpSpPr>
        <p:sp>
          <p:nvSpPr>
            <p:cNvPr id="4" name="object 4"/>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64280" y="2104771"/>
              <a:ext cx="6854094" cy="3152648"/>
            </a:xfrm>
            <a:prstGeom prst="rect">
              <a:avLst/>
            </a:prstGeom>
          </p:spPr>
        </p:pic>
        <p:sp>
          <p:nvSpPr>
            <p:cNvPr id="6" name="object 6"/>
            <p:cNvSpPr/>
            <p:nvPr/>
          </p:nvSpPr>
          <p:spPr>
            <a:xfrm>
              <a:off x="397827" y="2103247"/>
              <a:ext cx="6922134" cy="3155950"/>
            </a:xfrm>
            <a:custGeom>
              <a:avLst/>
              <a:gdLst/>
              <a:ahLst/>
              <a:cxnLst/>
              <a:rect l="l" t="t" r="r" b="b"/>
              <a:pathLst>
                <a:path w="6922134" h="3155950">
                  <a:moveTo>
                    <a:pt x="0" y="3155823"/>
                  </a:moveTo>
                  <a:lnTo>
                    <a:pt x="6922134" y="3155823"/>
                  </a:lnTo>
                  <a:lnTo>
                    <a:pt x="6922134" y="0"/>
                  </a:lnTo>
                  <a:lnTo>
                    <a:pt x="0" y="0"/>
                  </a:lnTo>
                  <a:lnTo>
                    <a:pt x="0" y="3155823"/>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5944870" cy="1163955"/>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a:cs typeface="Times New Roman"/>
              </a:rPr>
              <a:t>User</a:t>
            </a:r>
            <a:r>
              <a:rPr sz="1600" b="1" spc="-75" dirty="0">
                <a:latin typeface="Times New Roman"/>
                <a:cs typeface="Times New Roman"/>
              </a:rPr>
              <a:t> </a:t>
            </a:r>
            <a:r>
              <a:rPr sz="1600" b="1" dirty="0">
                <a:latin typeface="Times New Roman"/>
                <a:cs typeface="Times New Roman"/>
              </a:rPr>
              <a:t>Settings</a:t>
            </a:r>
            <a:r>
              <a:rPr sz="1600" b="1" spc="-50"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a:lnSpc>
                <a:spcPct val="100000"/>
              </a:lnSpc>
              <a:spcBef>
                <a:spcPts val="775"/>
              </a:spcBef>
            </a:pPr>
            <a:endParaRPr sz="1600">
              <a:latin typeface="Times New Roman"/>
              <a:cs typeface="Times New Roman"/>
            </a:endParaRPr>
          </a:p>
          <a:p>
            <a:pPr marL="12700">
              <a:lnSpc>
                <a:spcPct val="100000"/>
              </a:lnSpc>
              <a:spcBef>
                <a:spcPts val="5"/>
              </a:spcBef>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Settings</a:t>
            </a:r>
            <a:r>
              <a:rPr sz="1200" spc="-30" dirty="0">
                <a:latin typeface="Times New Roman"/>
                <a:cs typeface="Times New Roman"/>
              </a:rPr>
              <a:t> </a:t>
            </a:r>
            <a:r>
              <a:rPr sz="1200" dirty="0">
                <a:latin typeface="Times New Roman"/>
                <a:cs typeface="Times New Roman"/>
              </a:rPr>
              <a:t>section,</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admin</a:t>
            </a:r>
            <a:r>
              <a:rPr sz="1200" spc="-20" dirty="0">
                <a:latin typeface="Times New Roman"/>
                <a:cs typeface="Times New Roman"/>
              </a:rPr>
              <a:t> </a:t>
            </a:r>
            <a:r>
              <a:rPr sz="1200" dirty="0">
                <a:latin typeface="Times New Roman"/>
                <a:cs typeface="Times New Roman"/>
              </a:rPr>
              <a:t>has</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ability</a:t>
            </a:r>
            <a:r>
              <a:rPr sz="1200" spc="-4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manage</a:t>
            </a:r>
            <a:r>
              <a:rPr sz="1200" spc="-35" dirty="0">
                <a:latin typeface="Times New Roman"/>
                <a:cs typeface="Times New Roman"/>
              </a:rPr>
              <a:t> </a:t>
            </a:r>
            <a:r>
              <a:rPr sz="1200" dirty="0">
                <a:latin typeface="Times New Roman"/>
                <a:cs typeface="Times New Roman"/>
              </a:rPr>
              <a:t>employee</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developer</a:t>
            </a:r>
            <a:endParaRPr sz="1200">
              <a:latin typeface="Times New Roman"/>
              <a:cs typeface="Times New Roman"/>
            </a:endParaRPr>
          </a:p>
          <a:p>
            <a:pPr marL="12700" marR="5080">
              <a:lnSpc>
                <a:spcPct val="103000"/>
              </a:lnSpc>
              <a:spcBef>
                <a:spcPts val="15"/>
              </a:spcBef>
            </a:pPr>
            <a:r>
              <a:rPr sz="1200" spc="-10" dirty="0">
                <a:latin typeface="Times New Roman"/>
                <a:cs typeface="Times New Roman"/>
              </a:rPr>
              <a:t>credentials.</a:t>
            </a:r>
            <a:r>
              <a:rPr sz="1200" spc="-6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includes</a:t>
            </a:r>
            <a:r>
              <a:rPr sz="1200" spc="-35" dirty="0">
                <a:latin typeface="Times New Roman"/>
                <a:cs typeface="Times New Roman"/>
              </a:rPr>
              <a:t> </a:t>
            </a:r>
            <a:r>
              <a:rPr sz="1200" dirty="0">
                <a:latin typeface="Times New Roman"/>
                <a:cs typeface="Times New Roman"/>
              </a:rPr>
              <a:t>creating,</a:t>
            </a:r>
            <a:r>
              <a:rPr sz="1200" spc="-45" dirty="0">
                <a:latin typeface="Times New Roman"/>
                <a:cs typeface="Times New Roman"/>
              </a:rPr>
              <a:t> </a:t>
            </a:r>
            <a:r>
              <a:rPr sz="1200" dirty="0">
                <a:latin typeface="Times New Roman"/>
                <a:cs typeface="Times New Roman"/>
              </a:rPr>
              <a:t>editing,</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viewing</a:t>
            </a:r>
            <a:r>
              <a:rPr sz="1200" spc="-25"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accounts,</a:t>
            </a:r>
            <a:r>
              <a:rPr sz="1200" spc="-20" dirty="0">
                <a:latin typeface="Times New Roman"/>
                <a:cs typeface="Times New Roman"/>
              </a:rPr>
              <a:t> </a:t>
            </a:r>
            <a:r>
              <a:rPr sz="1200" dirty="0">
                <a:latin typeface="Times New Roman"/>
                <a:cs typeface="Times New Roman"/>
              </a:rPr>
              <a:t>enabling</a:t>
            </a:r>
            <a:r>
              <a:rPr sz="1200" spc="-20" dirty="0">
                <a:latin typeface="Times New Roman"/>
                <a:cs typeface="Times New Roman"/>
              </a:rPr>
              <a:t> </a:t>
            </a:r>
            <a:r>
              <a:rPr sz="1200" dirty="0">
                <a:latin typeface="Times New Roman"/>
                <a:cs typeface="Times New Roman"/>
              </a:rPr>
              <a:t>seamless</a:t>
            </a:r>
            <a:r>
              <a:rPr sz="1200" spc="-30" dirty="0">
                <a:latin typeface="Times New Roman"/>
                <a:cs typeface="Times New Roman"/>
              </a:rPr>
              <a:t> </a:t>
            </a:r>
            <a:r>
              <a:rPr sz="1200" spc="-10" dirty="0">
                <a:latin typeface="Times New Roman"/>
                <a:cs typeface="Times New Roman"/>
              </a:rPr>
              <a:t>control </a:t>
            </a:r>
            <a:r>
              <a:rPr sz="1200" dirty="0">
                <a:latin typeface="Times New Roman"/>
                <a:cs typeface="Times New Roman"/>
              </a:rPr>
              <a:t>over</a:t>
            </a:r>
            <a:r>
              <a:rPr sz="1200" spc="-20" dirty="0">
                <a:latin typeface="Times New Roman"/>
                <a:cs typeface="Times New Roman"/>
              </a:rPr>
              <a:t> </a:t>
            </a:r>
            <a:r>
              <a:rPr sz="1200" dirty="0">
                <a:latin typeface="Times New Roman"/>
                <a:cs typeface="Times New Roman"/>
              </a:rPr>
              <a:t>access</a:t>
            </a:r>
            <a:r>
              <a:rPr sz="1200" spc="-2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system.</a:t>
            </a:r>
            <a:endParaRPr sz="1200">
              <a:latin typeface="Times New Roman"/>
              <a:cs typeface="Times New Roman"/>
            </a:endParaRPr>
          </a:p>
        </p:txBody>
      </p:sp>
      <p:sp>
        <p:nvSpPr>
          <p:cNvPr id="8" name="object 8"/>
          <p:cNvSpPr txBox="1"/>
          <p:nvPr/>
        </p:nvSpPr>
        <p:spPr>
          <a:xfrm>
            <a:off x="902017" y="5624829"/>
            <a:ext cx="5920105" cy="323469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User</a:t>
            </a:r>
            <a:r>
              <a:rPr sz="1400" b="1" spc="-50" dirty="0">
                <a:latin typeface="Times New Roman"/>
                <a:cs typeface="Times New Roman"/>
              </a:rPr>
              <a:t> </a:t>
            </a:r>
            <a:r>
              <a:rPr sz="1400" b="1" dirty="0">
                <a:latin typeface="Times New Roman"/>
                <a:cs typeface="Times New Roman"/>
              </a:rPr>
              <a:t>List</a:t>
            </a:r>
            <a:r>
              <a:rPr sz="1400" b="1" spc="-65" dirty="0">
                <a:latin typeface="Times New Roman"/>
                <a:cs typeface="Times New Roman"/>
              </a:rPr>
              <a:t> </a:t>
            </a:r>
            <a:r>
              <a:rPr sz="1400" b="1" spc="-20" dirty="0">
                <a:latin typeface="Times New Roman"/>
                <a:cs typeface="Times New Roman"/>
              </a:rPr>
              <a:t>View</a:t>
            </a:r>
            <a:endParaRPr sz="1400">
              <a:latin typeface="Times New Roman"/>
              <a:cs typeface="Times New Roman"/>
            </a:endParaRPr>
          </a:p>
          <a:p>
            <a:pPr marL="12700">
              <a:lnSpc>
                <a:spcPct val="100000"/>
              </a:lnSpc>
              <a:spcBef>
                <a:spcPts val="86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list</a:t>
            </a:r>
            <a:r>
              <a:rPr sz="1200" spc="-4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displayed</a:t>
            </a:r>
            <a:r>
              <a:rPr sz="1200" spc="-4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table</a:t>
            </a:r>
            <a:r>
              <a:rPr sz="1200" spc="-15" dirty="0">
                <a:latin typeface="Times New Roman"/>
                <a:cs typeface="Times New Roman"/>
              </a:rPr>
              <a:t> </a:t>
            </a:r>
            <a:r>
              <a:rPr sz="1200" dirty="0">
                <a:latin typeface="Times New Roman"/>
                <a:cs typeface="Times New Roman"/>
              </a:rPr>
              <a:t>format</a:t>
            </a:r>
            <a:r>
              <a:rPr sz="1200" spc="-4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includes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spc="-10" dirty="0">
                <a:latin typeface="Times New Roman"/>
                <a:cs typeface="Times New Roman"/>
              </a:rPr>
              <a:t>columns:</a:t>
            </a:r>
            <a:endParaRPr sz="1200">
              <a:latin typeface="Times New Roman"/>
              <a:cs typeface="Times New Roman"/>
            </a:endParaRPr>
          </a:p>
          <a:p>
            <a:pPr marL="12700" marR="260350">
              <a:lnSpc>
                <a:spcPct val="103600"/>
              </a:lnSpc>
              <a:spcBef>
                <a:spcPts val="780"/>
              </a:spcBef>
            </a:pPr>
            <a:r>
              <a:rPr sz="1400" b="1" dirty="0">
                <a:latin typeface="Times New Roman"/>
                <a:cs typeface="Times New Roman"/>
              </a:rPr>
              <a:t>Username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unique</a:t>
            </a:r>
            <a:r>
              <a:rPr sz="1200" spc="-40" dirty="0">
                <a:latin typeface="Times New Roman"/>
                <a:cs typeface="Times New Roman"/>
              </a:rPr>
              <a:t> </a:t>
            </a:r>
            <a:r>
              <a:rPr sz="1200" dirty="0">
                <a:latin typeface="Times New Roman"/>
                <a:cs typeface="Times New Roman"/>
              </a:rPr>
              <a:t>identifier</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displayed</a:t>
            </a:r>
            <a:r>
              <a:rPr sz="1200" spc="-50" dirty="0">
                <a:latin typeface="Times New Roman"/>
                <a:cs typeface="Times New Roman"/>
              </a:rPr>
              <a:t> </a:t>
            </a:r>
            <a:r>
              <a:rPr sz="1200" dirty="0">
                <a:latin typeface="Times New Roman"/>
                <a:cs typeface="Times New Roman"/>
              </a:rPr>
              <a:t>as</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clickable</a:t>
            </a:r>
            <a:r>
              <a:rPr sz="1200" spc="-40" dirty="0">
                <a:latin typeface="Times New Roman"/>
                <a:cs typeface="Times New Roman"/>
              </a:rPr>
              <a:t> </a:t>
            </a:r>
            <a:r>
              <a:rPr sz="1200" dirty="0">
                <a:latin typeface="Times New Roman"/>
                <a:cs typeface="Times New Roman"/>
              </a:rPr>
              <a:t>link.</a:t>
            </a:r>
            <a:r>
              <a:rPr sz="1200" spc="20" dirty="0">
                <a:latin typeface="Times New Roman"/>
                <a:cs typeface="Times New Roman"/>
              </a:rPr>
              <a:t> </a:t>
            </a:r>
            <a:r>
              <a:rPr sz="1200" dirty="0">
                <a:latin typeface="Times New Roman"/>
                <a:cs typeface="Times New Roman"/>
              </a:rPr>
              <a:t>Clicking</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the </a:t>
            </a:r>
            <a:r>
              <a:rPr sz="1200" dirty="0">
                <a:latin typeface="Times New Roman"/>
                <a:cs typeface="Times New Roman"/>
              </a:rPr>
              <a:t>username</a:t>
            </a:r>
            <a:r>
              <a:rPr sz="1200" spc="-35" dirty="0">
                <a:latin typeface="Times New Roman"/>
                <a:cs typeface="Times New Roman"/>
              </a:rPr>
              <a:t> </a:t>
            </a:r>
            <a:r>
              <a:rPr sz="1200" dirty="0">
                <a:latin typeface="Times New Roman"/>
                <a:cs typeface="Times New Roman"/>
              </a:rPr>
              <a:t>reveals</a:t>
            </a:r>
            <a:r>
              <a:rPr sz="1200" spc="-50" dirty="0">
                <a:latin typeface="Times New Roman"/>
                <a:cs typeface="Times New Roman"/>
              </a:rPr>
              <a:t> </a:t>
            </a:r>
            <a:r>
              <a:rPr sz="1200" dirty="0">
                <a:latin typeface="Times New Roman"/>
                <a:cs typeface="Times New Roman"/>
              </a:rPr>
              <a:t>additional</a:t>
            </a:r>
            <a:r>
              <a:rPr sz="1200" spc="-30"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details</a:t>
            </a:r>
            <a:r>
              <a:rPr sz="1200" spc="-4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10" dirty="0">
                <a:latin typeface="Times New Roman"/>
                <a:cs typeface="Times New Roman"/>
              </a:rPr>
              <a:t>actions.</a:t>
            </a:r>
            <a:endParaRPr sz="1200">
              <a:latin typeface="Times New Roman"/>
              <a:cs typeface="Times New Roman"/>
            </a:endParaRPr>
          </a:p>
          <a:p>
            <a:pPr marL="12700">
              <a:lnSpc>
                <a:spcPct val="100000"/>
              </a:lnSpc>
              <a:spcBef>
                <a:spcPts val="860"/>
              </a:spcBef>
            </a:pPr>
            <a:r>
              <a:rPr sz="1400" b="1" dirty="0">
                <a:latin typeface="Times New Roman"/>
                <a:cs typeface="Times New Roman"/>
              </a:rPr>
              <a:t>Status</a:t>
            </a:r>
            <a:r>
              <a:rPr sz="1400" dirty="0">
                <a:latin typeface="Times New Roman"/>
                <a:cs typeface="Times New Roman"/>
              </a:rPr>
              <a:t>:</a:t>
            </a:r>
            <a:r>
              <a:rPr sz="1400" spc="-45" dirty="0">
                <a:latin typeface="Times New Roman"/>
                <a:cs typeface="Times New Roman"/>
              </a:rPr>
              <a:t> </a:t>
            </a:r>
            <a:r>
              <a:rPr sz="1200" dirty="0">
                <a:latin typeface="Times New Roman"/>
                <a:cs typeface="Times New Roman"/>
              </a:rPr>
              <a:t>Indicates</a:t>
            </a:r>
            <a:r>
              <a:rPr sz="1200" spc="-35" dirty="0">
                <a:latin typeface="Times New Roman"/>
                <a:cs typeface="Times New Roman"/>
              </a:rPr>
              <a:t> </a:t>
            </a:r>
            <a:r>
              <a:rPr sz="1200" dirty="0">
                <a:latin typeface="Times New Roman"/>
                <a:cs typeface="Times New Roman"/>
              </a:rPr>
              <a:t>whether</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is</a:t>
            </a:r>
            <a:r>
              <a:rPr sz="1200" spc="-75" dirty="0">
                <a:latin typeface="Times New Roman"/>
                <a:cs typeface="Times New Roman"/>
              </a:rPr>
              <a:t> </a:t>
            </a:r>
            <a:r>
              <a:rPr sz="1200" dirty="0">
                <a:latin typeface="Times New Roman"/>
                <a:cs typeface="Times New Roman"/>
              </a:rPr>
              <a:t>Active</a:t>
            </a:r>
            <a:r>
              <a:rPr sz="1200" spc="-2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Inactive.</a:t>
            </a:r>
            <a:endParaRPr sz="1200">
              <a:latin typeface="Times New Roman"/>
              <a:cs typeface="Times New Roman"/>
            </a:endParaRPr>
          </a:p>
          <a:p>
            <a:pPr marL="12700">
              <a:lnSpc>
                <a:spcPct val="100000"/>
              </a:lnSpc>
              <a:spcBef>
                <a:spcPts val="860"/>
              </a:spcBef>
            </a:pPr>
            <a:r>
              <a:rPr sz="1200" b="1" dirty="0">
                <a:latin typeface="Times New Roman"/>
                <a:cs typeface="Times New Roman"/>
              </a:rPr>
              <a:t>Active</a:t>
            </a:r>
            <a:r>
              <a:rPr sz="1200" dirty="0">
                <a:latin typeface="Times New Roman"/>
                <a:cs typeface="Times New Roman"/>
              </a:rPr>
              <a:t>:</a:t>
            </a:r>
            <a:r>
              <a:rPr sz="1200" spc="-5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currently</a:t>
            </a:r>
            <a:r>
              <a:rPr sz="1200" spc="-40" dirty="0">
                <a:latin typeface="Times New Roman"/>
                <a:cs typeface="Times New Roman"/>
              </a:rPr>
              <a:t> </a:t>
            </a:r>
            <a:r>
              <a:rPr sz="1200" dirty="0">
                <a:latin typeface="Times New Roman"/>
                <a:cs typeface="Times New Roman"/>
              </a:rPr>
              <a:t>active</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12700">
              <a:lnSpc>
                <a:spcPct val="100000"/>
              </a:lnSpc>
              <a:spcBef>
                <a:spcPts val="840"/>
              </a:spcBef>
            </a:pPr>
            <a:r>
              <a:rPr sz="1200" b="1" dirty="0">
                <a:latin typeface="Times New Roman"/>
                <a:cs typeface="Times New Roman"/>
              </a:rPr>
              <a:t>Inactive</a:t>
            </a:r>
            <a:r>
              <a:rPr sz="1200" dirty="0">
                <a:latin typeface="Times New Roman"/>
                <a:cs typeface="Times New Roman"/>
              </a:rPr>
              <a:t>:</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dirty="0">
                <a:latin typeface="Times New Roman"/>
                <a:cs typeface="Times New Roman"/>
              </a:rPr>
              <a:t>restricted</a:t>
            </a:r>
            <a:r>
              <a:rPr sz="1200" spc="-30" dirty="0">
                <a:latin typeface="Times New Roman"/>
                <a:cs typeface="Times New Roman"/>
              </a:rPr>
              <a:t> </a:t>
            </a:r>
            <a:r>
              <a:rPr sz="1200" dirty="0">
                <a:latin typeface="Times New Roman"/>
                <a:cs typeface="Times New Roman"/>
              </a:rPr>
              <a:t>from</a:t>
            </a:r>
            <a:r>
              <a:rPr sz="1200" spc="-30" dirty="0">
                <a:latin typeface="Times New Roman"/>
                <a:cs typeface="Times New Roman"/>
              </a:rPr>
              <a:t> </a:t>
            </a:r>
            <a:r>
              <a:rPr sz="1200" dirty="0">
                <a:latin typeface="Times New Roman"/>
                <a:cs typeface="Times New Roman"/>
              </a:rPr>
              <a:t>accessing</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12700">
              <a:lnSpc>
                <a:spcPct val="100000"/>
              </a:lnSpc>
              <a:spcBef>
                <a:spcPts val="840"/>
              </a:spcBef>
            </a:pPr>
            <a:r>
              <a:rPr sz="1400" b="1" dirty="0">
                <a:latin typeface="Times New Roman"/>
                <a:cs typeface="Times New Roman"/>
              </a:rPr>
              <a:t>User</a:t>
            </a:r>
            <a:r>
              <a:rPr sz="1400" b="1" spc="-55" dirty="0">
                <a:latin typeface="Times New Roman"/>
                <a:cs typeface="Times New Roman"/>
              </a:rPr>
              <a:t> </a:t>
            </a:r>
            <a:r>
              <a:rPr sz="1400" b="1" dirty="0">
                <a:latin typeface="Times New Roman"/>
                <a:cs typeface="Times New Roman"/>
              </a:rPr>
              <a:t>Code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15" dirty="0">
                <a:latin typeface="Times New Roman"/>
                <a:cs typeface="Times New Roman"/>
              </a:rPr>
              <a:t> </a:t>
            </a:r>
            <a:r>
              <a:rPr sz="1200" dirty="0">
                <a:latin typeface="Times New Roman"/>
                <a:cs typeface="Times New Roman"/>
              </a:rPr>
              <a:t>identifier</a:t>
            </a:r>
            <a:r>
              <a:rPr sz="1200" spc="-25" dirty="0">
                <a:latin typeface="Times New Roman"/>
                <a:cs typeface="Times New Roman"/>
              </a:rPr>
              <a:t> </a:t>
            </a:r>
            <a:r>
              <a:rPr sz="1200" dirty="0">
                <a:latin typeface="Times New Roman"/>
                <a:cs typeface="Times New Roman"/>
              </a:rPr>
              <a:t>assigned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easy</a:t>
            </a:r>
            <a:r>
              <a:rPr sz="1200" spc="-20" dirty="0">
                <a:latin typeface="Times New Roman"/>
                <a:cs typeface="Times New Roman"/>
              </a:rPr>
              <a:t> </a:t>
            </a:r>
            <a:r>
              <a:rPr sz="1200" dirty="0">
                <a:latin typeface="Times New Roman"/>
                <a:cs typeface="Times New Roman"/>
              </a:rPr>
              <a:t>tracking</a:t>
            </a:r>
            <a:r>
              <a:rPr sz="1200" spc="-5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reference.</a:t>
            </a:r>
            <a:endParaRPr sz="1200">
              <a:latin typeface="Times New Roman"/>
              <a:cs typeface="Times New Roman"/>
            </a:endParaRPr>
          </a:p>
          <a:p>
            <a:pPr marL="12700">
              <a:lnSpc>
                <a:spcPct val="100000"/>
              </a:lnSpc>
              <a:spcBef>
                <a:spcPts val="860"/>
              </a:spcBef>
            </a:pPr>
            <a:r>
              <a:rPr sz="1400" b="1" dirty="0">
                <a:latin typeface="Times New Roman"/>
                <a:cs typeface="Times New Roman"/>
              </a:rPr>
              <a:t>Email</a:t>
            </a:r>
            <a:r>
              <a:rPr sz="1400" b="1" spc="-20" dirty="0">
                <a:latin typeface="Times New Roman"/>
                <a:cs typeface="Times New Roman"/>
              </a:rPr>
              <a:t> </a:t>
            </a:r>
            <a:r>
              <a:rPr sz="1400" b="1" dirty="0">
                <a:latin typeface="Times New Roman"/>
                <a:cs typeface="Times New Roman"/>
              </a:rPr>
              <a:t>ID</a:t>
            </a:r>
            <a:r>
              <a:rPr sz="1400" dirty="0">
                <a:latin typeface="Times New Roman"/>
                <a:cs typeface="Times New Roman"/>
              </a:rPr>
              <a:t>:</a:t>
            </a:r>
            <a:r>
              <a:rPr sz="14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email</a:t>
            </a:r>
            <a:r>
              <a:rPr sz="1200" spc="-30" dirty="0">
                <a:latin typeface="Times New Roman"/>
                <a:cs typeface="Times New Roman"/>
              </a:rPr>
              <a:t> </a:t>
            </a:r>
            <a:r>
              <a:rPr sz="1200" dirty="0">
                <a:latin typeface="Times New Roman"/>
                <a:cs typeface="Times New Roman"/>
              </a:rPr>
              <a:t>address</a:t>
            </a:r>
            <a:r>
              <a:rPr sz="1200" spc="-25" dirty="0">
                <a:latin typeface="Times New Roman"/>
                <a:cs typeface="Times New Roman"/>
              </a:rPr>
              <a:t> </a:t>
            </a:r>
            <a:r>
              <a:rPr sz="1200" spc="-10" dirty="0">
                <a:latin typeface="Times New Roman"/>
                <a:cs typeface="Times New Roman"/>
              </a:rPr>
              <a:t>associated</a:t>
            </a:r>
            <a:r>
              <a:rPr sz="1200" spc="-35" dirty="0">
                <a:latin typeface="Times New Roman"/>
                <a:cs typeface="Times New Roman"/>
              </a:rPr>
              <a:t> </a:t>
            </a:r>
            <a:r>
              <a:rPr sz="1200" dirty="0">
                <a:latin typeface="Times New Roman"/>
                <a:cs typeface="Times New Roman"/>
              </a:rPr>
              <a:t>with</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a:p>
            <a:pPr marL="12700">
              <a:lnSpc>
                <a:spcPct val="100000"/>
              </a:lnSpc>
              <a:spcBef>
                <a:spcPts val="860"/>
              </a:spcBef>
            </a:pPr>
            <a:r>
              <a:rPr sz="1400" b="1" dirty="0">
                <a:latin typeface="Times New Roman"/>
                <a:cs typeface="Times New Roman"/>
              </a:rPr>
              <a:t>Contact</a:t>
            </a:r>
            <a:r>
              <a:rPr sz="1400" b="1" spc="-30" dirty="0">
                <a:latin typeface="Times New Roman"/>
                <a:cs typeface="Times New Roman"/>
              </a:rPr>
              <a:t> </a:t>
            </a:r>
            <a:r>
              <a:rPr sz="1400" b="1" dirty="0">
                <a:latin typeface="Times New Roman"/>
                <a:cs typeface="Times New Roman"/>
              </a:rPr>
              <a:t>Number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contact</a:t>
            </a:r>
            <a:r>
              <a:rPr sz="1200" spc="-20" dirty="0">
                <a:latin typeface="Times New Roman"/>
                <a:cs typeface="Times New Roman"/>
              </a:rPr>
              <a:t> </a:t>
            </a:r>
            <a:r>
              <a:rPr sz="1200" dirty="0">
                <a:latin typeface="Times New Roman"/>
                <a:cs typeface="Times New Roman"/>
              </a:rPr>
              <a:t>number</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user.</a:t>
            </a:r>
            <a:endParaRPr sz="1200">
              <a:latin typeface="Times New Roman"/>
              <a:cs typeface="Times New Roman"/>
            </a:endParaRPr>
          </a:p>
          <a:p>
            <a:pPr marL="12700">
              <a:lnSpc>
                <a:spcPct val="100000"/>
              </a:lnSpc>
              <a:spcBef>
                <a:spcPts val="865"/>
              </a:spcBef>
            </a:pPr>
            <a:r>
              <a:rPr sz="1400" b="1" dirty="0">
                <a:latin typeface="Times New Roman"/>
                <a:cs typeface="Times New Roman"/>
              </a:rPr>
              <a:t>Password</a:t>
            </a:r>
            <a:r>
              <a:rPr sz="1400" b="1" spc="-25" dirty="0">
                <a:latin typeface="Times New Roman"/>
                <a:cs typeface="Times New Roman"/>
              </a:rPr>
              <a:t> </a:t>
            </a:r>
            <a:r>
              <a:rPr sz="1400" b="1" dirty="0">
                <a:latin typeface="Times New Roman"/>
                <a:cs typeface="Times New Roman"/>
              </a:rPr>
              <a:t>Request</a:t>
            </a:r>
            <a:r>
              <a:rPr sz="1400" b="1" spc="-30" dirty="0">
                <a:latin typeface="Times New Roman"/>
                <a:cs typeface="Times New Roman"/>
              </a:rPr>
              <a:t> </a:t>
            </a:r>
            <a:r>
              <a:rPr sz="1400" b="1" dirty="0">
                <a:latin typeface="Times New Roman"/>
                <a:cs typeface="Times New Roman"/>
              </a:rPr>
              <a:t>Status</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Shows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pending</a:t>
            </a:r>
            <a:r>
              <a:rPr sz="1200" spc="-25"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requests</a:t>
            </a:r>
            <a:r>
              <a:rPr sz="1200" spc="-5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user:</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66775" y="3417379"/>
            <a:ext cx="6011545" cy="5533390"/>
            <a:chOff x="866775" y="3417379"/>
            <a:chExt cx="6011545" cy="553339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952750" y="3484024"/>
              <a:ext cx="1511173" cy="1236437"/>
            </a:xfrm>
            <a:prstGeom prst="rect">
              <a:avLst/>
            </a:prstGeom>
          </p:spPr>
        </p:pic>
        <p:sp>
          <p:nvSpPr>
            <p:cNvPr id="5" name="object 5"/>
            <p:cNvSpPr/>
            <p:nvPr/>
          </p:nvSpPr>
          <p:spPr>
            <a:xfrm>
              <a:off x="2951226" y="3418966"/>
              <a:ext cx="1514475" cy="1303020"/>
            </a:xfrm>
            <a:custGeom>
              <a:avLst/>
              <a:gdLst/>
              <a:ahLst/>
              <a:cxnLst/>
              <a:rect l="l" t="t" r="r" b="b"/>
              <a:pathLst>
                <a:path w="1514475" h="1303020">
                  <a:moveTo>
                    <a:pt x="0" y="1303019"/>
                  </a:moveTo>
                  <a:lnTo>
                    <a:pt x="1514348" y="1303019"/>
                  </a:lnTo>
                  <a:lnTo>
                    <a:pt x="1514348" y="0"/>
                  </a:lnTo>
                  <a:lnTo>
                    <a:pt x="0" y="0"/>
                  </a:lnTo>
                  <a:lnTo>
                    <a:pt x="0" y="1303019"/>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866775" y="7392670"/>
              <a:ext cx="1190625" cy="400050"/>
            </a:xfrm>
            <a:prstGeom prst="rect">
              <a:avLst/>
            </a:prstGeom>
          </p:spPr>
        </p:pic>
      </p:grpSp>
      <p:sp>
        <p:nvSpPr>
          <p:cNvPr id="7" name="object 7"/>
          <p:cNvSpPr txBox="1"/>
          <p:nvPr/>
        </p:nvSpPr>
        <p:spPr>
          <a:xfrm>
            <a:off x="902017" y="434340"/>
            <a:ext cx="5969635" cy="27565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marL="12700" marR="3302635" algn="just">
              <a:lnSpc>
                <a:spcPct val="154800"/>
              </a:lnSpc>
              <a:spcBef>
                <a:spcPts val="1370"/>
              </a:spcBef>
            </a:pPr>
            <a:r>
              <a:rPr sz="1200" b="1" dirty="0">
                <a:latin typeface="Times New Roman"/>
                <a:cs typeface="Times New Roman"/>
              </a:rPr>
              <a:t>Pending</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request</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awaiting</a:t>
            </a:r>
            <a:r>
              <a:rPr sz="1200" spc="-50" dirty="0">
                <a:latin typeface="Times New Roman"/>
                <a:cs typeface="Times New Roman"/>
              </a:rPr>
              <a:t> </a:t>
            </a:r>
            <a:r>
              <a:rPr sz="1200" spc="-10" dirty="0">
                <a:latin typeface="Times New Roman"/>
                <a:cs typeface="Times New Roman"/>
              </a:rPr>
              <a:t>approval. </a:t>
            </a:r>
            <a:r>
              <a:rPr sz="1200" b="1" dirty="0">
                <a:latin typeface="Times New Roman"/>
                <a:cs typeface="Times New Roman"/>
              </a:rPr>
              <a:t>Changed</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has</a:t>
            </a:r>
            <a:r>
              <a:rPr sz="1200" spc="-40" dirty="0">
                <a:latin typeface="Times New Roman"/>
                <a:cs typeface="Times New Roman"/>
              </a:rPr>
              <a:t> </a:t>
            </a:r>
            <a:r>
              <a:rPr sz="1200" dirty="0">
                <a:latin typeface="Times New Roman"/>
                <a:cs typeface="Times New Roman"/>
              </a:rPr>
              <a:t>been</a:t>
            </a:r>
            <a:r>
              <a:rPr sz="1200" spc="-25" dirty="0">
                <a:latin typeface="Times New Roman"/>
                <a:cs typeface="Times New Roman"/>
              </a:rPr>
              <a:t> </a:t>
            </a:r>
            <a:r>
              <a:rPr sz="1200" spc="-10" dirty="0">
                <a:latin typeface="Times New Roman"/>
                <a:cs typeface="Times New Roman"/>
              </a:rPr>
              <a:t>updated</a:t>
            </a:r>
            <a:r>
              <a:rPr sz="1400" spc="-10" dirty="0">
                <a:latin typeface="Times New Roman"/>
                <a:cs typeface="Times New Roman"/>
              </a:rPr>
              <a:t>. </a:t>
            </a:r>
            <a:r>
              <a:rPr sz="1400" b="1" dirty="0">
                <a:latin typeface="Times New Roman"/>
                <a:cs typeface="Times New Roman"/>
              </a:rPr>
              <a:t>Search</a:t>
            </a:r>
            <a:r>
              <a:rPr sz="1400" b="1" spc="-30" dirty="0">
                <a:latin typeface="Times New Roman"/>
                <a:cs typeface="Times New Roman"/>
              </a:rPr>
              <a:t> </a:t>
            </a:r>
            <a:r>
              <a:rPr sz="1400" b="1" dirty="0">
                <a:latin typeface="Times New Roman"/>
                <a:cs typeface="Times New Roman"/>
              </a:rPr>
              <a:t>&amp;</a:t>
            </a:r>
            <a:r>
              <a:rPr sz="1400" b="1" spc="-35" dirty="0">
                <a:latin typeface="Times New Roman"/>
                <a:cs typeface="Times New Roman"/>
              </a:rPr>
              <a:t> </a:t>
            </a:r>
            <a:r>
              <a:rPr sz="1400" b="1" dirty="0">
                <a:latin typeface="Times New Roman"/>
                <a:cs typeface="Times New Roman"/>
              </a:rPr>
              <a:t>Filter</a:t>
            </a:r>
            <a:r>
              <a:rPr sz="1400" b="1" spc="-50" dirty="0">
                <a:latin typeface="Times New Roman"/>
                <a:cs typeface="Times New Roman"/>
              </a:rPr>
              <a:t> </a:t>
            </a:r>
            <a:r>
              <a:rPr sz="1400" b="1" spc="-10" dirty="0">
                <a:latin typeface="Times New Roman"/>
                <a:cs typeface="Times New Roman"/>
              </a:rPr>
              <a:t>Functionality</a:t>
            </a:r>
            <a:endParaRPr sz="1400">
              <a:latin typeface="Times New Roman"/>
              <a:cs typeface="Times New Roman"/>
            </a:endParaRPr>
          </a:p>
          <a:p>
            <a:pPr marL="12700" marR="135255" algn="just">
              <a:lnSpc>
                <a:spcPct val="104200"/>
              </a:lnSpc>
              <a:spcBef>
                <a:spcPts val="805"/>
              </a:spcBef>
            </a:pPr>
            <a:r>
              <a:rPr sz="1200" dirty="0">
                <a:latin typeface="Times New Roman"/>
                <a:cs typeface="Times New Roman"/>
              </a:rPr>
              <a:t>Admins</a:t>
            </a:r>
            <a:r>
              <a:rPr sz="1200" spc="-6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quickly</a:t>
            </a:r>
            <a:r>
              <a:rPr sz="1200" spc="-20" dirty="0">
                <a:latin typeface="Times New Roman"/>
                <a:cs typeface="Times New Roman"/>
              </a:rPr>
              <a:t> </a:t>
            </a:r>
            <a:r>
              <a:rPr sz="1200" dirty="0">
                <a:latin typeface="Times New Roman"/>
                <a:cs typeface="Times New Roman"/>
              </a:rPr>
              <a:t>search</a:t>
            </a:r>
            <a:r>
              <a:rPr sz="1200" spc="-1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by</a:t>
            </a:r>
            <a:r>
              <a:rPr sz="1200" spc="-20" dirty="0">
                <a:latin typeface="Times New Roman"/>
                <a:cs typeface="Times New Roman"/>
              </a:rPr>
              <a:t> </a:t>
            </a:r>
            <a:r>
              <a:rPr sz="1200" dirty="0">
                <a:latin typeface="Times New Roman"/>
                <a:cs typeface="Times New Roman"/>
              </a:rPr>
              <a:t>typing</a:t>
            </a:r>
            <a:r>
              <a:rPr sz="1200" spc="-20" dirty="0">
                <a:latin typeface="Times New Roman"/>
                <a:cs typeface="Times New Roman"/>
              </a:rPr>
              <a:t> </a:t>
            </a:r>
            <a:r>
              <a:rPr sz="1200" dirty="0">
                <a:latin typeface="Times New Roman"/>
                <a:cs typeface="Times New Roman"/>
              </a:rPr>
              <a:t>keywords</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search</a:t>
            </a:r>
            <a:r>
              <a:rPr sz="1200" spc="-20" dirty="0">
                <a:latin typeface="Times New Roman"/>
                <a:cs typeface="Times New Roman"/>
              </a:rPr>
              <a:t> </a:t>
            </a:r>
            <a:r>
              <a:rPr sz="1200" spc="-35" dirty="0">
                <a:latin typeface="Times New Roman"/>
                <a:cs typeface="Times New Roman"/>
              </a:rPr>
              <a:t>bar.</a:t>
            </a:r>
            <a:r>
              <a:rPr sz="1200" spc="-40" dirty="0">
                <a:latin typeface="Times New Roman"/>
                <a:cs typeface="Times New Roman"/>
              </a:rPr>
              <a:t> </a:t>
            </a:r>
            <a:r>
              <a:rPr sz="1200" spc="-10" dirty="0">
                <a:latin typeface="Times New Roman"/>
                <a:cs typeface="Times New Roman"/>
              </a:rPr>
              <a:t>Additionally,</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list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filtered</a:t>
            </a:r>
            <a:r>
              <a:rPr sz="1200" spc="-20" dirty="0">
                <a:latin typeface="Times New Roman"/>
                <a:cs typeface="Times New Roman"/>
              </a:rPr>
              <a:t> </a:t>
            </a:r>
            <a:r>
              <a:rPr sz="1200" dirty="0">
                <a:latin typeface="Times New Roman"/>
                <a:cs typeface="Times New Roman"/>
              </a:rPr>
              <a:t>based</a:t>
            </a:r>
            <a:r>
              <a:rPr sz="1200" spc="-15" dirty="0">
                <a:latin typeface="Times New Roman"/>
                <a:cs typeface="Times New Roman"/>
              </a:rPr>
              <a:t> </a:t>
            </a:r>
            <a:r>
              <a:rPr sz="1200" spc="-25" dirty="0">
                <a:latin typeface="Times New Roman"/>
                <a:cs typeface="Times New Roman"/>
              </a:rPr>
              <a:t>on:</a:t>
            </a:r>
            <a:endParaRPr sz="1200">
              <a:latin typeface="Times New Roman"/>
              <a:cs typeface="Times New Roman"/>
            </a:endParaRPr>
          </a:p>
          <a:p>
            <a:pPr marL="12700">
              <a:lnSpc>
                <a:spcPct val="100000"/>
              </a:lnSpc>
              <a:spcBef>
                <a:spcPts val="840"/>
              </a:spcBef>
            </a:pPr>
            <a:r>
              <a:rPr sz="1400" b="1" dirty="0">
                <a:latin typeface="Times New Roman"/>
                <a:cs typeface="Times New Roman"/>
              </a:rPr>
              <a:t>Status</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(Active</a:t>
            </a:r>
            <a:r>
              <a:rPr sz="1200" spc="-2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spc="-10" dirty="0">
                <a:latin typeface="Times New Roman"/>
                <a:cs typeface="Times New Roman"/>
              </a:rPr>
              <a:t>Inactive).</a:t>
            </a:r>
            <a:endParaRPr sz="1200">
              <a:latin typeface="Times New Roman"/>
              <a:cs typeface="Times New Roman"/>
            </a:endParaRPr>
          </a:p>
          <a:p>
            <a:pPr marL="12700">
              <a:lnSpc>
                <a:spcPct val="100000"/>
              </a:lnSpc>
              <a:spcBef>
                <a:spcPts val="860"/>
              </a:spcBef>
            </a:pPr>
            <a:r>
              <a:rPr sz="1400" b="1" dirty="0">
                <a:latin typeface="Times New Roman"/>
                <a:cs typeface="Times New Roman"/>
              </a:rPr>
              <a:t>Password</a:t>
            </a:r>
            <a:r>
              <a:rPr sz="1400" b="1" spc="-35" dirty="0">
                <a:latin typeface="Times New Roman"/>
                <a:cs typeface="Times New Roman"/>
              </a:rPr>
              <a:t> </a:t>
            </a:r>
            <a:r>
              <a:rPr sz="1400" b="1" dirty="0">
                <a:latin typeface="Times New Roman"/>
                <a:cs typeface="Times New Roman"/>
              </a:rPr>
              <a:t>Requested</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Filter</a:t>
            </a:r>
            <a:r>
              <a:rPr sz="1200" spc="-35" dirty="0">
                <a:latin typeface="Times New Roman"/>
                <a:cs typeface="Times New Roman"/>
              </a:rPr>
              <a:t> </a:t>
            </a:r>
            <a:r>
              <a:rPr sz="1200" dirty="0">
                <a:latin typeface="Times New Roman"/>
                <a:cs typeface="Times New Roman"/>
              </a:rPr>
              <a:t>users</a:t>
            </a:r>
            <a:r>
              <a:rPr sz="1200" spc="-45" dirty="0">
                <a:latin typeface="Times New Roman"/>
                <a:cs typeface="Times New Roman"/>
              </a:rPr>
              <a:t> </a:t>
            </a:r>
            <a:r>
              <a:rPr sz="1200" dirty="0">
                <a:latin typeface="Times New Roman"/>
                <a:cs typeface="Times New Roman"/>
              </a:rPr>
              <a:t>based</a:t>
            </a:r>
            <a:r>
              <a:rPr sz="1200" spc="-30" dirty="0">
                <a:latin typeface="Times New Roman"/>
                <a:cs typeface="Times New Roman"/>
              </a:rPr>
              <a:t> </a:t>
            </a:r>
            <a:r>
              <a:rPr sz="1200" dirty="0">
                <a:latin typeface="Times New Roman"/>
                <a:cs typeface="Times New Roman"/>
              </a:rPr>
              <a:t>on</a:t>
            </a:r>
            <a:r>
              <a:rPr sz="1200" spc="-35" dirty="0">
                <a:latin typeface="Times New Roman"/>
                <a:cs typeface="Times New Roman"/>
              </a:rPr>
              <a:t> </a:t>
            </a:r>
            <a:r>
              <a:rPr sz="1200" dirty="0">
                <a:latin typeface="Times New Roman"/>
                <a:cs typeface="Times New Roman"/>
              </a:rPr>
              <a:t>whether</a:t>
            </a:r>
            <a:r>
              <a:rPr sz="1200" spc="-35" dirty="0">
                <a:latin typeface="Times New Roman"/>
                <a:cs typeface="Times New Roman"/>
              </a:rPr>
              <a:t> </a:t>
            </a:r>
            <a:r>
              <a:rPr sz="1200" dirty="0">
                <a:latin typeface="Times New Roman"/>
                <a:cs typeface="Times New Roman"/>
              </a:rPr>
              <a:t>they</a:t>
            </a:r>
            <a:r>
              <a:rPr sz="1200" spc="-35" dirty="0">
                <a:latin typeface="Times New Roman"/>
                <a:cs typeface="Times New Roman"/>
              </a:rPr>
              <a:t> </a:t>
            </a:r>
            <a:r>
              <a:rPr sz="1200" dirty="0">
                <a:latin typeface="Times New Roman"/>
                <a:cs typeface="Times New Roman"/>
              </a:rPr>
              <a:t>have</a:t>
            </a:r>
            <a:r>
              <a:rPr sz="1200" spc="-30" dirty="0">
                <a:latin typeface="Times New Roman"/>
                <a:cs typeface="Times New Roman"/>
              </a:rPr>
              <a:t> </a:t>
            </a:r>
            <a:r>
              <a:rPr sz="1200" dirty="0">
                <a:latin typeface="Times New Roman"/>
                <a:cs typeface="Times New Roman"/>
              </a:rPr>
              <a:t>requested</a:t>
            </a:r>
            <a:r>
              <a:rPr sz="1200" spc="-3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password</a:t>
            </a:r>
            <a:r>
              <a:rPr sz="1200" spc="-35" dirty="0">
                <a:latin typeface="Times New Roman"/>
                <a:cs typeface="Times New Roman"/>
              </a:rPr>
              <a:t> </a:t>
            </a:r>
            <a:r>
              <a:rPr sz="1200" spc="-10" dirty="0">
                <a:latin typeface="Times New Roman"/>
                <a:cs typeface="Times New Roman"/>
              </a:rPr>
              <a:t>reset.</a:t>
            </a:r>
            <a:endParaRPr sz="1200">
              <a:latin typeface="Times New Roman"/>
              <a:cs typeface="Times New Roman"/>
            </a:endParaRPr>
          </a:p>
          <a:p>
            <a:pPr marL="12700">
              <a:lnSpc>
                <a:spcPct val="100000"/>
              </a:lnSpc>
              <a:spcBef>
                <a:spcPts val="860"/>
              </a:spcBef>
            </a:pPr>
            <a:r>
              <a:rPr sz="1400" b="1" spc="-10" dirty="0">
                <a:latin typeface="Times New Roman"/>
                <a:cs typeface="Times New Roman"/>
              </a:rPr>
              <a:t>Three-</a:t>
            </a:r>
            <a:r>
              <a:rPr sz="1400" b="1" dirty="0">
                <a:latin typeface="Times New Roman"/>
                <a:cs typeface="Times New Roman"/>
              </a:rPr>
              <a:t>Dot</a:t>
            </a:r>
            <a:r>
              <a:rPr sz="1400" b="1" spc="-5" dirty="0">
                <a:latin typeface="Times New Roman"/>
                <a:cs typeface="Times New Roman"/>
              </a:rPr>
              <a:t> </a:t>
            </a:r>
            <a:r>
              <a:rPr sz="1400" b="1" dirty="0">
                <a:latin typeface="Times New Roman"/>
                <a:cs typeface="Times New Roman"/>
              </a:rPr>
              <a:t>Menu</a:t>
            </a:r>
            <a:r>
              <a:rPr sz="1400" b="1" spc="5" dirty="0">
                <a:latin typeface="Times New Roman"/>
                <a:cs typeface="Times New Roman"/>
              </a:rPr>
              <a:t> </a:t>
            </a:r>
            <a:r>
              <a:rPr sz="1400" b="1" spc="-10" dirty="0">
                <a:latin typeface="Times New Roman"/>
                <a:cs typeface="Times New Roman"/>
              </a:rPr>
              <a:t>(Dropdown</a:t>
            </a:r>
            <a:r>
              <a:rPr sz="1400" b="1" spc="-90" dirty="0">
                <a:latin typeface="Times New Roman"/>
                <a:cs typeface="Times New Roman"/>
              </a:rPr>
              <a:t> </a:t>
            </a:r>
            <a:r>
              <a:rPr sz="1400" b="1" spc="-10" dirty="0">
                <a:latin typeface="Times New Roman"/>
                <a:cs typeface="Times New Roman"/>
              </a:rPr>
              <a:t>Actions)</a:t>
            </a:r>
            <a:r>
              <a:rPr sz="1400" spc="-10" dirty="0">
                <a:latin typeface="Times New Roman"/>
                <a:cs typeface="Times New Roman"/>
              </a:rPr>
              <a:t>:</a:t>
            </a:r>
            <a:endParaRPr sz="1400">
              <a:latin typeface="Times New Roman"/>
              <a:cs typeface="Times New Roman"/>
            </a:endParaRPr>
          </a:p>
        </p:txBody>
      </p:sp>
      <p:sp>
        <p:nvSpPr>
          <p:cNvPr id="8" name="object 8"/>
          <p:cNvSpPr txBox="1"/>
          <p:nvPr/>
        </p:nvSpPr>
        <p:spPr>
          <a:xfrm>
            <a:off x="902017" y="5012690"/>
            <a:ext cx="5854065" cy="2223135"/>
          </a:xfrm>
          <a:prstGeom prst="rect">
            <a:avLst/>
          </a:prstGeom>
        </p:spPr>
        <p:txBody>
          <a:bodyPr vert="horz" wrap="square" lIns="0" tIns="5080" rIns="0" bIns="0" rtlCol="0">
            <a:spAutoFit/>
          </a:bodyPr>
          <a:lstStyle/>
          <a:p>
            <a:pPr marL="12700" marR="51435">
              <a:lnSpc>
                <a:spcPct val="104200"/>
              </a:lnSpc>
              <a:spcBef>
                <a:spcPts val="40"/>
              </a:spcBef>
            </a:pP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user</a:t>
            </a:r>
            <a:r>
              <a:rPr sz="1200" spc="-10" dirty="0">
                <a:latin typeface="Times New Roman"/>
                <a:cs typeface="Times New Roman"/>
              </a:rPr>
              <a:t> </a:t>
            </a:r>
            <a:r>
              <a:rPr sz="1200" dirty="0">
                <a:latin typeface="Times New Roman"/>
                <a:cs typeface="Times New Roman"/>
              </a:rPr>
              <a:t>row</a:t>
            </a:r>
            <a:r>
              <a:rPr sz="1200" spc="-25" dirty="0">
                <a:latin typeface="Times New Roman"/>
                <a:cs typeface="Times New Roman"/>
              </a:rPr>
              <a:t> </a:t>
            </a:r>
            <a:r>
              <a:rPr sz="1200" dirty="0">
                <a:latin typeface="Times New Roman"/>
                <a:cs typeface="Times New Roman"/>
              </a:rPr>
              <a:t>has</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three-</a:t>
            </a:r>
            <a:r>
              <a:rPr sz="1200" dirty="0">
                <a:latin typeface="Times New Roman"/>
                <a:cs typeface="Times New Roman"/>
              </a:rPr>
              <a:t>dot</a:t>
            </a:r>
            <a:r>
              <a:rPr sz="1200" spc="-10" dirty="0">
                <a:latin typeface="Times New Roman"/>
                <a:cs typeface="Times New Roman"/>
              </a:rPr>
              <a:t> </a:t>
            </a:r>
            <a:r>
              <a:rPr sz="1200" dirty="0">
                <a:latin typeface="Times New Roman"/>
                <a:cs typeface="Times New Roman"/>
              </a:rPr>
              <a:t>menu</a:t>
            </a:r>
            <a:r>
              <a:rPr sz="1200" spc="-3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right.</a:t>
            </a:r>
            <a:r>
              <a:rPr sz="1200" spc="-10" dirty="0">
                <a:latin typeface="Times New Roman"/>
                <a:cs typeface="Times New Roman"/>
              </a:rPr>
              <a:t> </a:t>
            </a:r>
            <a:r>
              <a:rPr sz="1200" dirty="0">
                <a:latin typeface="Times New Roman"/>
                <a:cs typeface="Times New Roman"/>
              </a:rPr>
              <a:t>Clicking</a:t>
            </a:r>
            <a:r>
              <a:rPr sz="1200" spc="-1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this</a:t>
            </a:r>
            <a:r>
              <a:rPr sz="1200" spc="-20" dirty="0">
                <a:latin typeface="Times New Roman"/>
                <a:cs typeface="Times New Roman"/>
              </a:rPr>
              <a:t> </a:t>
            </a:r>
            <a:r>
              <a:rPr sz="1200" dirty="0">
                <a:latin typeface="Times New Roman"/>
                <a:cs typeface="Times New Roman"/>
              </a:rPr>
              <a:t>menu</a:t>
            </a:r>
            <a:r>
              <a:rPr sz="1200" spc="-10" dirty="0">
                <a:latin typeface="Times New Roman"/>
                <a:cs typeface="Times New Roman"/>
              </a:rPr>
              <a:t> </a:t>
            </a:r>
            <a:r>
              <a:rPr sz="1200" dirty="0">
                <a:latin typeface="Times New Roman"/>
                <a:cs typeface="Times New Roman"/>
              </a:rPr>
              <a:t>opens</a:t>
            </a:r>
            <a:r>
              <a:rPr sz="1200" spc="-2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dropdown</a:t>
            </a:r>
            <a:r>
              <a:rPr sz="1200" spc="-15" dirty="0">
                <a:latin typeface="Times New Roman"/>
                <a:cs typeface="Times New Roman"/>
              </a:rPr>
              <a:t> </a:t>
            </a:r>
            <a:r>
              <a:rPr sz="1200" spc="-20" dirty="0">
                <a:latin typeface="Times New Roman"/>
                <a:cs typeface="Times New Roman"/>
              </a:rPr>
              <a:t>with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following</a:t>
            </a:r>
            <a:r>
              <a:rPr sz="1200" spc="-15"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12700" marR="401955">
              <a:lnSpc>
                <a:spcPct val="103600"/>
              </a:lnSpc>
              <a:spcBef>
                <a:spcPts val="780"/>
              </a:spcBef>
            </a:pPr>
            <a:r>
              <a:rPr sz="1400" b="1" dirty="0">
                <a:latin typeface="Times New Roman"/>
                <a:cs typeface="Times New Roman"/>
              </a:rPr>
              <a:t>Edit</a:t>
            </a:r>
            <a:r>
              <a:rPr sz="1400" b="1" spc="-30" dirty="0">
                <a:latin typeface="Times New Roman"/>
                <a:cs typeface="Times New Roman"/>
              </a:rPr>
              <a:t> </a:t>
            </a:r>
            <a:r>
              <a:rPr sz="1400" b="1" dirty="0">
                <a:latin typeface="Times New Roman"/>
                <a:cs typeface="Times New Roman"/>
              </a:rPr>
              <a:t>&amp;</a:t>
            </a:r>
            <a:r>
              <a:rPr sz="1400" b="1" spc="-65" dirty="0">
                <a:latin typeface="Times New Roman"/>
                <a:cs typeface="Times New Roman"/>
              </a:rPr>
              <a:t> </a:t>
            </a:r>
            <a:r>
              <a:rPr sz="1400" b="1" dirty="0">
                <a:latin typeface="Times New Roman"/>
                <a:cs typeface="Times New Roman"/>
              </a:rPr>
              <a:t>View</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Redirects</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"Edit</a:t>
            </a:r>
            <a:r>
              <a:rPr sz="1200" spc="-20"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where</a:t>
            </a:r>
            <a:r>
              <a:rPr sz="1200" spc="-4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update</a:t>
            </a:r>
            <a:r>
              <a:rPr sz="1200" spc="-40" dirty="0">
                <a:latin typeface="Times New Roman"/>
                <a:cs typeface="Times New Roman"/>
              </a:rPr>
              <a:t> </a:t>
            </a:r>
            <a:r>
              <a:rPr sz="1200" spc="-20" dirty="0">
                <a:latin typeface="Times New Roman"/>
                <a:cs typeface="Times New Roman"/>
              </a:rPr>
              <a:t>user </a:t>
            </a:r>
            <a:r>
              <a:rPr sz="1200" spc="-10" dirty="0">
                <a:latin typeface="Times New Roman"/>
                <a:cs typeface="Times New Roman"/>
              </a:rPr>
              <a:t>information.</a:t>
            </a:r>
            <a:endParaRPr sz="1200">
              <a:latin typeface="Times New Roman"/>
              <a:cs typeface="Times New Roman"/>
            </a:endParaRPr>
          </a:p>
          <a:p>
            <a:pPr marL="12700">
              <a:lnSpc>
                <a:spcPct val="100000"/>
              </a:lnSpc>
              <a:spcBef>
                <a:spcPts val="860"/>
              </a:spcBef>
            </a:pPr>
            <a:r>
              <a:rPr sz="1400" b="1" dirty="0">
                <a:latin typeface="Times New Roman"/>
                <a:cs typeface="Times New Roman"/>
              </a:rPr>
              <a:t>Delete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delete</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selected</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list.</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25"/>
              </a:spcBef>
            </a:pPr>
            <a:endParaRPr sz="1200">
              <a:latin typeface="Times New Roman"/>
              <a:cs typeface="Times New Roman"/>
            </a:endParaRPr>
          </a:p>
          <a:p>
            <a:pPr marL="12700" marR="5080">
              <a:lnSpc>
                <a:spcPct val="103200"/>
              </a:lnSpc>
            </a:pPr>
            <a:r>
              <a:rPr sz="1400" b="1" dirty="0">
                <a:latin typeface="Times New Roman"/>
                <a:cs typeface="Times New Roman"/>
              </a:rPr>
              <a:t>Add</a:t>
            </a:r>
            <a:r>
              <a:rPr sz="1400" b="1" spc="-40" dirty="0">
                <a:latin typeface="Times New Roman"/>
                <a:cs typeface="Times New Roman"/>
              </a:rPr>
              <a:t> </a:t>
            </a:r>
            <a:r>
              <a:rPr sz="1400" b="1" dirty="0">
                <a:latin typeface="Times New Roman"/>
                <a:cs typeface="Times New Roman"/>
              </a:rPr>
              <a:t>User</a:t>
            </a:r>
            <a:r>
              <a:rPr sz="1400" b="1" spc="-35" dirty="0">
                <a:latin typeface="Times New Roman"/>
                <a:cs typeface="Times New Roman"/>
              </a:rPr>
              <a:t> </a:t>
            </a:r>
            <a:r>
              <a:rPr sz="1400" b="1" dirty="0">
                <a:latin typeface="Times New Roman"/>
                <a:cs typeface="Times New Roman"/>
              </a:rPr>
              <a:t>Button</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Located</a:t>
            </a:r>
            <a:r>
              <a:rPr sz="1200" spc="-2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top-right</a:t>
            </a:r>
            <a:r>
              <a:rPr sz="1200" spc="-20" dirty="0">
                <a:latin typeface="Times New Roman"/>
                <a:cs typeface="Times New Roman"/>
              </a:rPr>
              <a:t> </a:t>
            </a:r>
            <a:r>
              <a:rPr sz="1200" spc="-10" dirty="0">
                <a:latin typeface="Times New Roman"/>
                <a:cs typeface="Times New Roman"/>
              </a:rPr>
              <a:t>corner,</a:t>
            </a:r>
            <a:r>
              <a:rPr sz="1200" spc="-2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admin</a:t>
            </a:r>
            <a:r>
              <a:rPr sz="1200" spc="-4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create</a:t>
            </a:r>
            <a:r>
              <a:rPr sz="1200" spc="-40" dirty="0">
                <a:latin typeface="Times New Roman"/>
                <a:cs typeface="Times New Roman"/>
              </a:rPr>
              <a:t> </a:t>
            </a:r>
            <a:r>
              <a:rPr sz="1200" spc="-50" dirty="0">
                <a:latin typeface="Times New Roman"/>
                <a:cs typeface="Times New Roman"/>
              </a:rPr>
              <a:t>a </a:t>
            </a:r>
            <a:r>
              <a:rPr sz="1200" dirty="0">
                <a:latin typeface="Times New Roman"/>
                <a:cs typeface="Times New Roman"/>
              </a:rPr>
              <a:t>new</a:t>
            </a:r>
            <a:r>
              <a:rPr sz="1200" spc="-30" dirty="0">
                <a:latin typeface="Times New Roman"/>
                <a:cs typeface="Times New Roman"/>
              </a:rPr>
              <a:t> </a:t>
            </a:r>
            <a:r>
              <a:rPr sz="1200" spc="-10" dirty="0">
                <a:latin typeface="Times New Roman"/>
                <a:cs typeface="Times New Roman"/>
              </a:rPr>
              <a:t>user.</a:t>
            </a:r>
            <a:r>
              <a:rPr sz="1200" spc="-20" dirty="0">
                <a:latin typeface="Times New Roman"/>
                <a:cs typeface="Times New Roman"/>
              </a:rPr>
              <a:t> </a:t>
            </a:r>
            <a:r>
              <a:rPr sz="1200" dirty="0">
                <a:latin typeface="Times New Roman"/>
                <a:cs typeface="Times New Roman"/>
              </a:rPr>
              <a:t>Clicking</a:t>
            </a:r>
            <a:r>
              <a:rPr sz="1200" spc="-2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button</a:t>
            </a:r>
            <a:r>
              <a:rPr sz="1200" spc="-20" dirty="0">
                <a:latin typeface="Times New Roman"/>
                <a:cs typeface="Times New Roman"/>
              </a:rPr>
              <a:t> </a:t>
            </a:r>
            <a:r>
              <a:rPr sz="1200" dirty="0">
                <a:latin typeface="Times New Roman"/>
                <a:cs typeface="Times New Roman"/>
              </a:rPr>
              <a:t>redirects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admin</a:t>
            </a:r>
            <a:r>
              <a:rPr sz="1200" spc="-4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page,</a:t>
            </a:r>
            <a:r>
              <a:rPr sz="1200" spc="-20" dirty="0">
                <a:latin typeface="Times New Roman"/>
                <a:cs typeface="Times New Roman"/>
              </a:rPr>
              <a:t> </a:t>
            </a:r>
            <a:r>
              <a:rPr sz="1200" dirty="0">
                <a:latin typeface="Times New Roman"/>
                <a:cs typeface="Times New Roman"/>
              </a:rPr>
              <a:t>where</a:t>
            </a:r>
            <a:r>
              <a:rPr sz="1200" spc="-15" dirty="0">
                <a:latin typeface="Times New Roman"/>
                <a:cs typeface="Times New Roman"/>
              </a:rPr>
              <a:t> </a:t>
            </a:r>
            <a:r>
              <a:rPr sz="1200" dirty="0">
                <a:latin typeface="Times New Roman"/>
                <a:cs typeface="Times New Roman"/>
              </a:rPr>
              <a:t>they</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spc="-10" dirty="0">
                <a:latin typeface="Times New Roman"/>
                <a:cs typeface="Times New Roman"/>
              </a:rPr>
              <a:t>enter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details,</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spc="-10" dirty="0">
                <a:latin typeface="Times New Roman"/>
                <a:cs typeface="Times New Roman"/>
              </a:rPr>
              <a:t>username,</a:t>
            </a:r>
            <a:r>
              <a:rPr sz="1200" spc="-45"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password,</a:t>
            </a:r>
            <a:r>
              <a:rPr sz="1200" spc="-20" dirty="0">
                <a:latin typeface="Times New Roman"/>
                <a:cs typeface="Times New Roman"/>
              </a:rPr>
              <a:t> etc.</a:t>
            </a:r>
            <a:endParaRPr sz="12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54025" y="854011"/>
            <a:ext cx="6873240" cy="8096884"/>
            <a:chOff x="454025" y="854011"/>
            <a:chExt cx="6873240" cy="809688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21573" y="857250"/>
              <a:ext cx="6802135" cy="3094990"/>
            </a:xfrm>
            <a:prstGeom prst="rect">
              <a:avLst/>
            </a:prstGeom>
          </p:spPr>
        </p:pic>
        <p:sp>
          <p:nvSpPr>
            <p:cNvPr id="6" name="object 6"/>
            <p:cNvSpPr/>
            <p:nvPr/>
          </p:nvSpPr>
          <p:spPr>
            <a:xfrm>
              <a:off x="455612" y="855599"/>
              <a:ext cx="6870065" cy="3098165"/>
            </a:xfrm>
            <a:custGeom>
              <a:avLst/>
              <a:gdLst/>
              <a:ahLst/>
              <a:cxnLst/>
              <a:rect l="l" t="t" r="r" b="b"/>
              <a:pathLst>
                <a:path w="6870065" h="3098165">
                  <a:moveTo>
                    <a:pt x="0" y="3098165"/>
                  </a:moveTo>
                  <a:lnTo>
                    <a:pt x="6869683" y="3098165"/>
                  </a:lnTo>
                  <a:lnTo>
                    <a:pt x="6869683" y="0"/>
                  </a:lnTo>
                  <a:lnTo>
                    <a:pt x="0" y="0"/>
                  </a:lnTo>
                  <a:lnTo>
                    <a:pt x="0" y="3098165"/>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4270247"/>
            <a:ext cx="5872480" cy="4431665"/>
          </a:xfrm>
          <a:prstGeom prst="rect">
            <a:avLst/>
          </a:prstGeom>
        </p:spPr>
        <p:txBody>
          <a:bodyPr vert="horz" wrap="square" lIns="0" tIns="121920" rIns="0" bIns="0" rtlCol="0">
            <a:spAutoFit/>
          </a:bodyPr>
          <a:lstStyle/>
          <a:p>
            <a:pPr marL="12700">
              <a:lnSpc>
                <a:spcPct val="100000"/>
              </a:lnSpc>
              <a:spcBef>
                <a:spcPts val="960"/>
              </a:spcBef>
            </a:pPr>
            <a:r>
              <a:rPr sz="1400" b="1" dirty="0">
                <a:latin typeface="Times New Roman"/>
                <a:cs typeface="Times New Roman"/>
              </a:rPr>
              <a:t>Add</a:t>
            </a:r>
            <a:r>
              <a:rPr sz="1400" b="1" spc="-25" dirty="0">
                <a:latin typeface="Times New Roman"/>
                <a:cs typeface="Times New Roman"/>
              </a:rPr>
              <a:t> </a:t>
            </a:r>
            <a:r>
              <a:rPr sz="1400" b="1" dirty="0">
                <a:latin typeface="Times New Roman"/>
                <a:cs typeface="Times New Roman"/>
              </a:rPr>
              <a:t>User</a:t>
            </a:r>
            <a:r>
              <a:rPr sz="1400" b="1" spc="-35" dirty="0">
                <a:latin typeface="Times New Roman"/>
                <a:cs typeface="Times New Roman"/>
              </a:rPr>
              <a:t> </a:t>
            </a:r>
            <a:r>
              <a:rPr sz="1400" b="1" dirty="0">
                <a:latin typeface="Times New Roman"/>
                <a:cs typeface="Times New Roman"/>
              </a:rPr>
              <a:t>Form</a:t>
            </a:r>
            <a:r>
              <a:rPr sz="1400" b="1" spc="-30" dirty="0">
                <a:latin typeface="Times New Roman"/>
                <a:cs typeface="Times New Roman"/>
              </a:rPr>
              <a:t> </a:t>
            </a:r>
            <a:r>
              <a:rPr sz="1400" b="1" spc="-10" dirty="0">
                <a:latin typeface="Times New Roman"/>
                <a:cs typeface="Times New Roman"/>
              </a:rPr>
              <a:t>Fields:</a:t>
            </a:r>
            <a:endParaRPr sz="1400">
              <a:latin typeface="Times New Roman"/>
              <a:cs typeface="Times New Roman"/>
            </a:endParaRPr>
          </a:p>
          <a:p>
            <a:pPr marL="12700">
              <a:lnSpc>
                <a:spcPct val="100000"/>
              </a:lnSpc>
              <a:spcBef>
                <a:spcPts val="865"/>
              </a:spcBef>
            </a:pPr>
            <a:r>
              <a:rPr sz="1400" b="1" dirty="0">
                <a:latin typeface="Times New Roman"/>
                <a:cs typeface="Times New Roman"/>
              </a:rPr>
              <a:t>User</a:t>
            </a:r>
            <a:r>
              <a:rPr sz="1400" b="1" spc="-50" dirty="0">
                <a:latin typeface="Times New Roman"/>
                <a:cs typeface="Times New Roman"/>
              </a:rPr>
              <a:t> </a:t>
            </a:r>
            <a:r>
              <a:rPr sz="1400" b="1" spc="-10" dirty="0">
                <a:latin typeface="Times New Roman"/>
                <a:cs typeface="Times New Roman"/>
              </a:rPr>
              <a:t>Code</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400" b="1" spc="-20" dirty="0">
                <a:latin typeface="Times New Roman"/>
                <a:cs typeface="Times New Roman"/>
              </a:rPr>
              <a:t>Type</a:t>
            </a:r>
            <a:r>
              <a:rPr sz="1400" spc="-20" dirty="0">
                <a:latin typeface="Times New Roman"/>
                <a:cs typeface="Times New Roman"/>
              </a:rPr>
              <a:t>:</a:t>
            </a:r>
            <a:r>
              <a:rPr sz="1400" spc="-35"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spc="-10" dirty="0">
                <a:latin typeface="Times New Roman"/>
                <a:cs typeface="Times New Roman"/>
              </a:rPr>
              <a:t>identifier.</a:t>
            </a:r>
            <a:endParaRPr sz="1200">
              <a:latin typeface="Times New Roman"/>
              <a:cs typeface="Times New Roman"/>
            </a:endParaRPr>
          </a:p>
          <a:p>
            <a:pPr marL="12700" marR="5080">
              <a:lnSpc>
                <a:spcPct val="103600"/>
              </a:lnSpc>
              <a:spcBef>
                <a:spcPts val="800"/>
              </a:spcBef>
            </a:pPr>
            <a:r>
              <a:rPr sz="1400" b="1" dirty="0">
                <a:latin typeface="Times New Roman"/>
                <a:cs typeface="Times New Roman"/>
              </a:rPr>
              <a:t>Description</a:t>
            </a:r>
            <a:r>
              <a:rPr sz="1400" dirty="0">
                <a:latin typeface="Times New Roman"/>
                <a:cs typeface="Times New Roman"/>
              </a:rPr>
              <a:t>:</a:t>
            </a:r>
            <a:r>
              <a:rPr sz="1400" spc="-4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20" dirty="0">
                <a:latin typeface="Times New Roman"/>
                <a:cs typeface="Times New Roman"/>
              </a:rPr>
              <a:t> </a:t>
            </a:r>
            <a:r>
              <a:rPr sz="1200" dirty="0">
                <a:latin typeface="Times New Roman"/>
                <a:cs typeface="Times New Roman"/>
              </a:rPr>
              <a:t>identifier</a:t>
            </a:r>
            <a:r>
              <a:rPr sz="1200" spc="-25" dirty="0">
                <a:latin typeface="Times New Roman"/>
                <a:cs typeface="Times New Roman"/>
              </a:rPr>
              <a:t> </a:t>
            </a:r>
            <a:r>
              <a:rPr sz="1200" dirty="0">
                <a:latin typeface="Times New Roman"/>
                <a:cs typeface="Times New Roman"/>
              </a:rPr>
              <a:t>assigned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each</a:t>
            </a:r>
            <a:r>
              <a:rPr sz="1200" spc="-20" dirty="0">
                <a:latin typeface="Times New Roman"/>
                <a:cs typeface="Times New Roman"/>
              </a:rPr>
              <a:t> user.</a:t>
            </a:r>
            <a:r>
              <a:rPr sz="1200" spc="-5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field</a:t>
            </a:r>
            <a:r>
              <a:rPr sz="1200" spc="-25" dirty="0">
                <a:latin typeface="Times New Roman"/>
                <a:cs typeface="Times New Roman"/>
              </a:rPr>
              <a:t> </a:t>
            </a:r>
            <a:r>
              <a:rPr sz="1200" dirty="0">
                <a:latin typeface="Times New Roman"/>
                <a:cs typeface="Times New Roman"/>
              </a:rPr>
              <a:t>must</a:t>
            </a:r>
            <a:r>
              <a:rPr sz="1200" spc="-15"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filled</a:t>
            </a:r>
            <a:r>
              <a:rPr sz="1200" spc="-2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unique </a:t>
            </a:r>
            <a:r>
              <a:rPr sz="1200" dirty="0">
                <a:latin typeface="Times New Roman"/>
                <a:cs typeface="Times New Roman"/>
              </a:rPr>
              <a:t>value</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prevent</a:t>
            </a:r>
            <a:r>
              <a:rPr sz="1200" spc="-20" dirty="0">
                <a:latin typeface="Times New Roman"/>
                <a:cs typeface="Times New Roman"/>
              </a:rPr>
              <a:t> </a:t>
            </a:r>
            <a:r>
              <a:rPr sz="1200" spc="-10" dirty="0">
                <a:latin typeface="Times New Roman"/>
                <a:cs typeface="Times New Roman"/>
              </a:rPr>
              <a:t>duplicates.</a:t>
            </a:r>
            <a:endParaRPr sz="1200">
              <a:latin typeface="Times New Roman"/>
              <a:cs typeface="Times New Roman"/>
            </a:endParaRPr>
          </a:p>
          <a:p>
            <a:pPr marL="12700">
              <a:lnSpc>
                <a:spcPct val="100000"/>
              </a:lnSpc>
              <a:spcBef>
                <a:spcPts val="840"/>
              </a:spcBef>
            </a:pPr>
            <a:r>
              <a:rPr sz="1400" b="1" spc="-10" dirty="0">
                <a:latin typeface="Times New Roman"/>
                <a:cs typeface="Times New Roman"/>
              </a:rPr>
              <a:t>Username</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400" b="1" spc="-20" dirty="0">
                <a:latin typeface="Times New Roman"/>
                <a:cs typeface="Times New Roman"/>
              </a:rPr>
              <a:t>Type</a:t>
            </a:r>
            <a:r>
              <a:rPr sz="1400" spc="-20" dirty="0">
                <a:latin typeface="Times New Roman"/>
                <a:cs typeface="Times New Roman"/>
              </a:rPr>
              <a:t>:</a:t>
            </a:r>
            <a:r>
              <a:rPr sz="1400" spc="-35" dirty="0">
                <a:latin typeface="Times New Roman"/>
                <a:cs typeface="Times New Roman"/>
              </a:rPr>
              <a:t> </a:t>
            </a:r>
            <a:r>
              <a:rPr sz="1200" spc="-20" dirty="0">
                <a:latin typeface="Times New Roman"/>
                <a:cs typeface="Times New Roman"/>
              </a:rPr>
              <a:t>Text</a:t>
            </a:r>
            <a:r>
              <a:rPr sz="1200" spc="-25"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700" marR="55880">
              <a:lnSpc>
                <a:spcPct val="103600"/>
              </a:lnSpc>
              <a:spcBef>
                <a:spcPts val="800"/>
              </a:spcBef>
            </a:pPr>
            <a:r>
              <a:rPr sz="1400" b="1" spc="-10" dirty="0">
                <a:latin typeface="Times New Roman"/>
                <a:cs typeface="Times New Roman"/>
              </a:rPr>
              <a:t>Description</a:t>
            </a:r>
            <a:r>
              <a:rPr sz="1200" spc="-10" dirty="0">
                <a:latin typeface="Times New Roman"/>
                <a:cs typeface="Times New Roman"/>
              </a:rPr>
              <a:t>:</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chosen</a:t>
            </a:r>
            <a:r>
              <a:rPr sz="1200" spc="-15" dirty="0">
                <a:latin typeface="Times New Roman"/>
                <a:cs typeface="Times New Roman"/>
              </a:rPr>
              <a:t> </a:t>
            </a:r>
            <a:r>
              <a:rPr sz="1200" dirty="0">
                <a:latin typeface="Times New Roman"/>
                <a:cs typeface="Times New Roman"/>
              </a:rPr>
              <a:t>username</a:t>
            </a:r>
            <a:r>
              <a:rPr sz="1200" spc="-1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user.</a:t>
            </a:r>
            <a:r>
              <a:rPr sz="1200" spc="-4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will</a:t>
            </a:r>
            <a:r>
              <a:rPr sz="1200" spc="-1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used</a:t>
            </a:r>
            <a:r>
              <a:rPr sz="1200" spc="-1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login</a:t>
            </a:r>
            <a:r>
              <a:rPr sz="1200" spc="-20"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spc="-10" dirty="0">
                <a:latin typeface="Times New Roman"/>
                <a:cs typeface="Times New Roman"/>
              </a:rPr>
              <a:t>identification purposes.</a:t>
            </a:r>
            <a:endParaRPr sz="1200">
              <a:latin typeface="Times New Roman"/>
              <a:cs typeface="Times New Roman"/>
            </a:endParaRPr>
          </a:p>
          <a:p>
            <a:pPr marL="12700">
              <a:lnSpc>
                <a:spcPct val="100000"/>
              </a:lnSpc>
              <a:spcBef>
                <a:spcPts val="840"/>
              </a:spcBef>
            </a:pPr>
            <a:r>
              <a:rPr sz="1400" b="1" spc="-10" dirty="0">
                <a:latin typeface="Times New Roman"/>
                <a:cs typeface="Times New Roman"/>
              </a:rPr>
              <a:t>Email</a:t>
            </a:r>
            <a:r>
              <a:rPr sz="1400" b="1" spc="-60" dirty="0">
                <a:latin typeface="Times New Roman"/>
                <a:cs typeface="Times New Roman"/>
              </a:rPr>
              <a:t> </a:t>
            </a:r>
            <a:r>
              <a:rPr sz="1400" b="1" spc="-10" dirty="0">
                <a:latin typeface="Times New Roman"/>
                <a:cs typeface="Times New Roman"/>
              </a:rPr>
              <a:t>Address</a:t>
            </a:r>
            <a:r>
              <a:rPr sz="1400" spc="-10" dirty="0">
                <a:latin typeface="Times New Roman"/>
                <a:cs typeface="Times New Roman"/>
              </a:rPr>
              <a:t>:</a:t>
            </a:r>
            <a:endParaRPr sz="1400">
              <a:latin typeface="Times New Roman"/>
              <a:cs typeface="Times New Roman"/>
            </a:endParaRPr>
          </a:p>
          <a:p>
            <a:pPr marL="12700">
              <a:lnSpc>
                <a:spcPct val="100000"/>
              </a:lnSpc>
              <a:spcBef>
                <a:spcPts val="865"/>
              </a:spcBef>
            </a:pPr>
            <a:r>
              <a:rPr sz="1400" b="1" spc="-20" dirty="0">
                <a:latin typeface="Times New Roman"/>
                <a:cs typeface="Times New Roman"/>
              </a:rPr>
              <a:t>Type</a:t>
            </a:r>
            <a:r>
              <a:rPr sz="1400" spc="-20" dirty="0">
                <a:latin typeface="Times New Roman"/>
                <a:cs typeface="Times New Roman"/>
              </a:rPr>
              <a:t>:</a:t>
            </a:r>
            <a:r>
              <a:rPr sz="1400" spc="-25" dirty="0">
                <a:latin typeface="Times New Roman"/>
                <a:cs typeface="Times New Roman"/>
              </a:rPr>
              <a:t> </a:t>
            </a:r>
            <a:r>
              <a:rPr sz="1200" dirty="0">
                <a:latin typeface="Times New Roman"/>
                <a:cs typeface="Times New Roman"/>
              </a:rPr>
              <a:t>Email</a:t>
            </a:r>
            <a:r>
              <a:rPr sz="1200" spc="-40"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700">
              <a:lnSpc>
                <a:spcPct val="100000"/>
              </a:lnSpc>
              <a:spcBef>
                <a:spcPts val="860"/>
              </a:spcBef>
            </a:pPr>
            <a:r>
              <a:rPr sz="1400" b="1" dirty="0">
                <a:latin typeface="Times New Roman"/>
                <a:cs typeface="Times New Roman"/>
              </a:rPr>
              <a:t>Description</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email</a:t>
            </a:r>
            <a:r>
              <a:rPr sz="1200" spc="-45" dirty="0">
                <a:latin typeface="Times New Roman"/>
                <a:cs typeface="Times New Roman"/>
              </a:rPr>
              <a:t> </a:t>
            </a:r>
            <a:r>
              <a:rPr sz="1200" dirty="0">
                <a:latin typeface="Times New Roman"/>
                <a:cs typeface="Times New Roman"/>
              </a:rPr>
              <a:t>address</a:t>
            </a:r>
            <a:r>
              <a:rPr sz="1200" spc="-3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account</a:t>
            </a:r>
            <a:r>
              <a:rPr sz="1200" spc="-45" dirty="0">
                <a:latin typeface="Times New Roman"/>
                <a:cs typeface="Times New Roman"/>
              </a:rPr>
              <a:t> </a:t>
            </a:r>
            <a:r>
              <a:rPr sz="1200" dirty="0">
                <a:latin typeface="Times New Roman"/>
                <a:cs typeface="Times New Roman"/>
              </a:rPr>
              <a:t>access</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communication.</a:t>
            </a:r>
            <a:endParaRPr sz="1200">
              <a:latin typeface="Times New Roman"/>
              <a:cs typeface="Times New Roman"/>
            </a:endParaRPr>
          </a:p>
          <a:p>
            <a:pPr marL="12700" marR="22860">
              <a:lnSpc>
                <a:spcPct val="103600"/>
              </a:lnSpc>
              <a:spcBef>
                <a:spcPts val="795"/>
              </a:spcBef>
            </a:pPr>
            <a:r>
              <a:rPr sz="1400" b="1" spc="-10" dirty="0">
                <a:latin typeface="Times New Roman"/>
                <a:cs typeface="Times New Roman"/>
              </a:rPr>
              <a:t>OTP</a:t>
            </a:r>
            <a:r>
              <a:rPr sz="1400" b="1" spc="-105" dirty="0">
                <a:latin typeface="Times New Roman"/>
                <a:cs typeface="Times New Roman"/>
              </a:rPr>
              <a:t> </a:t>
            </a:r>
            <a:r>
              <a:rPr sz="1400" b="1" spc="-10" dirty="0">
                <a:latin typeface="Times New Roman"/>
                <a:cs typeface="Times New Roman"/>
              </a:rPr>
              <a:t>Verification</a:t>
            </a:r>
            <a:r>
              <a:rPr sz="1400" spc="-10" dirty="0">
                <a:latin typeface="Times New Roman"/>
                <a:cs typeface="Times New Roman"/>
              </a:rPr>
              <a:t>:</a:t>
            </a:r>
            <a:r>
              <a:rPr sz="1400" spc="-40" dirty="0">
                <a:latin typeface="Times New Roman"/>
                <a:cs typeface="Times New Roman"/>
              </a:rPr>
              <a:t> </a:t>
            </a:r>
            <a:r>
              <a:rPr sz="1200" dirty="0">
                <a:latin typeface="Times New Roman"/>
                <a:cs typeface="Times New Roman"/>
              </a:rPr>
              <a:t>An</a:t>
            </a:r>
            <a:r>
              <a:rPr sz="1200" spc="-15" dirty="0">
                <a:latin typeface="Times New Roman"/>
                <a:cs typeface="Times New Roman"/>
              </a:rPr>
              <a:t> </a:t>
            </a:r>
            <a:r>
              <a:rPr sz="1200" dirty="0">
                <a:latin typeface="Times New Roman"/>
                <a:cs typeface="Times New Roman"/>
              </a:rPr>
              <a:t>arrow</a:t>
            </a:r>
            <a:r>
              <a:rPr sz="1200" spc="-25" dirty="0">
                <a:latin typeface="Times New Roman"/>
                <a:cs typeface="Times New Roman"/>
              </a:rPr>
              <a:t> </a:t>
            </a:r>
            <a:r>
              <a:rPr sz="1200" dirty="0">
                <a:latin typeface="Times New Roman"/>
                <a:cs typeface="Times New Roman"/>
              </a:rPr>
              <a:t>icon</a:t>
            </a:r>
            <a:r>
              <a:rPr sz="1200" spc="-20" dirty="0">
                <a:latin typeface="Times New Roman"/>
                <a:cs typeface="Times New Roman"/>
              </a:rPr>
              <a:t> </a:t>
            </a:r>
            <a:r>
              <a:rPr sz="1200" dirty="0">
                <a:latin typeface="Times New Roman"/>
                <a:cs typeface="Times New Roman"/>
              </a:rPr>
              <a:t>next</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field</a:t>
            </a:r>
            <a:r>
              <a:rPr sz="1200" spc="-5" dirty="0">
                <a:latin typeface="Times New Roman"/>
                <a:cs typeface="Times New Roman"/>
              </a:rPr>
              <a:t> </a:t>
            </a:r>
            <a:r>
              <a:rPr sz="1200" dirty="0">
                <a:latin typeface="Times New Roman"/>
                <a:cs typeface="Times New Roman"/>
              </a:rPr>
              <a:t>triggers</a:t>
            </a:r>
            <a:r>
              <a:rPr sz="1200" spc="-2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OTP</a:t>
            </a:r>
            <a:r>
              <a:rPr sz="1200" spc="-65" dirty="0">
                <a:latin typeface="Times New Roman"/>
                <a:cs typeface="Times New Roman"/>
              </a:rPr>
              <a:t> </a:t>
            </a:r>
            <a:r>
              <a:rPr sz="1200" dirty="0">
                <a:latin typeface="Times New Roman"/>
                <a:cs typeface="Times New Roman"/>
              </a:rPr>
              <a:t>verification</a:t>
            </a:r>
            <a:r>
              <a:rPr sz="1200" spc="-15" dirty="0">
                <a:latin typeface="Times New Roman"/>
                <a:cs typeface="Times New Roman"/>
              </a:rPr>
              <a:t> </a:t>
            </a:r>
            <a:r>
              <a:rPr sz="1200" dirty="0">
                <a:latin typeface="Times New Roman"/>
                <a:cs typeface="Times New Roman"/>
              </a:rPr>
              <a:t>popup</a:t>
            </a:r>
            <a:r>
              <a:rPr sz="1200" spc="-20" dirty="0">
                <a:latin typeface="Times New Roman"/>
                <a:cs typeface="Times New Roman"/>
              </a:rPr>
              <a:t> when </a:t>
            </a:r>
            <a:r>
              <a:rPr sz="1200" dirty="0">
                <a:latin typeface="Times New Roman"/>
                <a:cs typeface="Times New Roman"/>
              </a:rPr>
              <a:t>clicked.</a:t>
            </a:r>
            <a:r>
              <a:rPr sz="1200" spc="-5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provided</a:t>
            </a:r>
            <a:r>
              <a:rPr sz="1200" spc="-20"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dirty="0">
                <a:latin typeface="Times New Roman"/>
                <a:cs typeface="Times New Roman"/>
              </a:rPr>
              <a:t>address</a:t>
            </a:r>
            <a:r>
              <a:rPr sz="1200" spc="-3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valid</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not</a:t>
            </a:r>
            <a:r>
              <a:rPr sz="1200" spc="-20" dirty="0">
                <a:latin typeface="Times New Roman"/>
                <a:cs typeface="Times New Roman"/>
              </a:rPr>
              <a:t> </a:t>
            </a:r>
            <a:r>
              <a:rPr sz="1200" spc="-10" dirty="0">
                <a:latin typeface="Times New Roman"/>
                <a:cs typeface="Times New Roman"/>
              </a:rPr>
              <a:t>fake.</a:t>
            </a:r>
            <a:endParaRPr sz="1200">
              <a:latin typeface="Times New Roman"/>
              <a:cs typeface="Times New Roman"/>
            </a:endParaRPr>
          </a:p>
          <a:p>
            <a:pPr marL="12700">
              <a:lnSpc>
                <a:spcPct val="100000"/>
              </a:lnSpc>
              <a:spcBef>
                <a:spcPts val="844"/>
              </a:spcBef>
            </a:pPr>
            <a:r>
              <a:rPr sz="1200" dirty="0">
                <a:latin typeface="Times New Roman"/>
                <a:cs typeface="Times New Roman"/>
              </a:rPr>
              <a:t>If</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OTP</a:t>
            </a:r>
            <a:r>
              <a:rPr sz="1200" spc="-6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verified,</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b="1" dirty="0">
                <a:latin typeface="Times New Roman"/>
                <a:cs typeface="Times New Roman"/>
              </a:rPr>
              <a:t>Status</a:t>
            </a:r>
            <a:r>
              <a:rPr sz="1200" b="1" spc="-25" dirty="0">
                <a:latin typeface="Times New Roman"/>
                <a:cs typeface="Times New Roman"/>
              </a:rPr>
              <a:t> </a:t>
            </a:r>
            <a:r>
              <a:rPr sz="1200" dirty="0">
                <a:latin typeface="Times New Roman"/>
                <a:cs typeface="Times New Roman"/>
              </a:rPr>
              <a:t>field</a:t>
            </a:r>
            <a:r>
              <a:rPr sz="1200" spc="-10" dirty="0">
                <a:latin typeface="Times New Roman"/>
                <a:cs typeface="Times New Roman"/>
              </a:rPr>
              <a:t> automatically</a:t>
            </a:r>
            <a:r>
              <a:rPr sz="1200" spc="-15" dirty="0">
                <a:latin typeface="Times New Roman"/>
                <a:cs typeface="Times New Roman"/>
              </a:rPr>
              <a:t> </a:t>
            </a:r>
            <a:r>
              <a:rPr sz="1200" dirty="0">
                <a:latin typeface="Times New Roman"/>
                <a:cs typeface="Times New Roman"/>
              </a:rPr>
              <a:t>updates</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spc="-10" dirty="0">
                <a:latin typeface="Times New Roman"/>
                <a:cs typeface="Times New Roman"/>
              </a:rPr>
              <a:t>"Active."</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436814"/>
            <a:ext cx="5981065" cy="7513955"/>
            <a:chOff x="896937" y="1436814"/>
            <a:chExt cx="5981065" cy="751395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491633" y="1532817"/>
              <a:ext cx="1948167" cy="1058962"/>
            </a:xfrm>
            <a:prstGeom prst="rect">
              <a:avLst/>
            </a:prstGeom>
          </p:spPr>
        </p:pic>
        <p:sp>
          <p:nvSpPr>
            <p:cNvPr id="5" name="object 5"/>
            <p:cNvSpPr/>
            <p:nvPr/>
          </p:nvSpPr>
          <p:spPr>
            <a:xfrm>
              <a:off x="2420238" y="1438402"/>
              <a:ext cx="2081530" cy="1271270"/>
            </a:xfrm>
            <a:custGeom>
              <a:avLst/>
              <a:gdLst/>
              <a:ahLst/>
              <a:cxnLst/>
              <a:rect l="l" t="t" r="r" b="b"/>
              <a:pathLst>
                <a:path w="2081529" h="1271270">
                  <a:moveTo>
                    <a:pt x="0" y="1271143"/>
                  </a:moveTo>
                  <a:lnTo>
                    <a:pt x="2081530" y="1271143"/>
                  </a:lnTo>
                  <a:lnTo>
                    <a:pt x="2081530" y="0"/>
                  </a:lnTo>
                  <a:lnTo>
                    <a:pt x="0" y="0"/>
                  </a:lnTo>
                  <a:lnTo>
                    <a:pt x="0" y="1271143"/>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2657475" y="6427978"/>
              <a:ext cx="1600200" cy="754380"/>
            </a:xfrm>
            <a:prstGeom prst="rect">
              <a:avLst/>
            </a:prstGeom>
          </p:spPr>
        </p:pic>
        <p:sp>
          <p:nvSpPr>
            <p:cNvPr id="7" name="object 7"/>
            <p:cNvSpPr/>
            <p:nvPr/>
          </p:nvSpPr>
          <p:spPr>
            <a:xfrm>
              <a:off x="2655951" y="6426327"/>
              <a:ext cx="1603375" cy="757555"/>
            </a:xfrm>
            <a:custGeom>
              <a:avLst/>
              <a:gdLst/>
              <a:ahLst/>
              <a:cxnLst/>
              <a:rect l="l" t="t" r="r" b="b"/>
              <a:pathLst>
                <a:path w="1603375" h="757554">
                  <a:moveTo>
                    <a:pt x="0" y="757555"/>
                  </a:moveTo>
                  <a:lnTo>
                    <a:pt x="1603375" y="757555"/>
                  </a:lnTo>
                  <a:lnTo>
                    <a:pt x="1603375" y="0"/>
                  </a:lnTo>
                  <a:lnTo>
                    <a:pt x="0" y="0"/>
                  </a:lnTo>
                  <a:lnTo>
                    <a:pt x="0" y="757555"/>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902017" y="434340"/>
            <a:ext cx="5969635" cy="8540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40"/>
              </a:spcBef>
            </a:pPr>
            <a:endParaRPr sz="1200">
              <a:latin typeface="Times New Roman"/>
              <a:cs typeface="Times New Roman"/>
            </a:endParaRPr>
          </a:p>
          <a:p>
            <a:pPr marL="12700" marR="189230">
              <a:lnSpc>
                <a:spcPct val="102800"/>
              </a:lnSpc>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verification</a:t>
            </a:r>
            <a:r>
              <a:rPr sz="1200" spc="-20" dirty="0">
                <a:latin typeface="Times New Roman"/>
                <a:cs typeface="Times New Roman"/>
              </a:rPr>
              <a:t> </a:t>
            </a:r>
            <a:r>
              <a:rPr sz="1200" dirty="0">
                <a:latin typeface="Times New Roman"/>
                <a:cs typeface="Times New Roman"/>
              </a:rPr>
              <a:t>fails,</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spc="-10" dirty="0">
                <a:latin typeface="Times New Roman"/>
                <a:cs typeface="Times New Roman"/>
              </a:rPr>
              <a:t>remains</a:t>
            </a:r>
            <a:r>
              <a:rPr sz="1200" spc="-30" dirty="0">
                <a:latin typeface="Times New Roman"/>
                <a:cs typeface="Times New Roman"/>
              </a:rPr>
              <a:t> </a:t>
            </a:r>
            <a:r>
              <a:rPr sz="1200" dirty="0">
                <a:latin typeface="Times New Roman"/>
                <a:cs typeface="Times New Roman"/>
              </a:rPr>
              <a:t>"Inactive,"</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cannot</a:t>
            </a:r>
            <a:r>
              <a:rPr sz="1200" spc="-15" dirty="0">
                <a:latin typeface="Times New Roman"/>
                <a:cs typeface="Times New Roman"/>
              </a:rPr>
              <a:t> </a:t>
            </a:r>
            <a:r>
              <a:rPr sz="1200" dirty="0">
                <a:latin typeface="Times New Roman"/>
                <a:cs typeface="Times New Roman"/>
              </a:rPr>
              <a:t>manually</a:t>
            </a:r>
            <a:r>
              <a:rPr sz="1200" spc="-25" dirty="0">
                <a:latin typeface="Times New Roman"/>
                <a:cs typeface="Times New Roman"/>
              </a:rPr>
              <a:t> </a:t>
            </a:r>
            <a:r>
              <a:rPr sz="1200" dirty="0">
                <a:latin typeface="Times New Roman"/>
                <a:cs typeface="Times New Roman"/>
              </a:rPr>
              <a:t>set</a:t>
            </a:r>
            <a:r>
              <a:rPr sz="1200" spc="-15" dirty="0">
                <a:latin typeface="Times New Roman"/>
                <a:cs typeface="Times New Roman"/>
              </a:rPr>
              <a:t> </a:t>
            </a:r>
            <a:r>
              <a:rPr sz="1200" dirty="0">
                <a:latin typeface="Times New Roman"/>
                <a:cs typeface="Times New Roman"/>
              </a:rPr>
              <a:t>it</a:t>
            </a:r>
            <a:r>
              <a:rPr sz="1200" spc="-40" dirty="0">
                <a:latin typeface="Times New Roman"/>
                <a:cs typeface="Times New Roman"/>
              </a:rPr>
              <a:t> </a:t>
            </a:r>
            <a:r>
              <a:rPr sz="1200" spc="-25" dirty="0">
                <a:latin typeface="Times New Roman"/>
                <a:cs typeface="Times New Roman"/>
              </a:rPr>
              <a:t>to </a:t>
            </a:r>
            <a:r>
              <a:rPr sz="1200" spc="-10" dirty="0">
                <a:latin typeface="Times New Roman"/>
                <a:cs typeface="Times New Roman"/>
              </a:rPr>
              <a:t>"Active."</a:t>
            </a:r>
            <a:endParaRPr sz="1200">
              <a:latin typeface="Times New Roman"/>
              <a:cs typeface="Times New Roman"/>
            </a:endParaRPr>
          </a:p>
        </p:txBody>
      </p:sp>
      <p:sp>
        <p:nvSpPr>
          <p:cNvPr id="9" name="object 9"/>
          <p:cNvSpPr txBox="1"/>
          <p:nvPr/>
        </p:nvSpPr>
        <p:spPr>
          <a:xfrm>
            <a:off x="902017" y="2872993"/>
            <a:ext cx="5836920" cy="3305810"/>
          </a:xfrm>
          <a:prstGeom prst="rect">
            <a:avLst/>
          </a:prstGeom>
        </p:spPr>
        <p:txBody>
          <a:bodyPr vert="horz" wrap="square" lIns="0" tIns="12700" rIns="0" bIns="0" rtlCol="0">
            <a:spAutoFit/>
          </a:bodyPr>
          <a:lstStyle/>
          <a:p>
            <a:pPr marL="12700" marR="4378960" indent="591820">
              <a:lnSpc>
                <a:spcPct val="151400"/>
              </a:lnSpc>
              <a:spcBef>
                <a:spcPts val="100"/>
              </a:spcBef>
            </a:pPr>
            <a:r>
              <a:rPr sz="1400" b="1" spc="-10" dirty="0">
                <a:latin typeface="Times New Roman"/>
                <a:cs typeface="Times New Roman"/>
              </a:rPr>
              <a:t>Password</a:t>
            </a:r>
            <a:r>
              <a:rPr sz="1400" spc="-10" dirty="0">
                <a:latin typeface="Times New Roman"/>
                <a:cs typeface="Times New Roman"/>
              </a:rPr>
              <a:t>: </a:t>
            </a:r>
            <a:r>
              <a:rPr sz="1400" b="1" spc="-20" dirty="0">
                <a:latin typeface="Times New Roman"/>
                <a:cs typeface="Times New Roman"/>
              </a:rPr>
              <a:t>Type</a:t>
            </a:r>
            <a:r>
              <a:rPr sz="1400" spc="-20" dirty="0">
                <a:latin typeface="Times New Roman"/>
                <a:cs typeface="Times New Roman"/>
              </a:rPr>
              <a:t>:</a:t>
            </a:r>
            <a:r>
              <a:rPr sz="1400" spc="-50" dirty="0">
                <a:latin typeface="Times New Roman"/>
                <a:cs typeface="Times New Roman"/>
              </a:rPr>
              <a:t> </a:t>
            </a:r>
            <a:r>
              <a:rPr sz="1200" dirty="0">
                <a:latin typeface="Times New Roman"/>
                <a:cs typeface="Times New Roman"/>
              </a:rPr>
              <a:t>Password</a:t>
            </a:r>
            <a:r>
              <a:rPr sz="1200" spc="-40"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700">
              <a:lnSpc>
                <a:spcPct val="100000"/>
              </a:lnSpc>
              <a:spcBef>
                <a:spcPts val="855"/>
              </a:spcBef>
            </a:pPr>
            <a:r>
              <a:rPr sz="1400" b="1" dirty="0">
                <a:latin typeface="Times New Roman"/>
                <a:cs typeface="Times New Roman"/>
              </a:rPr>
              <a:t>Description</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account.</a:t>
            </a:r>
            <a:r>
              <a:rPr sz="1200" spc="-6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used</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login</a:t>
            </a:r>
            <a:r>
              <a:rPr sz="1200" spc="-25" dirty="0">
                <a:latin typeface="Times New Roman"/>
                <a:cs typeface="Times New Roman"/>
              </a:rPr>
              <a:t> </a:t>
            </a:r>
            <a:r>
              <a:rPr sz="1200" spc="-10" dirty="0">
                <a:latin typeface="Times New Roman"/>
                <a:cs typeface="Times New Roman"/>
              </a:rPr>
              <a:t>purposes</a:t>
            </a:r>
            <a:r>
              <a:rPr sz="1400" spc="-10" dirty="0">
                <a:latin typeface="Times New Roman"/>
                <a:cs typeface="Times New Roman"/>
              </a:rPr>
              <a:t>.</a:t>
            </a:r>
            <a:endParaRPr sz="1400">
              <a:latin typeface="Times New Roman"/>
              <a:cs typeface="Times New Roman"/>
            </a:endParaRPr>
          </a:p>
          <a:p>
            <a:pPr marL="12700">
              <a:lnSpc>
                <a:spcPct val="100000"/>
              </a:lnSpc>
              <a:spcBef>
                <a:spcPts val="865"/>
              </a:spcBef>
            </a:pPr>
            <a:r>
              <a:rPr sz="1400" b="1" dirty="0">
                <a:latin typeface="Times New Roman"/>
                <a:cs typeface="Times New Roman"/>
              </a:rPr>
              <a:t>Contact</a:t>
            </a:r>
            <a:r>
              <a:rPr sz="1400" b="1" spc="-15" dirty="0">
                <a:latin typeface="Times New Roman"/>
                <a:cs typeface="Times New Roman"/>
              </a:rPr>
              <a:t> </a:t>
            </a:r>
            <a:r>
              <a:rPr sz="1400" b="1" spc="-10" dirty="0">
                <a:latin typeface="Times New Roman"/>
                <a:cs typeface="Times New Roman"/>
              </a:rPr>
              <a:t>Number</a:t>
            </a:r>
            <a:r>
              <a:rPr sz="1400" spc="-10" dirty="0">
                <a:latin typeface="Times New Roman"/>
                <a:cs typeface="Times New Roman"/>
              </a:rPr>
              <a:t>:</a:t>
            </a:r>
            <a:endParaRPr sz="1400">
              <a:latin typeface="Times New Roman"/>
              <a:cs typeface="Times New Roman"/>
            </a:endParaRPr>
          </a:p>
          <a:p>
            <a:pPr marL="12700">
              <a:lnSpc>
                <a:spcPct val="100000"/>
              </a:lnSpc>
              <a:spcBef>
                <a:spcPts val="855"/>
              </a:spcBef>
            </a:pPr>
            <a:r>
              <a:rPr sz="1400" b="1" spc="-20" dirty="0">
                <a:latin typeface="Times New Roman"/>
                <a:cs typeface="Times New Roman"/>
              </a:rPr>
              <a:t>Type</a:t>
            </a:r>
            <a:r>
              <a:rPr sz="1400" spc="-20" dirty="0">
                <a:latin typeface="Times New Roman"/>
                <a:cs typeface="Times New Roman"/>
              </a:rPr>
              <a:t>:</a:t>
            </a:r>
            <a:r>
              <a:rPr sz="1400" spc="-35" dirty="0">
                <a:latin typeface="Times New Roman"/>
                <a:cs typeface="Times New Roman"/>
              </a:rPr>
              <a:t> </a:t>
            </a:r>
            <a:r>
              <a:rPr sz="1200" dirty="0">
                <a:latin typeface="Times New Roman"/>
                <a:cs typeface="Times New Roman"/>
              </a:rPr>
              <a:t>Number</a:t>
            </a:r>
            <a:r>
              <a:rPr sz="1200" spc="-30" dirty="0">
                <a:latin typeface="Times New Roman"/>
                <a:cs typeface="Times New Roman"/>
              </a:rPr>
              <a:t> </a:t>
            </a:r>
            <a:r>
              <a:rPr sz="1200" spc="-10" dirty="0">
                <a:latin typeface="Times New Roman"/>
                <a:cs typeface="Times New Roman"/>
              </a:rPr>
              <a:t>input.</a:t>
            </a:r>
            <a:endParaRPr sz="1200">
              <a:latin typeface="Times New Roman"/>
              <a:cs typeface="Times New Roman"/>
            </a:endParaRPr>
          </a:p>
          <a:p>
            <a:pPr marL="12700">
              <a:lnSpc>
                <a:spcPct val="100000"/>
              </a:lnSpc>
              <a:spcBef>
                <a:spcPts val="865"/>
              </a:spcBef>
            </a:pPr>
            <a:r>
              <a:rPr sz="1400" b="1" dirty="0">
                <a:latin typeface="Times New Roman"/>
                <a:cs typeface="Times New Roman"/>
              </a:rPr>
              <a:t>Description</a:t>
            </a:r>
            <a:r>
              <a:rPr sz="1400" dirty="0">
                <a:latin typeface="Times New Roman"/>
                <a:cs typeface="Times New Roman"/>
              </a:rPr>
              <a:t>:</a:t>
            </a:r>
            <a:r>
              <a:rPr sz="1400" spc="-5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user’s</a:t>
            </a:r>
            <a:r>
              <a:rPr sz="1200" spc="-50" dirty="0">
                <a:latin typeface="Times New Roman"/>
                <a:cs typeface="Times New Roman"/>
              </a:rPr>
              <a:t> </a:t>
            </a:r>
            <a:r>
              <a:rPr sz="1200" dirty="0">
                <a:latin typeface="Times New Roman"/>
                <a:cs typeface="Times New Roman"/>
              </a:rPr>
              <a:t>contact</a:t>
            </a:r>
            <a:r>
              <a:rPr sz="1200" spc="-35" dirty="0">
                <a:latin typeface="Times New Roman"/>
                <a:cs typeface="Times New Roman"/>
              </a:rPr>
              <a:t> </a:t>
            </a:r>
            <a:r>
              <a:rPr sz="1200" dirty="0">
                <a:latin typeface="Times New Roman"/>
                <a:cs typeface="Times New Roman"/>
              </a:rPr>
              <a:t>number</a:t>
            </a:r>
            <a:r>
              <a:rPr sz="1200" spc="-5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communication</a:t>
            </a:r>
            <a:r>
              <a:rPr sz="1200" spc="-40" dirty="0">
                <a:latin typeface="Times New Roman"/>
                <a:cs typeface="Times New Roman"/>
              </a:rPr>
              <a:t> </a:t>
            </a:r>
            <a:r>
              <a:rPr sz="1200" spc="-10" dirty="0">
                <a:latin typeface="Times New Roman"/>
                <a:cs typeface="Times New Roman"/>
              </a:rPr>
              <a:t>purposes.</a:t>
            </a:r>
            <a:endParaRPr sz="1200">
              <a:latin typeface="Times New Roman"/>
              <a:cs typeface="Times New Roman"/>
            </a:endParaRPr>
          </a:p>
          <a:p>
            <a:pPr marL="12700">
              <a:lnSpc>
                <a:spcPct val="100000"/>
              </a:lnSpc>
              <a:spcBef>
                <a:spcPts val="840"/>
              </a:spcBef>
            </a:pPr>
            <a:r>
              <a:rPr sz="1400" b="1" spc="-10" dirty="0">
                <a:latin typeface="Times New Roman"/>
                <a:cs typeface="Times New Roman"/>
              </a:rPr>
              <a:t>Status</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400" b="1" spc="-20" dirty="0">
                <a:latin typeface="Times New Roman"/>
                <a:cs typeface="Times New Roman"/>
              </a:rPr>
              <a:t>Type</a:t>
            </a:r>
            <a:r>
              <a:rPr sz="1400" spc="-20" dirty="0">
                <a:latin typeface="Times New Roman"/>
                <a:cs typeface="Times New Roman"/>
              </a:rPr>
              <a:t>:</a:t>
            </a:r>
            <a:r>
              <a:rPr sz="1400" spc="-35" dirty="0">
                <a:latin typeface="Times New Roman"/>
                <a:cs typeface="Times New Roman"/>
              </a:rPr>
              <a:t> </a:t>
            </a:r>
            <a:r>
              <a:rPr sz="1200" dirty="0">
                <a:latin typeface="Times New Roman"/>
                <a:cs typeface="Times New Roman"/>
              </a:rPr>
              <a:t>Dropdown</a:t>
            </a:r>
            <a:r>
              <a:rPr sz="1200" spc="-25" dirty="0">
                <a:latin typeface="Times New Roman"/>
                <a:cs typeface="Times New Roman"/>
              </a:rPr>
              <a:t> </a:t>
            </a:r>
            <a:r>
              <a:rPr sz="1200" dirty="0">
                <a:latin typeface="Times New Roman"/>
                <a:cs typeface="Times New Roman"/>
              </a:rPr>
              <a:t>(Active</a:t>
            </a:r>
            <a:r>
              <a:rPr sz="1200"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Inactive).</a:t>
            </a:r>
            <a:endParaRPr sz="1200">
              <a:latin typeface="Times New Roman"/>
              <a:cs typeface="Times New Roman"/>
            </a:endParaRPr>
          </a:p>
          <a:p>
            <a:pPr marL="12700">
              <a:lnSpc>
                <a:spcPct val="100000"/>
              </a:lnSpc>
              <a:spcBef>
                <a:spcPts val="860"/>
              </a:spcBef>
            </a:pPr>
            <a:r>
              <a:rPr sz="1400" b="1" dirty="0">
                <a:latin typeface="Times New Roman"/>
                <a:cs typeface="Times New Roman"/>
              </a:rPr>
              <a:t>Behavior</a:t>
            </a:r>
            <a:r>
              <a:rPr sz="1400" dirty="0">
                <a:latin typeface="Times New Roman"/>
                <a:cs typeface="Times New Roman"/>
              </a:rPr>
              <a:t>:</a:t>
            </a:r>
            <a:r>
              <a:rPr sz="14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status</a:t>
            </a:r>
            <a:r>
              <a:rPr sz="1200" spc="-20" dirty="0">
                <a:latin typeface="Times New Roman"/>
                <a:cs typeface="Times New Roman"/>
              </a:rPr>
              <a:t> </a:t>
            </a:r>
            <a:r>
              <a:rPr sz="1200" dirty="0">
                <a:latin typeface="Times New Roman"/>
                <a:cs typeface="Times New Roman"/>
              </a:rPr>
              <a:t>will</a:t>
            </a:r>
            <a:r>
              <a:rPr sz="1200" spc="-5" dirty="0">
                <a:latin typeface="Times New Roman"/>
                <a:cs typeface="Times New Roman"/>
              </a:rPr>
              <a:t> </a:t>
            </a:r>
            <a:r>
              <a:rPr sz="1200" spc="-10" dirty="0">
                <a:latin typeface="Times New Roman"/>
                <a:cs typeface="Times New Roman"/>
              </a:rPr>
              <a:t>automatically</a:t>
            </a:r>
            <a:r>
              <a:rPr sz="1200" spc="-35" dirty="0">
                <a:latin typeface="Times New Roman"/>
                <a:cs typeface="Times New Roman"/>
              </a:rPr>
              <a:t> </a:t>
            </a:r>
            <a:r>
              <a:rPr sz="1200" dirty="0">
                <a:latin typeface="Times New Roman"/>
                <a:cs typeface="Times New Roman"/>
              </a:rPr>
              <a:t>be</a:t>
            </a:r>
            <a:r>
              <a:rPr sz="1200" spc="-5" dirty="0">
                <a:latin typeface="Times New Roman"/>
                <a:cs typeface="Times New Roman"/>
              </a:rPr>
              <a:t> </a:t>
            </a:r>
            <a:r>
              <a:rPr sz="1200" dirty="0">
                <a:latin typeface="Times New Roman"/>
                <a:cs typeface="Times New Roman"/>
              </a:rPr>
              <a:t>set</a:t>
            </a:r>
            <a:r>
              <a:rPr sz="1200" spc="-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"Active"</a:t>
            </a:r>
            <a:r>
              <a:rPr sz="1200" spc="-15" dirty="0">
                <a:latin typeface="Times New Roman"/>
                <a:cs typeface="Times New Roman"/>
              </a:rPr>
              <a:t> </a:t>
            </a:r>
            <a:r>
              <a:rPr sz="1200" dirty="0">
                <a:latin typeface="Times New Roman"/>
                <a:cs typeface="Times New Roman"/>
              </a:rPr>
              <a:t>if</a:t>
            </a:r>
            <a:r>
              <a:rPr sz="1200" spc="-1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OTP</a:t>
            </a:r>
            <a:r>
              <a:rPr sz="1200" spc="-6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spc="-10" dirty="0">
                <a:latin typeface="Times New Roman"/>
                <a:cs typeface="Times New Roman"/>
              </a:rPr>
              <a:t>successfully verified.</a:t>
            </a:r>
            <a:endParaRPr sz="1200">
              <a:latin typeface="Times New Roman"/>
              <a:cs typeface="Times New Roman"/>
            </a:endParaRPr>
          </a:p>
          <a:p>
            <a:pPr marL="12700" marR="231775">
              <a:lnSpc>
                <a:spcPct val="102899"/>
              </a:lnSpc>
              <a:spcBef>
                <a:spcPts val="20"/>
              </a:spcBef>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OTP</a:t>
            </a:r>
            <a:r>
              <a:rPr sz="1200" spc="-75" dirty="0">
                <a:latin typeface="Times New Roman"/>
                <a:cs typeface="Times New Roman"/>
              </a:rPr>
              <a:t> </a:t>
            </a:r>
            <a:r>
              <a:rPr sz="1200" dirty="0">
                <a:latin typeface="Times New Roman"/>
                <a:cs typeface="Times New Roman"/>
              </a:rPr>
              <a:t>verification</a:t>
            </a:r>
            <a:r>
              <a:rPr sz="1200" spc="-20" dirty="0">
                <a:latin typeface="Times New Roman"/>
                <a:cs typeface="Times New Roman"/>
              </a:rPr>
              <a:t> </a:t>
            </a:r>
            <a:r>
              <a:rPr sz="1200" dirty="0">
                <a:latin typeface="Times New Roman"/>
                <a:cs typeface="Times New Roman"/>
              </a:rPr>
              <a:t>fails,</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remain</a:t>
            </a:r>
            <a:r>
              <a:rPr sz="1200" spc="-25" dirty="0">
                <a:latin typeface="Times New Roman"/>
                <a:cs typeface="Times New Roman"/>
              </a:rPr>
              <a:t> </a:t>
            </a:r>
            <a:r>
              <a:rPr sz="1200" dirty="0">
                <a:latin typeface="Times New Roman"/>
                <a:cs typeface="Times New Roman"/>
              </a:rPr>
              <a:t>"Inactive,"</a:t>
            </a:r>
            <a:r>
              <a:rPr sz="1200" spc="-3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admin</a:t>
            </a:r>
            <a:r>
              <a:rPr sz="1200" spc="-20"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dirty="0">
                <a:latin typeface="Times New Roman"/>
                <a:cs typeface="Times New Roman"/>
              </a:rPr>
              <a:t>not</a:t>
            </a:r>
            <a:r>
              <a:rPr sz="1200" spc="-20" dirty="0">
                <a:latin typeface="Times New Roman"/>
                <a:cs typeface="Times New Roman"/>
              </a:rPr>
              <a:t> </a:t>
            </a:r>
            <a:r>
              <a:rPr sz="1200" dirty="0">
                <a:latin typeface="Times New Roman"/>
                <a:cs typeface="Times New Roman"/>
              </a:rPr>
              <a:t>be</a:t>
            </a:r>
            <a:r>
              <a:rPr sz="1200" spc="-40" dirty="0">
                <a:latin typeface="Times New Roman"/>
                <a:cs typeface="Times New Roman"/>
              </a:rPr>
              <a:t> </a:t>
            </a:r>
            <a:r>
              <a:rPr sz="1200" dirty="0">
                <a:latin typeface="Times New Roman"/>
                <a:cs typeface="Times New Roman"/>
              </a:rPr>
              <a:t>able</a:t>
            </a:r>
            <a:r>
              <a:rPr sz="1200" spc="35" dirty="0">
                <a:latin typeface="Times New Roman"/>
                <a:cs typeface="Times New Roman"/>
              </a:rPr>
              <a:t> </a:t>
            </a:r>
            <a:r>
              <a:rPr sz="1200" spc="-25" dirty="0">
                <a:latin typeface="Times New Roman"/>
                <a:cs typeface="Times New Roman"/>
              </a:rPr>
              <a:t>to </a:t>
            </a:r>
            <a:r>
              <a:rPr sz="1200" dirty="0">
                <a:latin typeface="Times New Roman"/>
                <a:cs typeface="Times New Roman"/>
              </a:rPr>
              <a:t>change</a:t>
            </a:r>
            <a:r>
              <a:rPr sz="1200" spc="-25" dirty="0">
                <a:latin typeface="Times New Roman"/>
                <a:cs typeface="Times New Roman"/>
              </a:rPr>
              <a:t> </a:t>
            </a:r>
            <a:r>
              <a:rPr sz="1200" dirty="0">
                <a:latin typeface="Times New Roman"/>
                <a:cs typeface="Times New Roman"/>
              </a:rPr>
              <a:t>it</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"Active"</a:t>
            </a:r>
            <a:r>
              <a:rPr sz="1200" spc="-35" dirty="0">
                <a:latin typeface="Times New Roman"/>
                <a:cs typeface="Times New Roman"/>
              </a:rPr>
              <a:t> </a:t>
            </a:r>
            <a:r>
              <a:rPr sz="1200" spc="-10" dirty="0">
                <a:latin typeface="Times New Roman"/>
                <a:cs typeface="Times New Roman"/>
              </a:rPr>
              <a:t>manually.</a:t>
            </a:r>
            <a:endParaRPr sz="1200">
              <a:latin typeface="Times New Roman"/>
              <a:cs typeface="Times New Roman"/>
            </a:endParaRPr>
          </a:p>
        </p:txBody>
      </p:sp>
      <p:sp>
        <p:nvSpPr>
          <p:cNvPr id="10" name="object 10"/>
          <p:cNvSpPr txBox="1"/>
          <p:nvPr/>
        </p:nvSpPr>
        <p:spPr>
          <a:xfrm>
            <a:off x="902017" y="7642225"/>
            <a:ext cx="4238625" cy="988060"/>
          </a:xfrm>
          <a:prstGeom prst="rect">
            <a:avLst/>
          </a:prstGeom>
        </p:spPr>
        <p:txBody>
          <a:bodyPr vert="horz" wrap="square" lIns="0" tIns="119380" rIns="0" bIns="0" rtlCol="0">
            <a:spAutoFit/>
          </a:bodyPr>
          <a:lstStyle/>
          <a:p>
            <a:pPr marL="12700">
              <a:lnSpc>
                <a:spcPct val="100000"/>
              </a:lnSpc>
              <a:spcBef>
                <a:spcPts val="940"/>
              </a:spcBef>
            </a:pPr>
            <a:r>
              <a:rPr sz="1400" b="1" spc="-45" dirty="0">
                <a:latin typeface="Times New Roman"/>
                <a:cs typeface="Times New Roman"/>
              </a:rPr>
              <a:t>Top-</a:t>
            </a:r>
            <a:r>
              <a:rPr sz="1400" b="1" dirty="0">
                <a:latin typeface="Times New Roman"/>
                <a:cs typeface="Times New Roman"/>
              </a:rPr>
              <a:t>Right</a:t>
            </a:r>
            <a:r>
              <a:rPr sz="1400" b="1" spc="-10" dirty="0">
                <a:latin typeface="Times New Roman"/>
                <a:cs typeface="Times New Roman"/>
              </a:rPr>
              <a:t> </a:t>
            </a:r>
            <a:r>
              <a:rPr sz="1400" b="1" dirty="0">
                <a:latin typeface="Times New Roman"/>
                <a:cs typeface="Times New Roman"/>
              </a:rPr>
              <a:t>Section</a:t>
            </a:r>
            <a:r>
              <a:rPr sz="1400" b="1" spc="-5" dirty="0">
                <a:latin typeface="Times New Roman"/>
                <a:cs typeface="Times New Roman"/>
              </a:rPr>
              <a:t> </a:t>
            </a:r>
            <a:r>
              <a:rPr sz="1400" b="1" spc="-10" dirty="0">
                <a:latin typeface="Times New Roman"/>
                <a:cs typeface="Times New Roman"/>
              </a:rPr>
              <a:t>Buttons:</a:t>
            </a:r>
            <a:endParaRPr sz="1400">
              <a:latin typeface="Times New Roman"/>
              <a:cs typeface="Times New Roman"/>
            </a:endParaRPr>
          </a:p>
          <a:p>
            <a:pPr marL="12700">
              <a:lnSpc>
                <a:spcPct val="100000"/>
              </a:lnSpc>
              <a:spcBef>
                <a:spcPts val="840"/>
              </a:spcBef>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20" dirty="0">
                <a:latin typeface="Times New Roman"/>
                <a:cs typeface="Times New Roman"/>
              </a:rPr>
              <a:t> </a:t>
            </a:r>
            <a:r>
              <a:rPr sz="1400" b="1" spc="-10" dirty="0">
                <a:latin typeface="Times New Roman"/>
                <a:cs typeface="Times New Roman"/>
              </a:rPr>
              <a:t>Button</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200" b="1" dirty="0">
                <a:latin typeface="Times New Roman"/>
                <a:cs typeface="Times New Roman"/>
              </a:rPr>
              <a:t>Purpose</a:t>
            </a:r>
            <a:r>
              <a:rPr sz="1400" dirty="0">
                <a:latin typeface="Times New Roman"/>
                <a:cs typeface="Times New Roman"/>
              </a:rPr>
              <a:t>:</a:t>
            </a:r>
            <a:r>
              <a:rPr sz="1400" spc="-35" dirty="0">
                <a:latin typeface="Times New Roman"/>
                <a:cs typeface="Times New Roman"/>
              </a:rPr>
              <a:t> </a:t>
            </a:r>
            <a:r>
              <a:rPr sz="1200" spc="-30" dirty="0">
                <a:latin typeface="Times New Roman"/>
                <a:cs typeface="Times New Roman"/>
              </a:rPr>
              <a:t>To</a:t>
            </a:r>
            <a:r>
              <a:rPr sz="1200" spc="-25" dirty="0">
                <a:latin typeface="Times New Roman"/>
                <a:cs typeface="Times New Roman"/>
              </a:rPr>
              <a:t> </a:t>
            </a:r>
            <a:r>
              <a:rPr sz="1200" dirty="0">
                <a:latin typeface="Times New Roman"/>
                <a:cs typeface="Times New Roman"/>
              </a:rPr>
              <a:t>save</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79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4500" y="2903156"/>
            <a:ext cx="6877050" cy="6047740"/>
            <a:chOff x="444500" y="2903156"/>
            <a:chExt cx="6877050" cy="604774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12087" y="2906395"/>
              <a:ext cx="6806287" cy="3124073"/>
            </a:xfrm>
            <a:prstGeom prst="rect">
              <a:avLst/>
            </a:prstGeom>
          </p:spPr>
        </p:pic>
        <p:sp>
          <p:nvSpPr>
            <p:cNvPr id="5" name="object 5"/>
            <p:cNvSpPr/>
            <p:nvPr/>
          </p:nvSpPr>
          <p:spPr>
            <a:xfrm>
              <a:off x="446087" y="2904744"/>
              <a:ext cx="6873875" cy="3127375"/>
            </a:xfrm>
            <a:custGeom>
              <a:avLst/>
              <a:gdLst/>
              <a:ahLst/>
              <a:cxnLst/>
              <a:rect l="l" t="t" r="r" b="b"/>
              <a:pathLst>
                <a:path w="6873875" h="3127375">
                  <a:moveTo>
                    <a:pt x="0" y="3127247"/>
                  </a:moveTo>
                  <a:lnTo>
                    <a:pt x="6873875" y="3127247"/>
                  </a:lnTo>
                  <a:lnTo>
                    <a:pt x="6873875" y="0"/>
                  </a:lnTo>
                  <a:lnTo>
                    <a:pt x="0" y="0"/>
                  </a:lnTo>
                  <a:lnTo>
                    <a:pt x="0" y="3127247"/>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235775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5"/>
              </a:spcBef>
            </a:pPr>
            <a:endParaRPr sz="1200">
              <a:latin typeface="Times New Roman"/>
              <a:cs typeface="Times New Roman"/>
            </a:endParaRPr>
          </a:p>
          <a:p>
            <a:pPr marL="12700" marR="138430">
              <a:lnSpc>
                <a:spcPct val="103200"/>
              </a:lnSpc>
            </a:pPr>
            <a:r>
              <a:rPr sz="1200" b="1" dirty="0">
                <a:latin typeface="Times New Roman"/>
                <a:cs typeface="Times New Roman"/>
              </a:rPr>
              <a:t>Behavior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When</a:t>
            </a:r>
            <a:r>
              <a:rPr sz="1200" spc="-40" dirty="0">
                <a:latin typeface="Times New Roman"/>
                <a:cs typeface="Times New Roman"/>
              </a:rPr>
              <a:t> </a:t>
            </a:r>
            <a:r>
              <a:rPr sz="1200" dirty="0">
                <a:latin typeface="Times New Roman"/>
                <a:cs typeface="Times New Roman"/>
              </a:rPr>
              <a:t>clicked,</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15" dirty="0">
                <a:latin typeface="Times New Roman"/>
                <a:cs typeface="Times New Roman"/>
              </a:rPr>
              <a:t> </a:t>
            </a:r>
            <a:r>
              <a:rPr sz="1200" spc="-10" dirty="0">
                <a:latin typeface="Times New Roman"/>
                <a:cs typeface="Times New Roman"/>
              </a:rPr>
              <a:t>user’s</a:t>
            </a:r>
            <a:r>
              <a:rPr sz="1200" spc="-30"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saved,</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admin</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redirected</a:t>
            </a:r>
            <a:r>
              <a:rPr sz="1200" spc="-45" dirty="0">
                <a:latin typeface="Times New Roman"/>
                <a:cs typeface="Times New Roman"/>
              </a:rPr>
              <a:t> </a:t>
            </a:r>
            <a:r>
              <a:rPr sz="1200" dirty="0">
                <a:latin typeface="Times New Roman"/>
                <a:cs typeface="Times New Roman"/>
              </a:rPr>
              <a:t>to</a:t>
            </a:r>
            <a:r>
              <a:rPr sz="1200" spc="-25" dirty="0">
                <a:latin typeface="Times New Roman"/>
                <a:cs typeface="Times New Roman"/>
              </a:rPr>
              <a:t> the </a:t>
            </a:r>
            <a:r>
              <a:rPr sz="1200" b="1" dirty="0">
                <a:latin typeface="Times New Roman"/>
                <a:cs typeface="Times New Roman"/>
              </a:rPr>
              <a:t>User</a:t>
            </a:r>
            <a:r>
              <a:rPr sz="1200" b="1" spc="-45" dirty="0">
                <a:latin typeface="Times New Roman"/>
                <a:cs typeface="Times New Roman"/>
              </a:rPr>
              <a:t> </a:t>
            </a:r>
            <a:r>
              <a:rPr sz="1200" b="1" dirty="0">
                <a:latin typeface="Times New Roman"/>
                <a:cs typeface="Times New Roman"/>
              </a:rPr>
              <a:t>Detail</a:t>
            </a:r>
            <a:r>
              <a:rPr sz="1200" b="1" spc="-25" dirty="0">
                <a:latin typeface="Times New Roman"/>
                <a:cs typeface="Times New Roman"/>
              </a:rPr>
              <a:t> </a:t>
            </a:r>
            <a:r>
              <a:rPr sz="1200" b="1" dirty="0">
                <a:latin typeface="Times New Roman"/>
                <a:cs typeface="Times New Roman"/>
              </a:rPr>
              <a:t>Page</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dirty="0">
                <a:latin typeface="Times New Roman"/>
                <a:cs typeface="Times New Roman"/>
              </a:rPr>
              <a:t>comprehensive</a:t>
            </a:r>
            <a:r>
              <a:rPr sz="1200" spc="-20" dirty="0">
                <a:latin typeface="Times New Roman"/>
                <a:cs typeface="Times New Roman"/>
              </a:rPr>
              <a:t> </a:t>
            </a:r>
            <a:r>
              <a:rPr sz="1200" dirty="0">
                <a:latin typeface="Times New Roman"/>
                <a:cs typeface="Times New Roman"/>
              </a:rPr>
              <a:t>view</a:t>
            </a:r>
            <a:r>
              <a:rPr sz="1200" spc="-4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profile,</a:t>
            </a:r>
            <a:r>
              <a:rPr sz="1200" spc="-55" dirty="0">
                <a:latin typeface="Times New Roman"/>
                <a:cs typeface="Times New Roman"/>
              </a:rPr>
              <a:t> </a:t>
            </a:r>
            <a:r>
              <a:rPr sz="1200" dirty="0">
                <a:latin typeface="Times New Roman"/>
                <a:cs typeface="Times New Roman"/>
              </a:rPr>
              <a:t>including</a:t>
            </a:r>
            <a:r>
              <a:rPr sz="1200" spc="-25" dirty="0">
                <a:latin typeface="Times New Roman"/>
                <a:cs typeface="Times New Roman"/>
              </a:rPr>
              <a:t> all </a:t>
            </a:r>
            <a:r>
              <a:rPr sz="1200" dirty="0">
                <a:latin typeface="Times New Roman"/>
                <a:cs typeface="Times New Roman"/>
              </a:rPr>
              <a:t>saved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options</a:t>
            </a:r>
            <a:r>
              <a:rPr sz="1200" spc="-3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further</a:t>
            </a:r>
            <a:r>
              <a:rPr sz="1200" spc="-40"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edits.</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85"/>
              </a:spcBef>
            </a:pPr>
            <a:endParaRPr sz="1200">
              <a:latin typeface="Times New Roman"/>
              <a:cs typeface="Times New Roman"/>
            </a:endParaRPr>
          </a:p>
          <a:p>
            <a:pPr marL="12700">
              <a:lnSpc>
                <a:spcPct val="100000"/>
              </a:lnSpc>
            </a:pPr>
            <a:r>
              <a:rPr sz="1400" b="1" dirty="0">
                <a:latin typeface="Times New Roman"/>
                <a:cs typeface="Times New Roman"/>
              </a:rPr>
              <a:t>EDIT</a:t>
            </a:r>
            <a:r>
              <a:rPr sz="1400" b="1" spc="-70" dirty="0">
                <a:latin typeface="Times New Roman"/>
                <a:cs typeface="Times New Roman"/>
              </a:rPr>
              <a:t> </a:t>
            </a:r>
            <a:r>
              <a:rPr sz="1400" b="1" dirty="0">
                <a:latin typeface="Times New Roman"/>
                <a:cs typeface="Times New Roman"/>
              </a:rPr>
              <a:t>USER</a:t>
            </a:r>
            <a:r>
              <a:rPr sz="1400" b="1" spc="-50" dirty="0">
                <a:latin typeface="Times New Roman"/>
                <a:cs typeface="Times New Roman"/>
              </a:rPr>
              <a:t> </a:t>
            </a:r>
            <a:r>
              <a:rPr sz="1400" b="1" spc="-20" dirty="0">
                <a:latin typeface="Times New Roman"/>
                <a:cs typeface="Times New Roman"/>
              </a:rPr>
              <a:t>PAGE:</a:t>
            </a:r>
            <a:endParaRPr sz="1400">
              <a:latin typeface="Times New Roman"/>
              <a:cs typeface="Times New Roman"/>
            </a:endParaRPr>
          </a:p>
          <a:p>
            <a:pPr marL="12700">
              <a:lnSpc>
                <a:spcPct val="100000"/>
              </a:lnSpc>
              <a:spcBef>
                <a:spcPts val="860"/>
              </a:spcBef>
            </a:pPr>
            <a:r>
              <a:rPr sz="1200" dirty="0">
                <a:latin typeface="Times New Roman"/>
                <a:cs typeface="Times New Roman"/>
              </a:rPr>
              <a:t>The</a:t>
            </a:r>
            <a:r>
              <a:rPr sz="1200" spc="-20" dirty="0">
                <a:latin typeface="Times New Roman"/>
                <a:cs typeface="Times New Roman"/>
              </a:rPr>
              <a:t> </a:t>
            </a:r>
            <a:r>
              <a:rPr sz="1200" b="1" dirty="0">
                <a:latin typeface="Times New Roman"/>
                <a:cs typeface="Times New Roman"/>
              </a:rPr>
              <a:t>Edit</a:t>
            </a:r>
            <a:r>
              <a:rPr sz="1200" b="1" spc="-25" dirty="0">
                <a:latin typeface="Times New Roman"/>
                <a:cs typeface="Times New Roman"/>
              </a:rPr>
              <a:t> </a:t>
            </a:r>
            <a:r>
              <a:rPr sz="1200" b="1" dirty="0">
                <a:latin typeface="Times New Roman"/>
                <a:cs typeface="Times New Roman"/>
              </a:rPr>
              <a:t>User</a:t>
            </a:r>
            <a:r>
              <a:rPr sz="1200" b="1" spc="-10" dirty="0">
                <a:latin typeface="Times New Roman"/>
                <a:cs typeface="Times New Roman"/>
              </a:rPr>
              <a:t> </a:t>
            </a:r>
            <a:r>
              <a:rPr sz="1200" dirty="0">
                <a:latin typeface="Times New Roman"/>
                <a:cs typeface="Times New Roman"/>
              </a:rPr>
              <a:t>page</a:t>
            </a:r>
            <a:r>
              <a:rPr sz="1200" spc="-40" dirty="0">
                <a:latin typeface="Times New Roman"/>
                <a:cs typeface="Times New Roman"/>
              </a:rPr>
              <a:t> </a:t>
            </a:r>
            <a:r>
              <a:rPr sz="1200" dirty="0">
                <a:latin typeface="Times New Roman"/>
                <a:cs typeface="Times New Roman"/>
              </a:rPr>
              <a:t>allows</a:t>
            </a:r>
            <a:r>
              <a:rPr sz="1200" spc="-30" dirty="0">
                <a:latin typeface="Times New Roman"/>
                <a:cs typeface="Times New Roman"/>
              </a:rPr>
              <a:t> </a:t>
            </a:r>
            <a:r>
              <a:rPr sz="1200" dirty="0">
                <a:latin typeface="Times New Roman"/>
                <a:cs typeface="Times New Roman"/>
              </a:rPr>
              <a:t>admins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update</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dirty="0">
                <a:latin typeface="Times New Roman"/>
                <a:cs typeface="Times New Roman"/>
              </a:rPr>
              <a:t>existing</a:t>
            </a:r>
            <a:r>
              <a:rPr sz="1200" spc="-25" dirty="0">
                <a:latin typeface="Times New Roman"/>
                <a:cs typeface="Times New Roman"/>
              </a:rPr>
              <a:t> </a:t>
            </a:r>
            <a:r>
              <a:rPr sz="1200" spc="-10" dirty="0">
                <a:latin typeface="Times New Roman"/>
                <a:cs typeface="Times New Roman"/>
              </a:rPr>
              <a:t>user.</a:t>
            </a:r>
            <a:r>
              <a:rPr sz="1200" spc="-4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page</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20" dirty="0">
                <a:latin typeface="Times New Roman"/>
                <a:cs typeface="Times New Roman"/>
              </a:rPr>
              <a:t>pre-</a:t>
            </a:r>
            <a:endParaRPr sz="1200">
              <a:latin typeface="Times New Roman"/>
              <a:cs typeface="Times New Roman"/>
            </a:endParaRPr>
          </a:p>
          <a:p>
            <a:pPr marL="12700" marR="140335">
              <a:lnSpc>
                <a:spcPct val="102800"/>
              </a:lnSpc>
              <a:spcBef>
                <a:spcPts val="20"/>
              </a:spcBef>
            </a:pPr>
            <a:r>
              <a:rPr sz="1200" dirty="0">
                <a:latin typeface="Times New Roman"/>
                <a:cs typeface="Times New Roman"/>
              </a:rPr>
              <a:t>filled</a:t>
            </a:r>
            <a:r>
              <a:rPr sz="1200" spc="-3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information</a:t>
            </a:r>
            <a:r>
              <a:rPr sz="1200" spc="-2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selected</a:t>
            </a:r>
            <a:r>
              <a:rPr sz="1200" spc="-25" dirty="0">
                <a:latin typeface="Times New Roman"/>
                <a:cs typeface="Times New Roman"/>
              </a:rPr>
              <a:t> </a:t>
            </a:r>
            <a:r>
              <a:rPr sz="1200" spc="-10" dirty="0">
                <a:latin typeface="Times New Roman"/>
                <a:cs typeface="Times New Roman"/>
              </a:rPr>
              <a:t>user,</a:t>
            </a:r>
            <a:r>
              <a:rPr sz="1200" spc="-25" dirty="0">
                <a:latin typeface="Times New Roman"/>
                <a:cs typeface="Times New Roman"/>
              </a:rPr>
              <a:t> </a:t>
            </a:r>
            <a:r>
              <a:rPr sz="1200" dirty="0">
                <a:latin typeface="Times New Roman"/>
                <a:cs typeface="Times New Roman"/>
              </a:rPr>
              <a:t>making</a:t>
            </a:r>
            <a:r>
              <a:rPr sz="1200" spc="-20" dirty="0">
                <a:latin typeface="Times New Roman"/>
                <a:cs typeface="Times New Roman"/>
              </a:rPr>
              <a:t> </a:t>
            </a:r>
            <a:r>
              <a:rPr sz="1200" dirty="0">
                <a:latin typeface="Times New Roman"/>
                <a:cs typeface="Times New Roman"/>
              </a:rPr>
              <a:t>it</a:t>
            </a:r>
            <a:r>
              <a:rPr sz="1200" spc="-45" dirty="0">
                <a:latin typeface="Times New Roman"/>
                <a:cs typeface="Times New Roman"/>
              </a:rPr>
              <a:t> </a:t>
            </a:r>
            <a:r>
              <a:rPr sz="1200" dirty="0">
                <a:latin typeface="Times New Roman"/>
                <a:cs typeface="Times New Roman"/>
              </a:rPr>
              <a:t>easy</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admins</a:t>
            </a:r>
            <a:r>
              <a:rPr sz="1200" spc="-3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review</a:t>
            </a:r>
            <a:r>
              <a:rPr sz="1200" spc="-30" dirty="0">
                <a:latin typeface="Times New Roman"/>
                <a:cs typeface="Times New Roman"/>
              </a:rPr>
              <a:t> </a:t>
            </a:r>
            <a:r>
              <a:rPr sz="1200" spc="-25" dirty="0">
                <a:latin typeface="Times New Roman"/>
                <a:cs typeface="Times New Roman"/>
              </a:rPr>
              <a:t>and </a:t>
            </a:r>
            <a:r>
              <a:rPr sz="1200" dirty="0">
                <a:latin typeface="Times New Roman"/>
                <a:cs typeface="Times New Roman"/>
              </a:rPr>
              <a:t>modify</a:t>
            </a:r>
            <a:r>
              <a:rPr sz="1200" spc="-40"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spc="-10" dirty="0">
                <a:latin typeface="Times New Roman"/>
                <a:cs typeface="Times New Roman"/>
              </a:rPr>
              <a:t>fields.</a:t>
            </a:r>
            <a:endParaRPr sz="1200">
              <a:latin typeface="Times New Roman"/>
              <a:cs typeface="Times New Roman"/>
            </a:endParaRPr>
          </a:p>
        </p:txBody>
      </p:sp>
      <p:sp>
        <p:nvSpPr>
          <p:cNvPr id="7" name="object 7"/>
          <p:cNvSpPr txBox="1"/>
          <p:nvPr/>
        </p:nvSpPr>
        <p:spPr>
          <a:xfrm>
            <a:off x="902017" y="6364223"/>
            <a:ext cx="5745480" cy="2465070"/>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Times New Roman"/>
                <a:cs typeface="Times New Roman"/>
              </a:rPr>
              <a:t>Pre-</a:t>
            </a:r>
            <a:r>
              <a:rPr sz="1400" b="1" dirty="0">
                <a:latin typeface="Times New Roman"/>
                <a:cs typeface="Times New Roman"/>
              </a:rPr>
              <a:t>filled</a:t>
            </a:r>
            <a:r>
              <a:rPr sz="1400" b="1" spc="5" dirty="0">
                <a:latin typeface="Times New Roman"/>
                <a:cs typeface="Times New Roman"/>
              </a:rPr>
              <a:t> </a:t>
            </a:r>
            <a:r>
              <a:rPr sz="1400" b="1" spc="-10" dirty="0">
                <a:latin typeface="Times New Roman"/>
                <a:cs typeface="Times New Roman"/>
              </a:rPr>
              <a:t>Fields:</a:t>
            </a:r>
            <a:endParaRPr sz="1400">
              <a:latin typeface="Times New Roman"/>
              <a:cs typeface="Times New Roman"/>
            </a:endParaRPr>
          </a:p>
          <a:p>
            <a:pPr marL="12700" marR="5080">
              <a:lnSpc>
                <a:spcPct val="102800"/>
              </a:lnSpc>
              <a:spcBef>
                <a:spcPts val="819"/>
              </a:spcBef>
            </a:pPr>
            <a:r>
              <a:rPr sz="1200" dirty="0">
                <a:latin typeface="Times New Roman"/>
                <a:cs typeface="Times New Roman"/>
              </a:rPr>
              <a:t>When</a:t>
            </a:r>
            <a:r>
              <a:rPr sz="1200" spc="-20" dirty="0">
                <a:latin typeface="Times New Roman"/>
                <a:cs typeface="Times New Roman"/>
              </a:rPr>
              <a:t> </a:t>
            </a:r>
            <a:r>
              <a:rPr sz="1200" dirty="0">
                <a:latin typeface="Times New Roman"/>
                <a:cs typeface="Times New Roman"/>
              </a:rPr>
              <a:t>navigating</a:t>
            </a:r>
            <a:r>
              <a:rPr sz="1200" spc="-4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b="1" dirty="0">
                <a:latin typeface="Times New Roman"/>
                <a:cs typeface="Times New Roman"/>
              </a:rPr>
              <a:t>Edit</a:t>
            </a:r>
            <a:r>
              <a:rPr sz="1200" b="1" spc="-20" dirty="0">
                <a:latin typeface="Times New Roman"/>
                <a:cs typeface="Times New Roman"/>
              </a:rPr>
              <a:t> </a:t>
            </a:r>
            <a:r>
              <a:rPr sz="1200" b="1" dirty="0">
                <a:latin typeface="Times New Roman"/>
                <a:cs typeface="Times New Roman"/>
              </a:rPr>
              <a:t>User</a:t>
            </a:r>
            <a:r>
              <a:rPr sz="1200" b="1" spc="-10" dirty="0">
                <a:latin typeface="Times New Roman"/>
                <a:cs typeface="Times New Roman"/>
              </a:rPr>
              <a:t> </a:t>
            </a:r>
            <a:r>
              <a:rPr sz="1200" dirty="0">
                <a:latin typeface="Times New Roman"/>
                <a:cs typeface="Times New Roman"/>
              </a:rPr>
              <a:t>page,</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following</a:t>
            </a:r>
            <a:r>
              <a:rPr sz="1200" spc="-15" dirty="0">
                <a:latin typeface="Times New Roman"/>
                <a:cs typeface="Times New Roman"/>
              </a:rPr>
              <a:t> </a:t>
            </a:r>
            <a:r>
              <a:rPr sz="1200" dirty="0">
                <a:latin typeface="Times New Roman"/>
                <a:cs typeface="Times New Roman"/>
              </a:rPr>
              <a:t>fields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spc="-10" dirty="0">
                <a:latin typeface="Times New Roman"/>
                <a:cs typeface="Times New Roman"/>
              </a:rPr>
              <a:t>automatically</a:t>
            </a:r>
            <a:r>
              <a:rPr sz="1200" spc="-15" dirty="0">
                <a:latin typeface="Times New Roman"/>
                <a:cs typeface="Times New Roman"/>
              </a:rPr>
              <a:t> </a:t>
            </a:r>
            <a:r>
              <a:rPr sz="1200" dirty="0">
                <a:latin typeface="Times New Roman"/>
                <a:cs typeface="Times New Roman"/>
              </a:rPr>
              <a:t>populated</a:t>
            </a:r>
            <a:r>
              <a:rPr sz="1200" spc="-20" dirty="0">
                <a:latin typeface="Times New Roman"/>
                <a:cs typeface="Times New Roman"/>
              </a:rPr>
              <a:t> with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current</a:t>
            </a:r>
            <a:r>
              <a:rPr sz="1200" spc="-25"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selected</a:t>
            </a:r>
            <a:r>
              <a:rPr sz="1200" spc="-30" dirty="0">
                <a:latin typeface="Times New Roman"/>
                <a:cs typeface="Times New Roman"/>
              </a:rPr>
              <a:t> </a:t>
            </a:r>
            <a:r>
              <a:rPr sz="1200" spc="-20" dirty="0">
                <a:latin typeface="Times New Roman"/>
                <a:cs typeface="Times New Roman"/>
              </a:rPr>
              <a:t>user:</a:t>
            </a:r>
            <a:endParaRPr sz="1200">
              <a:latin typeface="Times New Roman"/>
              <a:cs typeface="Times New Roman"/>
            </a:endParaRPr>
          </a:p>
          <a:p>
            <a:pPr marL="12700">
              <a:lnSpc>
                <a:spcPct val="100000"/>
              </a:lnSpc>
              <a:spcBef>
                <a:spcPts val="860"/>
              </a:spcBef>
            </a:pPr>
            <a:r>
              <a:rPr sz="1200" b="1" dirty="0">
                <a:latin typeface="Times New Roman"/>
                <a:cs typeface="Times New Roman"/>
              </a:rPr>
              <a:t>User</a:t>
            </a:r>
            <a:r>
              <a:rPr sz="1200" b="1" spc="-45" dirty="0">
                <a:latin typeface="Times New Roman"/>
                <a:cs typeface="Times New Roman"/>
              </a:rPr>
              <a:t> </a:t>
            </a:r>
            <a:r>
              <a:rPr sz="1200" b="1" dirty="0">
                <a:latin typeface="Times New Roman"/>
                <a:cs typeface="Times New Roman"/>
              </a:rPr>
              <a:t>Code</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assigned</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20" dirty="0">
                <a:latin typeface="Times New Roman"/>
                <a:cs typeface="Times New Roman"/>
              </a:rPr>
              <a:t>user.</a:t>
            </a:r>
            <a:endParaRPr sz="1200">
              <a:latin typeface="Times New Roman"/>
              <a:cs typeface="Times New Roman"/>
            </a:endParaRPr>
          </a:p>
          <a:p>
            <a:pPr marL="12700">
              <a:lnSpc>
                <a:spcPct val="100000"/>
              </a:lnSpc>
              <a:spcBef>
                <a:spcPts val="840"/>
              </a:spcBef>
            </a:pPr>
            <a:r>
              <a:rPr sz="1200" b="1" dirty="0">
                <a:latin typeface="Times New Roman"/>
                <a:cs typeface="Times New Roman"/>
              </a:rPr>
              <a:t>Username</a:t>
            </a:r>
            <a:r>
              <a:rPr sz="1200" dirty="0">
                <a:latin typeface="Times New Roman"/>
                <a:cs typeface="Times New Roman"/>
              </a:rPr>
              <a:t>:</a:t>
            </a:r>
            <a:r>
              <a:rPr sz="1200" spc="-6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user’s</a:t>
            </a:r>
            <a:r>
              <a:rPr sz="1200" spc="-45" dirty="0">
                <a:latin typeface="Times New Roman"/>
                <a:cs typeface="Times New Roman"/>
              </a:rPr>
              <a:t> </a:t>
            </a:r>
            <a:r>
              <a:rPr sz="1200" dirty="0">
                <a:latin typeface="Times New Roman"/>
                <a:cs typeface="Times New Roman"/>
              </a:rPr>
              <a:t>current</a:t>
            </a:r>
            <a:r>
              <a:rPr sz="1200" spc="-40" dirty="0">
                <a:latin typeface="Times New Roman"/>
                <a:cs typeface="Times New Roman"/>
              </a:rPr>
              <a:t> </a:t>
            </a:r>
            <a:r>
              <a:rPr sz="1200" spc="-10" dirty="0">
                <a:latin typeface="Times New Roman"/>
                <a:cs typeface="Times New Roman"/>
              </a:rPr>
              <a:t>username.</a:t>
            </a:r>
            <a:endParaRPr sz="1200">
              <a:latin typeface="Times New Roman"/>
              <a:cs typeface="Times New Roman"/>
            </a:endParaRPr>
          </a:p>
          <a:p>
            <a:pPr marL="12700">
              <a:lnSpc>
                <a:spcPct val="100000"/>
              </a:lnSpc>
              <a:spcBef>
                <a:spcPts val="860"/>
              </a:spcBef>
            </a:pPr>
            <a:r>
              <a:rPr sz="1200" b="1" spc="-10" dirty="0">
                <a:latin typeface="Times New Roman"/>
                <a:cs typeface="Times New Roman"/>
              </a:rPr>
              <a:t>Email</a:t>
            </a:r>
            <a:r>
              <a:rPr sz="1200" b="1" spc="-65" dirty="0">
                <a:latin typeface="Times New Roman"/>
                <a:cs typeface="Times New Roman"/>
              </a:rPr>
              <a:t> </a:t>
            </a:r>
            <a:r>
              <a:rPr sz="1200" b="1" spc="-10" dirty="0">
                <a:latin typeface="Times New Roman"/>
                <a:cs typeface="Times New Roman"/>
              </a:rPr>
              <a:t>Address</a:t>
            </a:r>
            <a:r>
              <a:rPr sz="1200" spc="-1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12700">
              <a:lnSpc>
                <a:spcPct val="100000"/>
              </a:lnSpc>
              <a:spcBef>
                <a:spcPts val="840"/>
              </a:spcBef>
            </a:pPr>
            <a:r>
              <a:rPr sz="1200" b="1" dirty="0">
                <a:latin typeface="Times New Roman"/>
                <a:cs typeface="Times New Roman"/>
              </a:rPr>
              <a:t>Contact</a:t>
            </a:r>
            <a:r>
              <a:rPr sz="1200" b="1" spc="-35" dirty="0">
                <a:latin typeface="Times New Roman"/>
                <a:cs typeface="Times New Roman"/>
              </a:rPr>
              <a:t> </a:t>
            </a:r>
            <a:r>
              <a:rPr sz="1200" b="1" dirty="0">
                <a:latin typeface="Times New Roman"/>
                <a:cs typeface="Times New Roman"/>
              </a:rPr>
              <a:t>Number</a:t>
            </a:r>
            <a:r>
              <a:rPr sz="1200" dirty="0">
                <a:latin typeface="Times New Roman"/>
                <a:cs typeface="Times New Roman"/>
              </a:rPr>
              <a:t>:</a:t>
            </a:r>
            <a:r>
              <a:rPr sz="1200" spc="-5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current</a:t>
            </a:r>
            <a:r>
              <a:rPr sz="1200" spc="-55" dirty="0">
                <a:latin typeface="Times New Roman"/>
                <a:cs typeface="Times New Roman"/>
              </a:rPr>
              <a:t> </a:t>
            </a:r>
            <a:r>
              <a:rPr sz="1200" dirty="0">
                <a:latin typeface="Times New Roman"/>
                <a:cs typeface="Times New Roman"/>
              </a:rPr>
              <a:t>contact</a:t>
            </a:r>
            <a:r>
              <a:rPr sz="1200" spc="-30" dirty="0">
                <a:latin typeface="Times New Roman"/>
                <a:cs typeface="Times New Roman"/>
              </a:rPr>
              <a:t> </a:t>
            </a:r>
            <a:r>
              <a:rPr sz="1200" spc="-10" dirty="0">
                <a:latin typeface="Times New Roman"/>
                <a:cs typeface="Times New Roman"/>
              </a:rPr>
              <a:t>number.</a:t>
            </a:r>
            <a:endParaRPr sz="1200">
              <a:latin typeface="Times New Roman"/>
              <a:cs typeface="Times New Roman"/>
            </a:endParaRPr>
          </a:p>
          <a:p>
            <a:pPr marL="12700">
              <a:lnSpc>
                <a:spcPct val="100000"/>
              </a:lnSpc>
              <a:spcBef>
                <a:spcPts val="860"/>
              </a:spcBef>
            </a:pPr>
            <a:r>
              <a:rPr sz="1200" b="1" dirty="0">
                <a:latin typeface="Times New Roman"/>
                <a:cs typeface="Times New Roman"/>
              </a:rPr>
              <a:t>Status</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5"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(Active</a:t>
            </a:r>
            <a:r>
              <a:rPr sz="1200" spc="-2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10" dirty="0">
                <a:latin typeface="Times New Roman"/>
                <a:cs typeface="Times New Roman"/>
              </a:rPr>
              <a:t>Inactive).</a:t>
            </a:r>
            <a:endParaRPr sz="1200">
              <a:latin typeface="Times New Roman"/>
              <a:cs typeface="Times New Roman"/>
            </a:endParaRPr>
          </a:p>
          <a:p>
            <a:pPr marL="12700">
              <a:lnSpc>
                <a:spcPct val="100000"/>
              </a:lnSpc>
              <a:spcBef>
                <a:spcPts val="844"/>
              </a:spcBef>
            </a:pPr>
            <a:r>
              <a:rPr sz="1200" b="1" spc="-10" dirty="0">
                <a:latin typeface="Times New Roman"/>
                <a:cs typeface="Times New Roman"/>
              </a:rPr>
              <a:t>Password</a:t>
            </a:r>
            <a:r>
              <a:rPr sz="1200" spc="-10" dirty="0">
                <a:latin typeface="Times New Roman"/>
                <a:cs typeface="Times New Roman"/>
              </a:rPr>
              <a:t>:</a:t>
            </a:r>
            <a:r>
              <a:rPr sz="1200" spc="-3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user’s</a:t>
            </a:r>
            <a:r>
              <a:rPr sz="1200" spc="-20" dirty="0">
                <a:latin typeface="Times New Roman"/>
                <a:cs typeface="Times New Roman"/>
              </a:rPr>
              <a:t> </a:t>
            </a:r>
            <a:r>
              <a:rPr sz="1200" dirty="0">
                <a:latin typeface="Times New Roman"/>
                <a:cs typeface="Times New Roman"/>
              </a:rPr>
              <a:t>existing</a:t>
            </a:r>
            <a:r>
              <a:rPr sz="1200" spc="-15"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80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27819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40"/>
              </a:spcBef>
            </a:pPr>
            <a:endParaRPr sz="1200">
              <a:latin typeface="Times New Roman"/>
              <a:cs typeface="Times New Roman"/>
            </a:endParaRPr>
          </a:p>
          <a:p>
            <a:pPr marL="12700" marR="275590">
              <a:lnSpc>
                <a:spcPct val="102800"/>
              </a:lnSpc>
            </a:pPr>
            <a:r>
              <a:rPr sz="1200" dirty="0">
                <a:latin typeface="Times New Roman"/>
                <a:cs typeface="Times New Roman"/>
              </a:rPr>
              <a:t>These</a:t>
            </a:r>
            <a:r>
              <a:rPr sz="1200" spc="-20" dirty="0">
                <a:latin typeface="Times New Roman"/>
                <a:cs typeface="Times New Roman"/>
              </a:rPr>
              <a:t> </a:t>
            </a:r>
            <a:r>
              <a:rPr sz="1200" spc="-10" dirty="0">
                <a:latin typeface="Times New Roman"/>
                <a:cs typeface="Times New Roman"/>
              </a:rPr>
              <a:t>pre-</a:t>
            </a:r>
            <a:r>
              <a:rPr sz="1200" dirty="0">
                <a:latin typeface="Times New Roman"/>
                <a:cs typeface="Times New Roman"/>
              </a:rPr>
              <a:t>filled</a:t>
            </a:r>
            <a:r>
              <a:rPr sz="1200" spc="-20" dirty="0">
                <a:latin typeface="Times New Roman"/>
                <a:cs typeface="Times New Roman"/>
              </a:rPr>
              <a:t> </a:t>
            </a:r>
            <a:r>
              <a:rPr sz="1200" dirty="0">
                <a:latin typeface="Times New Roman"/>
                <a:cs typeface="Times New Roman"/>
              </a:rPr>
              <a:t>fields</a:t>
            </a:r>
            <a:r>
              <a:rPr sz="1200" spc="-35" dirty="0">
                <a:latin typeface="Times New Roman"/>
                <a:cs typeface="Times New Roman"/>
              </a:rPr>
              <a:t> </a:t>
            </a:r>
            <a:r>
              <a:rPr sz="1200" dirty="0">
                <a:latin typeface="Times New Roman"/>
                <a:cs typeface="Times New Roman"/>
              </a:rPr>
              <a:t>allow</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quickly</a:t>
            </a:r>
            <a:r>
              <a:rPr sz="1200" spc="-20" dirty="0">
                <a:latin typeface="Times New Roman"/>
                <a:cs typeface="Times New Roman"/>
              </a:rPr>
              <a:t> </a:t>
            </a:r>
            <a:r>
              <a:rPr sz="1200" dirty="0">
                <a:latin typeface="Times New Roman"/>
                <a:cs typeface="Times New Roman"/>
              </a:rPr>
              <a:t>review</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user’s</a:t>
            </a:r>
            <a:r>
              <a:rPr sz="1200" spc="-30" dirty="0">
                <a:latin typeface="Times New Roman"/>
                <a:cs typeface="Times New Roman"/>
              </a:rPr>
              <a:t> </a:t>
            </a:r>
            <a:r>
              <a:rPr sz="1200" dirty="0">
                <a:latin typeface="Times New Roman"/>
                <a:cs typeface="Times New Roman"/>
              </a:rPr>
              <a:t>existing</a:t>
            </a:r>
            <a:r>
              <a:rPr sz="1200" spc="-20"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and</a:t>
            </a:r>
            <a:r>
              <a:rPr sz="1200" spc="-20" dirty="0">
                <a:latin typeface="Times New Roman"/>
                <a:cs typeface="Times New Roman"/>
              </a:rPr>
              <a:t> make </a:t>
            </a:r>
            <a:r>
              <a:rPr sz="1200" dirty="0">
                <a:latin typeface="Times New Roman"/>
                <a:cs typeface="Times New Roman"/>
              </a:rPr>
              <a:t>necessary</a:t>
            </a:r>
            <a:r>
              <a:rPr sz="1200" spc="-25" dirty="0">
                <a:latin typeface="Times New Roman"/>
                <a:cs typeface="Times New Roman"/>
              </a:rPr>
              <a:t>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without</a:t>
            </a:r>
            <a:r>
              <a:rPr sz="1200" spc="-20" dirty="0">
                <a:latin typeface="Times New Roman"/>
                <a:cs typeface="Times New Roman"/>
              </a:rPr>
              <a:t> </a:t>
            </a:r>
            <a:r>
              <a:rPr sz="1200" dirty="0">
                <a:latin typeface="Times New Roman"/>
                <a:cs typeface="Times New Roman"/>
              </a:rPr>
              <a:t>having</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spc="-10" dirty="0">
                <a:latin typeface="Times New Roman"/>
                <a:cs typeface="Times New Roman"/>
              </a:rPr>
              <a:t>re-</a:t>
            </a: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a:lnSpc>
                <a:spcPct val="100000"/>
              </a:lnSpc>
              <a:spcBef>
                <a:spcPts val="860"/>
              </a:spcBef>
            </a:pPr>
            <a:r>
              <a:rPr sz="1400" b="1" spc="-10" dirty="0">
                <a:latin typeface="Times New Roman"/>
                <a:cs typeface="Times New Roman"/>
              </a:rPr>
              <a:t>Email</a:t>
            </a:r>
            <a:r>
              <a:rPr sz="1400" b="1" spc="-80" dirty="0">
                <a:latin typeface="Times New Roman"/>
                <a:cs typeface="Times New Roman"/>
              </a:rPr>
              <a:t> </a:t>
            </a:r>
            <a:r>
              <a:rPr sz="1400" b="1" dirty="0">
                <a:latin typeface="Times New Roman"/>
                <a:cs typeface="Times New Roman"/>
              </a:rPr>
              <a:t>Address</a:t>
            </a:r>
            <a:r>
              <a:rPr sz="1400" b="1" spc="-25" dirty="0">
                <a:latin typeface="Times New Roman"/>
                <a:cs typeface="Times New Roman"/>
              </a:rPr>
              <a:t> </a:t>
            </a:r>
            <a:r>
              <a:rPr sz="1400" b="1" dirty="0">
                <a:latin typeface="Times New Roman"/>
                <a:cs typeface="Times New Roman"/>
              </a:rPr>
              <a:t>Change and</a:t>
            </a:r>
            <a:r>
              <a:rPr sz="1400" b="1" spc="-20" dirty="0">
                <a:latin typeface="Times New Roman"/>
                <a:cs typeface="Times New Roman"/>
              </a:rPr>
              <a:t> </a:t>
            </a:r>
            <a:r>
              <a:rPr sz="1400" b="1" spc="-10" dirty="0">
                <a:latin typeface="Times New Roman"/>
                <a:cs typeface="Times New Roman"/>
              </a:rPr>
              <a:t>OTP</a:t>
            </a:r>
            <a:r>
              <a:rPr sz="1400" b="1" spc="-130" dirty="0">
                <a:latin typeface="Times New Roman"/>
                <a:cs typeface="Times New Roman"/>
              </a:rPr>
              <a:t> </a:t>
            </a:r>
            <a:r>
              <a:rPr sz="1400" b="1" spc="-10" dirty="0">
                <a:latin typeface="Times New Roman"/>
                <a:cs typeface="Times New Roman"/>
              </a:rPr>
              <a:t>Verification:</a:t>
            </a:r>
            <a:endParaRPr sz="1400">
              <a:latin typeface="Times New Roman"/>
              <a:cs typeface="Times New Roman"/>
            </a:endParaRPr>
          </a:p>
          <a:p>
            <a:pPr marL="12700" marR="690880">
              <a:lnSpc>
                <a:spcPct val="103699"/>
              </a:lnSpc>
              <a:spcBef>
                <a:spcPts val="795"/>
              </a:spcBef>
            </a:pPr>
            <a:r>
              <a:rPr sz="1400" b="1" spc="-10" dirty="0">
                <a:latin typeface="Times New Roman"/>
                <a:cs typeface="Times New Roman"/>
              </a:rPr>
              <a:t>Email</a:t>
            </a:r>
            <a:r>
              <a:rPr sz="1400" b="1" spc="-80" dirty="0">
                <a:latin typeface="Times New Roman"/>
                <a:cs typeface="Times New Roman"/>
              </a:rPr>
              <a:t> </a:t>
            </a:r>
            <a:r>
              <a:rPr sz="1400" b="1" dirty="0">
                <a:latin typeface="Times New Roman"/>
                <a:cs typeface="Times New Roman"/>
              </a:rPr>
              <a:t>Address</a:t>
            </a:r>
            <a:r>
              <a:rPr sz="1400" b="1" spc="-40" dirty="0">
                <a:latin typeface="Times New Roman"/>
                <a:cs typeface="Times New Roman"/>
              </a:rPr>
              <a:t> </a:t>
            </a:r>
            <a:r>
              <a:rPr sz="1400" b="1" dirty="0">
                <a:latin typeface="Times New Roman"/>
                <a:cs typeface="Times New Roman"/>
              </a:rPr>
              <a:t>Modification</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admin</a:t>
            </a:r>
            <a:r>
              <a:rPr sz="1200" spc="-20" dirty="0">
                <a:latin typeface="Times New Roman"/>
                <a:cs typeface="Times New Roman"/>
              </a:rPr>
              <a:t> </a:t>
            </a:r>
            <a:r>
              <a:rPr sz="1200" dirty="0">
                <a:latin typeface="Times New Roman"/>
                <a:cs typeface="Times New Roman"/>
              </a:rPr>
              <a:t>changes</a:t>
            </a:r>
            <a:r>
              <a:rPr sz="1200" spc="-25" dirty="0">
                <a:latin typeface="Times New Roman"/>
                <a:cs typeface="Times New Roman"/>
              </a:rPr>
              <a:t> </a:t>
            </a:r>
            <a:r>
              <a:rPr sz="1200" dirty="0">
                <a:latin typeface="Times New Roman"/>
                <a:cs typeface="Times New Roman"/>
              </a:rPr>
              <a:t>the </a:t>
            </a:r>
            <a:r>
              <a:rPr sz="1200" b="1" spc="-10" dirty="0">
                <a:latin typeface="Times New Roman"/>
                <a:cs typeface="Times New Roman"/>
              </a:rPr>
              <a:t>Email</a:t>
            </a:r>
            <a:r>
              <a:rPr sz="1200" b="1" spc="-65" dirty="0">
                <a:latin typeface="Times New Roman"/>
                <a:cs typeface="Times New Roman"/>
              </a:rPr>
              <a:t> </a:t>
            </a:r>
            <a:r>
              <a:rPr sz="1200" b="1" dirty="0">
                <a:latin typeface="Times New Roman"/>
                <a:cs typeface="Times New Roman"/>
              </a:rPr>
              <a:t>Address</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an</a:t>
            </a:r>
            <a:r>
              <a:rPr sz="1200" spc="-20" dirty="0">
                <a:latin typeface="Times New Roman"/>
                <a:cs typeface="Times New Roman"/>
              </a:rPr>
              <a:t> </a:t>
            </a:r>
            <a:r>
              <a:rPr sz="1200" spc="-25" dirty="0">
                <a:latin typeface="Times New Roman"/>
                <a:cs typeface="Times New Roman"/>
              </a:rPr>
              <a:t>OTP </a:t>
            </a:r>
            <a:r>
              <a:rPr sz="1200" dirty="0">
                <a:latin typeface="Times New Roman"/>
                <a:cs typeface="Times New Roman"/>
              </a:rPr>
              <a:t>verification</a:t>
            </a:r>
            <a:r>
              <a:rPr sz="1200" spc="-25" dirty="0">
                <a:latin typeface="Times New Roman"/>
                <a:cs typeface="Times New Roman"/>
              </a:rPr>
              <a:t> </a:t>
            </a:r>
            <a:r>
              <a:rPr sz="1200" dirty="0">
                <a:latin typeface="Times New Roman"/>
                <a:cs typeface="Times New Roman"/>
              </a:rPr>
              <a:t>process</a:t>
            </a:r>
            <a:r>
              <a:rPr sz="1200" spc="-3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triggered</a:t>
            </a:r>
            <a:r>
              <a:rPr sz="1200" spc="-2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ensure</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validity</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new</a:t>
            </a:r>
            <a:r>
              <a:rPr sz="1200" spc="5" dirty="0">
                <a:latin typeface="Times New Roman"/>
                <a:cs typeface="Times New Roman"/>
              </a:rPr>
              <a:t> </a:t>
            </a:r>
            <a:r>
              <a:rPr sz="1200" spc="-10" dirty="0">
                <a:latin typeface="Times New Roman"/>
                <a:cs typeface="Times New Roman"/>
              </a:rPr>
              <a:t>email.</a:t>
            </a:r>
            <a:endParaRPr sz="1200">
              <a:latin typeface="Times New Roman"/>
              <a:cs typeface="Times New Roman"/>
            </a:endParaRPr>
          </a:p>
          <a:p>
            <a:pPr marL="12700" marR="1870710">
              <a:lnSpc>
                <a:spcPts val="2300"/>
              </a:lnSpc>
              <a:spcBef>
                <a:spcPts val="200"/>
              </a:spcBef>
            </a:pPr>
            <a:r>
              <a:rPr sz="1200" dirty="0">
                <a:latin typeface="Times New Roman"/>
                <a:cs typeface="Times New Roman"/>
              </a:rPr>
              <a:t>Upon</a:t>
            </a:r>
            <a:r>
              <a:rPr sz="1200" spc="-15" dirty="0">
                <a:latin typeface="Times New Roman"/>
                <a:cs typeface="Times New Roman"/>
              </a:rPr>
              <a:t> </a:t>
            </a:r>
            <a:r>
              <a:rPr sz="1200" dirty="0">
                <a:latin typeface="Times New Roman"/>
                <a:cs typeface="Times New Roman"/>
              </a:rPr>
              <a:t>updating</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an</a:t>
            </a:r>
            <a:r>
              <a:rPr sz="1200" spc="-15" dirty="0">
                <a:latin typeface="Times New Roman"/>
                <a:cs typeface="Times New Roman"/>
              </a:rPr>
              <a:t> </a:t>
            </a:r>
            <a:r>
              <a:rPr sz="1200" spc="-10" dirty="0">
                <a:latin typeface="Times New Roman"/>
                <a:cs typeface="Times New Roman"/>
              </a:rPr>
              <a:t>OTP</a:t>
            </a:r>
            <a:r>
              <a:rPr sz="1200" spc="-6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sent</a:t>
            </a:r>
            <a:r>
              <a:rPr sz="1200" spc="-1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new</a:t>
            </a:r>
            <a:r>
              <a:rPr sz="1200" spc="-25" dirty="0">
                <a:latin typeface="Times New Roman"/>
                <a:cs typeface="Times New Roman"/>
              </a:rPr>
              <a:t> </a:t>
            </a:r>
            <a:r>
              <a:rPr sz="1200" dirty="0">
                <a:latin typeface="Times New Roman"/>
                <a:cs typeface="Times New Roman"/>
              </a:rPr>
              <a:t>email</a:t>
            </a:r>
            <a:r>
              <a:rPr sz="1200" spc="-35" dirty="0">
                <a:latin typeface="Times New Roman"/>
                <a:cs typeface="Times New Roman"/>
              </a:rPr>
              <a:t> </a:t>
            </a:r>
            <a:r>
              <a:rPr sz="1200" spc="-10" dirty="0">
                <a:latin typeface="Times New Roman"/>
                <a:cs typeface="Times New Roman"/>
              </a:rPr>
              <a:t>address.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must</a:t>
            </a:r>
            <a:r>
              <a:rPr sz="1200" spc="-15" dirty="0">
                <a:latin typeface="Times New Roman"/>
                <a:cs typeface="Times New Roman"/>
              </a:rPr>
              <a:t> </a:t>
            </a: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email</a:t>
            </a:r>
            <a:r>
              <a:rPr sz="1200" spc="-35" dirty="0">
                <a:latin typeface="Times New Roman"/>
                <a:cs typeface="Times New Roman"/>
              </a:rPr>
              <a:t> </a:t>
            </a:r>
            <a:r>
              <a:rPr sz="1200" dirty="0">
                <a:latin typeface="Times New Roman"/>
                <a:cs typeface="Times New Roman"/>
              </a:rPr>
              <a:t>change</a:t>
            </a:r>
            <a:r>
              <a:rPr sz="1200" spc="-1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spc="-10" dirty="0">
                <a:latin typeface="Times New Roman"/>
                <a:cs typeface="Times New Roman"/>
              </a:rPr>
              <a:t>confirmed.</a:t>
            </a:r>
            <a:endParaRPr sz="1200">
              <a:latin typeface="Times New Roman"/>
              <a:cs typeface="Times New Roman"/>
            </a:endParaRPr>
          </a:p>
          <a:p>
            <a:pPr marL="12700" marR="172085">
              <a:lnSpc>
                <a:spcPct val="103600"/>
              </a:lnSpc>
              <a:spcBef>
                <a:spcPts val="560"/>
              </a:spcBef>
            </a:pPr>
            <a:r>
              <a:rPr sz="1400" b="1" dirty="0">
                <a:latin typeface="Times New Roman"/>
                <a:cs typeface="Times New Roman"/>
              </a:rPr>
              <a:t>No</a:t>
            </a:r>
            <a:r>
              <a:rPr sz="1400" b="1" spc="-25" dirty="0">
                <a:latin typeface="Times New Roman"/>
                <a:cs typeface="Times New Roman"/>
              </a:rPr>
              <a:t> </a:t>
            </a:r>
            <a:r>
              <a:rPr sz="1400" b="1" dirty="0">
                <a:latin typeface="Times New Roman"/>
                <a:cs typeface="Times New Roman"/>
              </a:rPr>
              <a:t>Email</a:t>
            </a:r>
            <a:r>
              <a:rPr sz="1400" b="1" spc="-30" dirty="0">
                <a:latin typeface="Times New Roman"/>
                <a:cs typeface="Times New Roman"/>
              </a:rPr>
              <a:t> </a:t>
            </a:r>
            <a:r>
              <a:rPr sz="1400" b="1" dirty="0">
                <a:latin typeface="Times New Roman"/>
                <a:cs typeface="Times New Roman"/>
              </a:rPr>
              <a:t>Change</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address</a:t>
            </a:r>
            <a:r>
              <a:rPr sz="1200" spc="-35" dirty="0">
                <a:latin typeface="Times New Roman"/>
                <a:cs typeface="Times New Roman"/>
              </a:rPr>
              <a:t> </a:t>
            </a:r>
            <a:r>
              <a:rPr sz="1200" dirty="0">
                <a:latin typeface="Times New Roman"/>
                <a:cs typeface="Times New Roman"/>
              </a:rPr>
              <a:t>remains</a:t>
            </a:r>
            <a:r>
              <a:rPr sz="1200" spc="-30" dirty="0">
                <a:latin typeface="Times New Roman"/>
                <a:cs typeface="Times New Roman"/>
              </a:rPr>
              <a:t> </a:t>
            </a:r>
            <a:r>
              <a:rPr sz="1200" dirty="0">
                <a:latin typeface="Times New Roman"/>
                <a:cs typeface="Times New Roman"/>
              </a:rPr>
              <a:t>unchanged,</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stays</a:t>
            </a:r>
            <a:r>
              <a:rPr sz="1200" spc="-5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same,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no</a:t>
            </a:r>
            <a:r>
              <a:rPr sz="1200" spc="-25" dirty="0">
                <a:latin typeface="Times New Roman"/>
                <a:cs typeface="Times New Roman"/>
              </a:rPr>
              <a:t> </a:t>
            </a:r>
            <a:r>
              <a:rPr sz="1200" dirty="0">
                <a:latin typeface="Times New Roman"/>
                <a:cs typeface="Times New Roman"/>
              </a:rPr>
              <a:t>additional</a:t>
            </a:r>
            <a:r>
              <a:rPr sz="1200" spc="-15" dirty="0">
                <a:latin typeface="Times New Roman"/>
                <a:cs typeface="Times New Roman"/>
              </a:rPr>
              <a:t> </a:t>
            </a:r>
            <a:r>
              <a:rPr sz="1200" dirty="0">
                <a:latin typeface="Times New Roman"/>
                <a:cs typeface="Times New Roman"/>
              </a:rPr>
              <a:t>verification</a:t>
            </a:r>
            <a:r>
              <a:rPr sz="1200" spc="-2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10" dirty="0">
                <a:latin typeface="Times New Roman"/>
                <a:cs typeface="Times New Roman"/>
              </a:rPr>
              <a:t>required.</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31165" y="1455483"/>
            <a:ext cx="6910070" cy="7495540"/>
            <a:chOff x="431165" y="1455483"/>
            <a:chExt cx="6910070" cy="749554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499062" y="1458722"/>
              <a:ext cx="6838997" cy="3131692"/>
            </a:xfrm>
            <a:prstGeom prst="rect">
              <a:avLst/>
            </a:prstGeom>
          </p:spPr>
        </p:pic>
        <p:sp>
          <p:nvSpPr>
            <p:cNvPr id="5" name="object 5"/>
            <p:cNvSpPr/>
            <p:nvPr/>
          </p:nvSpPr>
          <p:spPr>
            <a:xfrm>
              <a:off x="432752" y="1457071"/>
              <a:ext cx="6906895" cy="3134995"/>
            </a:xfrm>
            <a:custGeom>
              <a:avLst/>
              <a:gdLst/>
              <a:ahLst/>
              <a:cxnLst/>
              <a:rect l="l" t="t" r="r" b="b"/>
              <a:pathLst>
                <a:path w="6906895" h="3134995">
                  <a:moveTo>
                    <a:pt x="0" y="3134867"/>
                  </a:moveTo>
                  <a:lnTo>
                    <a:pt x="6906895" y="3134867"/>
                  </a:lnTo>
                  <a:lnTo>
                    <a:pt x="6906895" y="0"/>
                  </a:lnTo>
                  <a:lnTo>
                    <a:pt x="0" y="0"/>
                  </a:lnTo>
                  <a:lnTo>
                    <a:pt x="0" y="3134867"/>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498692" y="5800178"/>
              <a:ext cx="6799870" cy="3062605"/>
            </a:xfrm>
            <a:prstGeom prst="rect">
              <a:avLst/>
            </a:prstGeom>
          </p:spPr>
        </p:pic>
        <p:sp>
          <p:nvSpPr>
            <p:cNvPr id="7" name="object 7"/>
            <p:cNvSpPr/>
            <p:nvPr/>
          </p:nvSpPr>
          <p:spPr>
            <a:xfrm>
              <a:off x="432752" y="5798591"/>
              <a:ext cx="6867525" cy="3065780"/>
            </a:xfrm>
            <a:custGeom>
              <a:avLst/>
              <a:gdLst/>
              <a:ahLst/>
              <a:cxnLst/>
              <a:rect l="l" t="t" r="r" b="b"/>
              <a:pathLst>
                <a:path w="6867525" h="3065779">
                  <a:moveTo>
                    <a:pt x="0" y="3065780"/>
                  </a:moveTo>
                  <a:lnTo>
                    <a:pt x="6867525" y="3065780"/>
                  </a:lnTo>
                  <a:lnTo>
                    <a:pt x="6867525" y="0"/>
                  </a:lnTo>
                  <a:lnTo>
                    <a:pt x="0" y="0"/>
                  </a:lnTo>
                  <a:lnTo>
                    <a:pt x="0" y="3065780"/>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902017" y="434340"/>
            <a:ext cx="5969635" cy="9175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12700">
              <a:lnSpc>
                <a:spcPct val="100000"/>
              </a:lnSpc>
            </a:pPr>
            <a:r>
              <a:rPr sz="1600" b="1" dirty="0">
                <a:latin typeface="Times New Roman"/>
                <a:cs typeface="Times New Roman"/>
              </a:rPr>
              <a:t>Setting</a:t>
            </a:r>
            <a:r>
              <a:rPr sz="1600" b="1" spc="-50"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marL="12700">
              <a:lnSpc>
                <a:spcPct val="100000"/>
              </a:lnSpc>
              <a:spcBef>
                <a:spcPts val="80"/>
              </a:spcBef>
            </a:pP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Settings</a:t>
            </a:r>
            <a:r>
              <a:rPr sz="1200" b="1" spc="-35" dirty="0">
                <a:latin typeface="Times New Roman"/>
                <a:cs typeface="Times New Roman"/>
              </a:rPr>
              <a:t> </a:t>
            </a:r>
            <a:r>
              <a:rPr sz="1200" dirty="0">
                <a:latin typeface="Times New Roman"/>
                <a:cs typeface="Times New Roman"/>
              </a:rPr>
              <a:t>section</a:t>
            </a:r>
            <a:r>
              <a:rPr sz="1200" spc="-5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organized</a:t>
            </a:r>
            <a:r>
              <a:rPr sz="1200" spc="-30" dirty="0">
                <a:latin typeface="Times New Roman"/>
                <a:cs typeface="Times New Roman"/>
              </a:rPr>
              <a:t> </a:t>
            </a:r>
            <a:r>
              <a:rPr sz="1200" dirty="0">
                <a:latin typeface="Times New Roman"/>
                <a:cs typeface="Times New Roman"/>
              </a:rPr>
              <a:t>into</a:t>
            </a:r>
            <a:r>
              <a:rPr sz="1200" spc="-30" dirty="0">
                <a:latin typeface="Times New Roman"/>
                <a:cs typeface="Times New Roman"/>
              </a:rPr>
              <a:t> </a:t>
            </a:r>
            <a:r>
              <a:rPr sz="1200" dirty="0">
                <a:latin typeface="Times New Roman"/>
                <a:cs typeface="Times New Roman"/>
              </a:rPr>
              <a:t>two</a:t>
            </a:r>
            <a:r>
              <a:rPr sz="1200" spc="-50" dirty="0">
                <a:latin typeface="Times New Roman"/>
                <a:cs typeface="Times New Roman"/>
              </a:rPr>
              <a:t> </a:t>
            </a:r>
            <a:r>
              <a:rPr sz="1200" dirty="0">
                <a:latin typeface="Times New Roman"/>
                <a:cs typeface="Times New Roman"/>
              </a:rPr>
              <a:t>categories</a:t>
            </a:r>
            <a:r>
              <a:rPr sz="1200" spc="-3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streamline</a:t>
            </a:r>
            <a:r>
              <a:rPr sz="1200" spc="-20" dirty="0">
                <a:latin typeface="Times New Roman"/>
                <a:cs typeface="Times New Roman"/>
              </a:rPr>
              <a:t> </a:t>
            </a:r>
            <a:r>
              <a:rPr sz="1200" dirty="0">
                <a:latin typeface="Times New Roman"/>
                <a:cs typeface="Times New Roman"/>
              </a:rPr>
              <a:t>user</a:t>
            </a:r>
            <a:r>
              <a:rPr sz="1200" spc="-50" dirty="0">
                <a:latin typeface="Times New Roman"/>
                <a:cs typeface="Times New Roman"/>
              </a:rPr>
              <a:t> </a:t>
            </a:r>
            <a:r>
              <a:rPr sz="1200" spc="-10" dirty="0">
                <a:latin typeface="Times New Roman"/>
                <a:cs typeface="Times New Roman"/>
              </a:rPr>
              <a:t>configuration:</a:t>
            </a:r>
            <a:endParaRPr sz="1200">
              <a:latin typeface="Times New Roman"/>
              <a:cs typeface="Times New Roman"/>
            </a:endParaRPr>
          </a:p>
        </p:txBody>
      </p:sp>
      <p:sp>
        <p:nvSpPr>
          <p:cNvPr id="9" name="object 9"/>
          <p:cNvSpPr txBox="1"/>
          <p:nvPr/>
        </p:nvSpPr>
        <p:spPr>
          <a:xfrm>
            <a:off x="902017" y="4923790"/>
            <a:ext cx="5496560" cy="85344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Times New Roman"/>
                <a:cs typeface="Times New Roman"/>
              </a:rPr>
              <a:t>1</a:t>
            </a:r>
            <a:r>
              <a:rPr sz="1400" spc="-10" dirty="0">
                <a:latin typeface="Times New Roman"/>
                <a:cs typeface="Times New Roman"/>
              </a:rPr>
              <a:t>.</a:t>
            </a:r>
            <a:r>
              <a:rPr sz="1400" b="1" spc="-10" dirty="0">
                <a:latin typeface="Times New Roman"/>
                <a:cs typeface="Times New Roman"/>
              </a:rPr>
              <a:t>General</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200" dirty="0">
                <a:latin typeface="Times New Roman"/>
                <a:cs typeface="Times New Roman"/>
              </a:rPr>
              <a:t>Displays</a:t>
            </a:r>
            <a:r>
              <a:rPr sz="1200" spc="-40"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b="1" spc="-10" dirty="0">
                <a:latin typeface="Times New Roman"/>
                <a:cs typeface="Times New Roman"/>
              </a:rPr>
              <a:t>Sub-</a:t>
            </a:r>
            <a:r>
              <a:rPr sz="1200" b="1" dirty="0">
                <a:latin typeface="Times New Roman"/>
                <a:cs typeface="Times New Roman"/>
              </a:rPr>
              <a:t>Categories</a:t>
            </a:r>
            <a:r>
              <a:rPr sz="1200" b="1" spc="-25" dirty="0">
                <a:latin typeface="Times New Roman"/>
                <a:cs typeface="Times New Roman"/>
              </a:rPr>
              <a:t> </a:t>
            </a:r>
            <a:r>
              <a:rPr sz="1200" dirty="0">
                <a:latin typeface="Times New Roman"/>
                <a:cs typeface="Times New Roman"/>
              </a:rPr>
              <a:t>alongside</a:t>
            </a:r>
            <a:r>
              <a:rPr sz="1200" spc="-25" dirty="0">
                <a:latin typeface="Times New Roman"/>
                <a:cs typeface="Times New Roman"/>
              </a:rPr>
              <a:t> </a:t>
            </a:r>
            <a:r>
              <a:rPr sz="1200" dirty="0">
                <a:latin typeface="Times New Roman"/>
                <a:cs typeface="Times New Roman"/>
              </a:rPr>
              <a:t>their</a:t>
            </a:r>
            <a:r>
              <a:rPr sz="1200" spc="-30" dirty="0">
                <a:latin typeface="Times New Roman"/>
                <a:cs typeface="Times New Roman"/>
              </a:rPr>
              <a:t> </a:t>
            </a:r>
            <a:r>
              <a:rPr sz="1200" dirty="0">
                <a:latin typeface="Times New Roman"/>
                <a:cs typeface="Times New Roman"/>
              </a:rPr>
              <a:t>respective</a:t>
            </a:r>
            <a:r>
              <a:rPr sz="1200" spc="-5" dirty="0">
                <a:latin typeface="Times New Roman"/>
                <a:cs typeface="Times New Roman"/>
              </a:rPr>
              <a:t> </a:t>
            </a:r>
            <a:r>
              <a:rPr sz="1200" b="1" dirty="0">
                <a:latin typeface="Times New Roman"/>
                <a:cs typeface="Times New Roman"/>
              </a:rPr>
              <a:t>Categories</a:t>
            </a:r>
            <a:r>
              <a:rPr sz="1200" b="1" spc="-35" dirty="0">
                <a:latin typeface="Times New Roman"/>
                <a:cs typeface="Times New Roman"/>
              </a:rPr>
              <a:t> </a:t>
            </a:r>
            <a:r>
              <a:rPr sz="1200" dirty="0">
                <a:latin typeface="Times New Roman"/>
                <a:cs typeface="Times New Roman"/>
              </a:rPr>
              <a:t>in</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list</a:t>
            </a:r>
            <a:r>
              <a:rPr sz="1200" spc="-25" dirty="0">
                <a:latin typeface="Times New Roman"/>
                <a:cs typeface="Times New Roman"/>
              </a:rPr>
              <a:t> </a:t>
            </a:r>
            <a:r>
              <a:rPr sz="1200" spc="-10" dirty="0">
                <a:latin typeface="Times New Roman"/>
                <a:cs typeface="Times New Roman"/>
              </a:rPr>
              <a:t>format.</a:t>
            </a:r>
            <a:endParaRPr sz="1200">
              <a:latin typeface="Times New Roman"/>
              <a:cs typeface="Times New Roman"/>
            </a:endParaRPr>
          </a:p>
          <a:p>
            <a:pPr marL="241300">
              <a:lnSpc>
                <a:spcPct val="100000"/>
              </a:lnSpc>
              <a:spcBef>
                <a:spcPts val="860"/>
              </a:spcBef>
            </a:pPr>
            <a:r>
              <a:rPr sz="1400" b="1" dirty="0">
                <a:latin typeface="Times New Roman"/>
                <a:cs typeface="Times New Roman"/>
              </a:rPr>
              <a:t>Category</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Specify</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general</a:t>
            </a:r>
            <a:r>
              <a:rPr sz="1200" spc="-25" dirty="0">
                <a:latin typeface="Times New Roman"/>
                <a:cs typeface="Times New Roman"/>
              </a:rPr>
              <a:t> </a:t>
            </a:r>
            <a:r>
              <a:rPr sz="1200" dirty="0">
                <a:latin typeface="Times New Roman"/>
                <a:cs typeface="Times New Roman"/>
              </a:rPr>
              <a:t>category</a:t>
            </a:r>
            <a:r>
              <a:rPr sz="1200" spc="-5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dirty="0">
                <a:latin typeface="Times New Roman"/>
                <a:cs typeface="Times New Roman"/>
              </a:rPr>
              <a:t>such</a:t>
            </a:r>
            <a:r>
              <a:rPr sz="1200" spc="-50"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98169" y="1514411"/>
            <a:ext cx="6548755" cy="7656830"/>
            <a:chOff x="598169" y="1514411"/>
            <a:chExt cx="6548755" cy="765683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601344" y="1517523"/>
              <a:ext cx="6542405" cy="2173837"/>
            </a:xfrm>
            <a:prstGeom prst="rect">
              <a:avLst/>
            </a:prstGeom>
          </p:spPr>
        </p:pic>
        <p:sp>
          <p:nvSpPr>
            <p:cNvPr id="6" name="object 6"/>
            <p:cNvSpPr/>
            <p:nvPr/>
          </p:nvSpPr>
          <p:spPr>
            <a:xfrm>
              <a:off x="599757" y="1515999"/>
              <a:ext cx="6545580" cy="2304415"/>
            </a:xfrm>
            <a:custGeom>
              <a:avLst/>
              <a:gdLst/>
              <a:ahLst/>
              <a:cxnLst/>
              <a:rect l="l" t="t" r="r" b="b"/>
              <a:pathLst>
                <a:path w="6545580" h="2304415">
                  <a:moveTo>
                    <a:pt x="0" y="2304161"/>
                  </a:moveTo>
                  <a:lnTo>
                    <a:pt x="6545580" y="2304161"/>
                  </a:lnTo>
                  <a:lnTo>
                    <a:pt x="6545580" y="0"/>
                  </a:lnTo>
                  <a:lnTo>
                    <a:pt x="0" y="0"/>
                  </a:lnTo>
                  <a:lnTo>
                    <a:pt x="0" y="2304161"/>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882649" y="4401883"/>
              <a:ext cx="4716272" cy="4765675"/>
            </a:xfrm>
            <a:prstGeom prst="rect">
              <a:avLst/>
            </a:prstGeom>
          </p:spPr>
        </p:pic>
        <p:sp>
          <p:nvSpPr>
            <p:cNvPr id="8" name="object 8"/>
            <p:cNvSpPr/>
            <p:nvPr/>
          </p:nvSpPr>
          <p:spPr>
            <a:xfrm>
              <a:off x="881062" y="4400296"/>
              <a:ext cx="4719955" cy="4768850"/>
            </a:xfrm>
            <a:custGeom>
              <a:avLst/>
              <a:gdLst/>
              <a:ahLst/>
              <a:cxnLst/>
              <a:rect l="l" t="t" r="r" b="b"/>
              <a:pathLst>
                <a:path w="4719955" h="4768850">
                  <a:moveTo>
                    <a:pt x="0" y="4768850"/>
                  </a:moveTo>
                  <a:lnTo>
                    <a:pt x="4719447" y="4768850"/>
                  </a:lnTo>
                  <a:lnTo>
                    <a:pt x="4719447" y="0"/>
                  </a:lnTo>
                  <a:lnTo>
                    <a:pt x="0" y="0"/>
                  </a:lnTo>
                  <a:lnTo>
                    <a:pt x="0" y="4768850"/>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1181481"/>
            <a:ext cx="277431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Sub-</a:t>
            </a:r>
            <a:r>
              <a:rPr sz="1200" b="1" dirty="0">
                <a:latin typeface="Times New Roman"/>
                <a:cs typeface="Times New Roman"/>
              </a:rPr>
              <a:t>Category:</a:t>
            </a:r>
            <a:r>
              <a:rPr sz="1200" b="1" spc="-35" dirty="0">
                <a:latin typeface="Times New Roman"/>
                <a:cs typeface="Times New Roman"/>
              </a:rPr>
              <a:t> </a:t>
            </a:r>
            <a:r>
              <a:rPr sz="1200" spc="-35" dirty="0">
                <a:latin typeface="Times New Roman"/>
                <a:cs typeface="Times New Roman"/>
              </a:rPr>
              <a:t>We</a:t>
            </a:r>
            <a:r>
              <a:rPr sz="1200" spc="-10"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sub-category</a:t>
            </a:r>
            <a:endParaRPr sz="1200">
              <a:latin typeface="Times New Roman"/>
              <a:cs typeface="Times New Roman"/>
            </a:endParaRPr>
          </a:p>
        </p:txBody>
      </p:sp>
      <p:sp>
        <p:nvSpPr>
          <p:cNvPr id="10" name="object 10"/>
          <p:cNvSpPr txBox="1"/>
          <p:nvPr/>
        </p:nvSpPr>
        <p:spPr>
          <a:xfrm>
            <a:off x="902017" y="4090415"/>
            <a:ext cx="131127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Add</a:t>
            </a:r>
            <a:r>
              <a:rPr sz="1200" b="1" spc="-5" dirty="0">
                <a:latin typeface="Times New Roman"/>
                <a:cs typeface="Times New Roman"/>
              </a:rPr>
              <a:t> </a:t>
            </a:r>
            <a:r>
              <a:rPr sz="1200" b="1" spc="-10" dirty="0">
                <a:latin typeface="Times New Roman"/>
                <a:cs typeface="Times New Roman"/>
              </a:rPr>
              <a:t>sub-category:~</a:t>
            </a:r>
            <a:endParaRPr sz="12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648650"/>
            <a:ext cx="5981065" cy="7302500"/>
            <a:chOff x="896937" y="1648650"/>
            <a:chExt cx="5981065" cy="730250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952750" y="1715169"/>
              <a:ext cx="1511173" cy="1236437"/>
            </a:xfrm>
            <a:prstGeom prst="rect">
              <a:avLst/>
            </a:prstGeom>
          </p:spPr>
        </p:pic>
        <p:sp>
          <p:nvSpPr>
            <p:cNvPr id="6" name="object 6"/>
            <p:cNvSpPr/>
            <p:nvPr/>
          </p:nvSpPr>
          <p:spPr>
            <a:xfrm>
              <a:off x="2951226" y="1650238"/>
              <a:ext cx="1514475" cy="1303020"/>
            </a:xfrm>
            <a:custGeom>
              <a:avLst/>
              <a:gdLst/>
              <a:ahLst/>
              <a:cxnLst/>
              <a:rect l="l" t="t" r="r" b="b"/>
              <a:pathLst>
                <a:path w="1514475" h="1303020">
                  <a:moveTo>
                    <a:pt x="0" y="1303020"/>
                  </a:moveTo>
                  <a:lnTo>
                    <a:pt x="1514348" y="1303020"/>
                  </a:lnTo>
                  <a:lnTo>
                    <a:pt x="1514348" y="0"/>
                  </a:lnTo>
                  <a:lnTo>
                    <a:pt x="0" y="0"/>
                  </a:lnTo>
                  <a:lnTo>
                    <a:pt x="0" y="1303020"/>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2790189" y="4648936"/>
              <a:ext cx="3969385" cy="4147842"/>
            </a:xfrm>
            <a:prstGeom prst="rect">
              <a:avLst/>
            </a:prstGeom>
          </p:spPr>
        </p:pic>
        <p:sp>
          <p:nvSpPr>
            <p:cNvPr id="8" name="object 8"/>
            <p:cNvSpPr/>
            <p:nvPr/>
          </p:nvSpPr>
          <p:spPr>
            <a:xfrm>
              <a:off x="2788539" y="4557826"/>
              <a:ext cx="3972560" cy="4300220"/>
            </a:xfrm>
            <a:custGeom>
              <a:avLst/>
              <a:gdLst/>
              <a:ahLst/>
              <a:cxnLst/>
              <a:rect l="l" t="t" r="r" b="b"/>
              <a:pathLst>
                <a:path w="3972559" h="4300220">
                  <a:moveTo>
                    <a:pt x="0" y="4300220"/>
                  </a:moveTo>
                  <a:lnTo>
                    <a:pt x="3972560" y="4300220"/>
                  </a:lnTo>
                  <a:lnTo>
                    <a:pt x="3972560" y="0"/>
                  </a:lnTo>
                  <a:lnTo>
                    <a:pt x="0" y="0"/>
                  </a:lnTo>
                  <a:lnTo>
                    <a:pt x="0" y="4300220"/>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1181481"/>
            <a:ext cx="2928620"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Times New Roman"/>
                <a:cs typeface="Times New Roman"/>
              </a:rPr>
              <a:t>Three-</a:t>
            </a:r>
            <a:r>
              <a:rPr sz="1400" b="1" dirty="0">
                <a:latin typeface="Times New Roman"/>
                <a:cs typeface="Times New Roman"/>
              </a:rPr>
              <a:t>Dot</a:t>
            </a:r>
            <a:r>
              <a:rPr sz="1400" b="1" spc="-5" dirty="0">
                <a:latin typeface="Times New Roman"/>
                <a:cs typeface="Times New Roman"/>
              </a:rPr>
              <a:t> </a:t>
            </a:r>
            <a:r>
              <a:rPr sz="1400" b="1" dirty="0">
                <a:latin typeface="Times New Roman"/>
                <a:cs typeface="Times New Roman"/>
              </a:rPr>
              <a:t>Menu</a:t>
            </a:r>
            <a:r>
              <a:rPr sz="1400" b="1" spc="5" dirty="0">
                <a:latin typeface="Times New Roman"/>
                <a:cs typeface="Times New Roman"/>
              </a:rPr>
              <a:t> </a:t>
            </a:r>
            <a:r>
              <a:rPr sz="1400" b="1" spc="-10" dirty="0">
                <a:latin typeface="Times New Roman"/>
                <a:cs typeface="Times New Roman"/>
              </a:rPr>
              <a:t>(Dropdown</a:t>
            </a:r>
            <a:r>
              <a:rPr sz="1400" b="1" spc="-90" dirty="0">
                <a:latin typeface="Times New Roman"/>
                <a:cs typeface="Times New Roman"/>
              </a:rPr>
              <a:t> </a:t>
            </a:r>
            <a:r>
              <a:rPr sz="1400" b="1" spc="-10" dirty="0">
                <a:latin typeface="Times New Roman"/>
                <a:cs typeface="Times New Roman"/>
              </a:rPr>
              <a:t>Actions)</a:t>
            </a:r>
            <a:r>
              <a:rPr sz="1400" spc="-10" dirty="0">
                <a:latin typeface="Times New Roman"/>
                <a:cs typeface="Times New Roman"/>
              </a:rPr>
              <a:t>:</a:t>
            </a:r>
            <a:endParaRPr sz="1400">
              <a:latin typeface="Times New Roman"/>
              <a:cs typeface="Times New Roman"/>
            </a:endParaRPr>
          </a:p>
        </p:txBody>
      </p:sp>
      <p:sp>
        <p:nvSpPr>
          <p:cNvPr id="10" name="object 10"/>
          <p:cNvSpPr txBox="1"/>
          <p:nvPr/>
        </p:nvSpPr>
        <p:spPr>
          <a:xfrm>
            <a:off x="902017" y="3244468"/>
            <a:ext cx="5806440" cy="1580515"/>
          </a:xfrm>
          <a:prstGeom prst="rect">
            <a:avLst/>
          </a:prstGeom>
        </p:spPr>
        <p:txBody>
          <a:bodyPr vert="horz" wrap="square" lIns="0" tIns="5080" rIns="0" bIns="0" rtlCol="0">
            <a:spAutoFit/>
          </a:bodyPr>
          <a:lstStyle/>
          <a:p>
            <a:pPr marL="12700" marR="5080">
              <a:lnSpc>
                <a:spcPct val="104200"/>
              </a:lnSpc>
              <a:spcBef>
                <a:spcPts val="40"/>
              </a:spcBef>
            </a:pP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row</a:t>
            </a:r>
            <a:r>
              <a:rPr sz="1200" spc="-20" dirty="0">
                <a:latin typeface="Times New Roman"/>
                <a:cs typeface="Times New Roman"/>
              </a:rPr>
              <a:t> </a:t>
            </a:r>
            <a:r>
              <a:rPr sz="1200" dirty="0">
                <a:latin typeface="Times New Roman"/>
                <a:cs typeface="Times New Roman"/>
              </a:rPr>
              <a:t>has</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10" dirty="0">
                <a:latin typeface="Times New Roman"/>
                <a:cs typeface="Times New Roman"/>
              </a:rPr>
              <a:t>three-</a:t>
            </a:r>
            <a:r>
              <a:rPr sz="1200" dirty="0">
                <a:latin typeface="Times New Roman"/>
                <a:cs typeface="Times New Roman"/>
              </a:rPr>
              <a:t>dot</a:t>
            </a:r>
            <a:r>
              <a:rPr sz="1200" spc="-5" dirty="0">
                <a:latin typeface="Times New Roman"/>
                <a:cs typeface="Times New Roman"/>
              </a:rPr>
              <a:t> </a:t>
            </a:r>
            <a:r>
              <a:rPr sz="1200" dirty="0">
                <a:latin typeface="Times New Roman"/>
                <a:cs typeface="Times New Roman"/>
              </a:rPr>
              <a:t>menu</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right.</a:t>
            </a:r>
            <a:r>
              <a:rPr sz="1200" spc="-10" dirty="0">
                <a:latin typeface="Times New Roman"/>
                <a:cs typeface="Times New Roman"/>
              </a:rPr>
              <a:t> </a:t>
            </a:r>
            <a:r>
              <a:rPr sz="1200" dirty="0">
                <a:latin typeface="Times New Roman"/>
                <a:cs typeface="Times New Roman"/>
              </a:rPr>
              <a:t>Clicking</a:t>
            </a:r>
            <a:r>
              <a:rPr sz="1200" spc="-15" dirty="0">
                <a:latin typeface="Times New Roman"/>
                <a:cs typeface="Times New Roman"/>
              </a:rPr>
              <a:t> </a:t>
            </a:r>
            <a:r>
              <a:rPr sz="1200" dirty="0">
                <a:latin typeface="Times New Roman"/>
                <a:cs typeface="Times New Roman"/>
              </a:rPr>
              <a:t>on</a:t>
            </a:r>
            <a:r>
              <a:rPr sz="1200" spc="-1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menu</a:t>
            </a:r>
            <a:r>
              <a:rPr sz="1200" spc="-10" dirty="0">
                <a:latin typeface="Times New Roman"/>
                <a:cs typeface="Times New Roman"/>
              </a:rPr>
              <a:t> </a:t>
            </a:r>
            <a:r>
              <a:rPr sz="1200" dirty="0">
                <a:latin typeface="Times New Roman"/>
                <a:cs typeface="Times New Roman"/>
              </a:rPr>
              <a:t>opens</a:t>
            </a:r>
            <a:r>
              <a:rPr sz="1200" spc="-25"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dropdown</a:t>
            </a:r>
            <a:r>
              <a:rPr sz="1200" spc="-15" dirty="0">
                <a:latin typeface="Times New Roman"/>
                <a:cs typeface="Times New Roman"/>
              </a:rPr>
              <a:t> </a:t>
            </a:r>
            <a:r>
              <a:rPr sz="1200" spc="-20" dirty="0">
                <a:latin typeface="Times New Roman"/>
                <a:cs typeface="Times New Roman"/>
              </a:rPr>
              <a:t>with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following</a:t>
            </a:r>
            <a:r>
              <a:rPr sz="1200" spc="-15"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12700" marR="114935">
              <a:lnSpc>
                <a:spcPct val="103600"/>
              </a:lnSpc>
              <a:spcBef>
                <a:spcPts val="775"/>
              </a:spcBef>
            </a:pPr>
            <a:r>
              <a:rPr sz="1400" b="1" dirty="0">
                <a:latin typeface="Times New Roman"/>
                <a:cs typeface="Times New Roman"/>
              </a:rPr>
              <a:t>Edit</a:t>
            </a:r>
            <a:r>
              <a:rPr sz="1400" b="1" spc="-30" dirty="0">
                <a:latin typeface="Times New Roman"/>
                <a:cs typeface="Times New Roman"/>
              </a:rPr>
              <a:t> </a:t>
            </a:r>
            <a:r>
              <a:rPr sz="1400" b="1" dirty="0">
                <a:latin typeface="Times New Roman"/>
                <a:cs typeface="Times New Roman"/>
              </a:rPr>
              <a:t>&amp;</a:t>
            </a:r>
            <a:r>
              <a:rPr sz="1400" b="1" spc="-60" dirty="0">
                <a:latin typeface="Times New Roman"/>
                <a:cs typeface="Times New Roman"/>
              </a:rPr>
              <a:t> </a:t>
            </a:r>
            <a:r>
              <a:rPr sz="1400" b="1" dirty="0">
                <a:latin typeface="Times New Roman"/>
                <a:cs typeface="Times New Roman"/>
              </a:rPr>
              <a:t>View</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Redirects</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"Edit</a:t>
            </a:r>
            <a:r>
              <a:rPr sz="1200" spc="5" dirty="0">
                <a:latin typeface="Times New Roman"/>
                <a:cs typeface="Times New Roman"/>
              </a:rPr>
              <a:t> </a:t>
            </a:r>
            <a:r>
              <a:rPr sz="1200" spc="-10" dirty="0">
                <a:latin typeface="Times New Roman"/>
                <a:cs typeface="Times New Roman"/>
              </a:rPr>
              <a:t>Sub-</a:t>
            </a:r>
            <a:r>
              <a:rPr sz="1200" dirty="0">
                <a:latin typeface="Times New Roman"/>
                <a:cs typeface="Times New Roman"/>
              </a:rPr>
              <a:t>category"</a:t>
            </a:r>
            <a:r>
              <a:rPr sz="1200" spc="-35"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they</a:t>
            </a:r>
            <a:r>
              <a:rPr sz="1200" spc="-4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spc="-10" dirty="0">
                <a:latin typeface="Times New Roman"/>
                <a:cs typeface="Times New Roman"/>
              </a:rPr>
              <a:t>update Sub-</a:t>
            </a:r>
            <a:r>
              <a:rPr sz="1200" dirty="0">
                <a:latin typeface="Times New Roman"/>
                <a:cs typeface="Times New Roman"/>
              </a:rPr>
              <a:t>category</a:t>
            </a:r>
            <a:r>
              <a:rPr sz="1200" spc="5"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a:lnSpc>
                <a:spcPct val="100000"/>
              </a:lnSpc>
              <a:spcBef>
                <a:spcPts val="840"/>
              </a:spcBef>
            </a:pPr>
            <a:r>
              <a:rPr sz="1400" b="1" dirty="0">
                <a:latin typeface="Times New Roman"/>
                <a:cs typeface="Times New Roman"/>
              </a:rPr>
              <a:t>Delete</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admin</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delete</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selected</a:t>
            </a:r>
            <a:r>
              <a:rPr sz="1200" spc="-5" dirty="0">
                <a:latin typeface="Times New Roman"/>
                <a:cs typeface="Times New Roman"/>
              </a:rPr>
              <a:t> </a:t>
            </a:r>
            <a:r>
              <a:rPr sz="1200" spc="-10" dirty="0">
                <a:latin typeface="Times New Roman"/>
                <a:cs typeface="Times New Roman"/>
              </a:rPr>
              <a:t>Sub-</a:t>
            </a:r>
            <a:r>
              <a:rPr sz="1200" dirty="0">
                <a:latin typeface="Times New Roman"/>
                <a:cs typeface="Times New Roman"/>
              </a:rPr>
              <a:t>category</a:t>
            </a:r>
            <a:r>
              <a:rPr sz="1200" spc="-20"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list.</a:t>
            </a:r>
            <a:endParaRPr sz="1200">
              <a:latin typeface="Times New Roman"/>
              <a:cs typeface="Times New Roman"/>
            </a:endParaRPr>
          </a:p>
          <a:p>
            <a:pPr marL="12700">
              <a:lnSpc>
                <a:spcPct val="100000"/>
              </a:lnSpc>
              <a:spcBef>
                <a:spcPts val="844"/>
              </a:spcBef>
            </a:pPr>
            <a:r>
              <a:rPr sz="1600" b="1" dirty="0">
                <a:latin typeface="Times New Roman"/>
                <a:cs typeface="Times New Roman"/>
              </a:rPr>
              <a:t>Edit</a:t>
            </a:r>
            <a:r>
              <a:rPr sz="1600" b="1" spc="-15" dirty="0">
                <a:latin typeface="Times New Roman"/>
                <a:cs typeface="Times New Roman"/>
              </a:rPr>
              <a:t> </a:t>
            </a:r>
            <a:r>
              <a:rPr sz="1600" b="1" spc="-10" dirty="0">
                <a:latin typeface="Times New Roman"/>
                <a:cs typeface="Times New Roman"/>
              </a:rPr>
              <a:t>Sub-category:~</a:t>
            </a:r>
            <a:endParaRPr sz="16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61644" y="2285174"/>
            <a:ext cx="6850380" cy="6665595"/>
            <a:chOff x="461644" y="2285174"/>
            <a:chExt cx="6850380" cy="666559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64819" y="2342563"/>
              <a:ext cx="6844030" cy="3603195"/>
            </a:xfrm>
            <a:prstGeom prst="rect">
              <a:avLst/>
            </a:prstGeom>
          </p:spPr>
        </p:pic>
        <p:sp>
          <p:nvSpPr>
            <p:cNvPr id="6" name="object 6"/>
            <p:cNvSpPr/>
            <p:nvPr/>
          </p:nvSpPr>
          <p:spPr>
            <a:xfrm>
              <a:off x="463232" y="2286761"/>
              <a:ext cx="6847205" cy="3660775"/>
            </a:xfrm>
            <a:custGeom>
              <a:avLst/>
              <a:gdLst/>
              <a:ahLst/>
              <a:cxnLst/>
              <a:rect l="l" t="t" r="r" b="b"/>
              <a:pathLst>
                <a:path w="6847205" h="3660775">
                  <a:moveTo>
                    <a:pt x="0" y="3660648"/>
                  </a:moveTo>
                  <a:lnTo>
                    <a:pt x="6847205" y="3660648"/>
                  </a:lnTo>
                  <a:lnTo>
                    <a:pt x="6847205" y="0"/>
                  </a:lnTo>
                  <a:lnTo>
                    <a:pt x="0" y="0"/>
                  </a:lnTo>
                  <a:lnTo>
                    <a:pt x="0" y="3660648"/>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1257681"/>
            <a:ext cx="5131435" cy="841375"/>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spc="-10" dirty="0">
                <a:latin typeface="Times New Roman"/>
                <a:cs typeface="Times New Roman"/>
              </a:rPr>
              <a:t>Configuration:</a:t>
            </a:r>
            <a:endParaRPr sz="1600">
              <a:latin typeface="Times New Roman"/>
              <a:cs typeface="Times New Roman"/>
            </a:endParaRPr>
          </a:p>
          <a:p>
            <a:pPr marL="240665" marR="5080">
              <a:lnSpc>
                <a:spcPct val="102899"/>
              </a:lnSpc>
              <a:spcBef>
                <a:spcPts val="1535"/>
              </a:spcBef>
            </a:pP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Configuration</a:t>
            </a:r>
            <a:r>
              <a:rPr sz="1200" b="1" spc="-30" dirty="0">
                <a:latin typeface="Times New Roman"/>
                <a:cs typeface="Times New Roman"/>
              </a:rPr>
              <a:t> </a:t>
            </a:r>
            <a:r>
              <a:rPr sz="1200" dirty="0">
                <a:latin typeface="Times New Roman"/>
                <a:cs typeface="Times New Roman"/>
              </a:rPr>
              <a:t>tab</a:t>
            </a:r>
            <a:r>
              <a:rPr sz="1200" spc="-30" dirty="0">
                <a:latin typeface="Times New Roman"/>
                <a:cs typeface="Times New Roman"/>
              </a:rPr>
              <a:t> </a:t>
            </a:r>
            <a:r>
              <a:rPr sz="1200" dirty="0">
                <a:latin typeface="Times New Roman"/>
                <a:cs typeface="Times New Roman"/>
              </a:rPr>
              <a:t>allows</a:t>
            </a:r>
            <a:r>
              <a:rPr sz="1200" spc="-4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sz="1200" dirty="0">
                <a:latin typeface="Times New Roman"/>
                <a:cs typeface="Times New Roman"/>
              </a:rPr>
              <a:t>specific</a:t>
            </a:r>
            <a:r>
              <a:rPr sz="1200" spc="-25" dirty="0">
                <a:latin typeface="Times New Roman"/>
                <a:cs typeface="Times New Roman"/>
              </a:rPr>
              <a:t> </a:t>
            </a:r>
            <a:r>
              <a:rPr sz="1200" dirty="0">
                <a:latin typeface="Times New Roman"/>
                <a:cs typeface="Times New Roman"/>
              </a:rPr>
              <a:t>settings</a:t>
            </a:r>
            <a:r>
              <a:rPr sz="1200" spc="-40" dirty="0">
                <a:latin typeface="Times New Roman"/>
                <a:cs typeface="Times New Roman"/>
              </a:rPr>
              <a:t> </a:t>
            </a:r>
            <a:r>
              <a:rPr sz="1200" dirty="0">
                <a:latin typeface="Times New Roman"/>
                <a:cs typeface="Times New Roman"/>
              </a:rPr>
              <a:t>related</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10" dirty="0">
                <a:latin typeface="Times New Roman"/>
                <a:cs typeface="Times New Roman"/>
              </a:rPr>
              <a:t>email </a:t>
            </a:r>
            <a:r>
              <a:rPr sz="1200" dirty="0">
                <a:latin typeface="Times New Roman"/>
                <a:cs typeface="Times New Roman"/>
              </a:rPr>
              <a:t>verification</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spc="-10" dirty="0">
                <a:latin typeface="Times New Roman"/>
                <a:cs typeface="Times New Roman"/>
              </a:rPr>
              <a:t>communication.</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31165" y="2183701"/>
            <a:ext cx="6887209" cy="6767195"/>
            <a:chOff x="431165" y="2183701"/>
            <a:chExt cx="6887209" cy="676719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98848" y="2186813"/>
              <a:ext cx="6816351" cy="3131693"/>
            </a:xfrm>
            <a:prstGeom prst="rect">
              <a:avLst/>
            </a:prstGeom>
          </p:spPr>
        </p:pic>
        <p:sp>
          <p:nvSpPr>
            <p:cNvPr id="6" name="object 6"/>
            <p:cNvSpPr/>
            <p:nvPr/>
          </p:nvSpPr>
          <p:spPr>
            <a:xfrm>
              <a:off x="432752" y="2185289"/>
              <a:ext cx="6884034" cy="3134995"/>
            </a:xfrm>
            <a:custGeom>
              <a:avLst/>
              <a:gdLst/>
              <a:ahLst/>
              <a:cxnLst/>
              <a:rect l="l" t="t" r="r" b="b"/>
              <a:pathLst>
                <a:path w="6884034" h="3134995">
                  <a:moveTo>
                    <a:pt x="0" y="3134867"/>
                  </a:moveTo>
                  <a:lnTo>
                    <a:pt x="6884034" y="3134867"/>
                  </a:lnTo>
                  <a:lnTo>
                    <a:pt x="6884034" y="0"/>
                  </a:lnTo>
                  <a:lnTo>
                    <a:pt x="0" y="0"/>
                  </a:lnTo>
                  <a:lnTo>
                    <a:pt x="0" y="3134867"/>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5518785" cy="1227455"/>
          </a:xfrm>
          <a:prstGeom prst="rect">
            <a:avLst/>
          </a:prstGeom>
        </p:spPr>
        <p:txBody>
          <a:bodyPr vert="horz" wrap="square" lIns="0" tIns="12700" rIns="0" bIns="0" rtlCol="0">
            <a:spAutoFit/>
          </a:bodyPr>
          <a:lstStyle/>
          <a:p>
            <a:pPr marL="12700" algn="just">
              <a:lnSpc>
                <a:spcPct val="100000"/>
              </a:lnSpc>
              <a:spcBef>
                <a:spcPts val="100"/>
              </a:spcBef>
            </a:pPr>
            <a:r>
              <a:rPr sz="1600" b="1" dirty="0">
                <a:latin typeface="Times New Roman"/>
                <a:cs typeface="Times New Roman"/>
              </a:rPr>
              <a:t>Reports</a:t>
            </a:r>
            <a:r>
              <a:rPr sz="1600" b="1" spc="-3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a:lnSpc>
                <a:spcPct val="100000"/>
              </a:lnSpc>
              <a:spcBef>
                <a:spcPts val="1225"/>
              </a:spcBef>
            </a:pPr>
            <a:endParaRPr sz="1600">
              <a:latin typeface="Times New Roman"/>
              <a:cs typeface="Times New Roman"/>
            </a:endParaRPr>
          </a:p>
          <a:p>
            <a:pPr marL="12700" marR="5080" algn="just">
              <a:lnSpc>
                <a:spcPct val="103600"/>
              </a:lnSpc>
            </a:pPr>
            <a:r>
              <a:rPr sz="1200" dirty="0">
                <a:latin typeface="Times New Roman"/>
                <a:cs typeface="Times New Roman"/>
              </a:rPr>
              <a:t>The</a:t>
            </a:r>
            <a:r>
              <a:rPr sz="1200" spc="-15" dirty="0">
                <a:latin typeface="Times New Roman"/>
                <a:cs typeface="Times New Roman"/>
              </a:rPr>
              <a:t> </a:t>
            </a:r>
            <a:r>
              <a:rPr sz="1200" b="1" dirty="0">
                <a:latin typeface="Times New Roman"/>
                <a:cs typeface="Times New Roman"/>
              </a:rPr>
              <a:t>Reports</a:t>
            </a:r>
            <a:r>
              <a:rPr sz="1200" b="1" spc="-30" dirty="0">
                <a:latin typeface="Times New Roman"/>
                <a:cs typeface="Times New Roman"/>
              </a:rPr>
              <a:t> </a:t>
            </a:r>
            <a:r>
              <a:rPr sz="1200" b="1" dirty="0">
                <a:latin typeface="Times New Roman"/>
                <a:cs typeface="Times New Roman"/>
              </a:rPr>
              <a:t>Section</a:t>
            </a:r>
            <a:r>
              <a:rPr sz="1200" b="1" spc="-25" dirty="0">
                <a:latin typeface="Times New Roman"/>
                <a:cs typeface="Times New Roman"/>
              </a:rPr>
              <a:t> </a:t>
            </a:r>
            <a:r>
              <a:rPr sz="1200" dirty="0">
                <a:latin typeface="Times New Roman"/>
                <a:cs typeface="Times New Roman"/>
              </a:rPr>
              <a:t>allows</a:t>
            </a:r>
            <a:r>
              <a:rPr sz="1200" spc="-25" dirty="0">
                <a:latin typeface="Times New Roman"/>
                <a:cs typeface="Times New Roman"/>
              </a:rPr>
              <a:t> </a:t>
            </a:r>
            <a:r>
              <a:rPr sz="1200" dirty="0">
                <a:latin typeface="Times New Roman"/>
                <a:cs typeface="Times New Roman"/>
              </a:rPr>
              <a:t>admins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filter</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specific</a:t>
            </a:r>
            <a:r>
              <a:rPr sz="1200" spc="-15" dirty="0">
                <a:latin typeface="Times New Roman"/>
                <a:cs typeface="Times New Roman"/>
              </a:rPr>
              <a:t> </a:t>
            </a:r>
            <a:r>
              <a:rPr sz="1200" spc="-10" dirty="0">
                <a:latin typeface="Times New Roman"/>
                <a:cs typeface="Times New Roman"/>
              </a:rPr>
              <a:t>criteria.</a:t>
            </a:r>
            <a:r>
              <a:rPr sz="1200" spc="-65" dirty="0">
                <a:latin typeface="Times New Roman"/>
                <a:cs typeface="Times New Roman"/>
              </a:rPr>
              <a:t> </a:t>
            </a:r>
            <a:r>
              <a:rPr sz="1200" spc="-20" dirty="0">
                <a:latin typeface="Times New Roman"/>
                <a:cs typeface="Times New Roman"/>
              </a:rPr>
              <a:t>This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includes</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panel</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top</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below</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display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filtered</a:t>
            </a:r>
            <a:r>
              <a:rPr sz="1200" spc="-25" dirty="0">
                <a:latin typeface="Times New Roman"/>
                <a:cs typeface="Times New Roman"/>
              </a:rPr>
              <a:t> </a:t>
            </a:r>
            <a:r>
              <a:rPr sz="1200" spc="-10" dirty="0">
                <a:latin typeface="Times New Roman"/>
                <a:cs typeface="Times New Roman"/>
              </a:rPr>
              <a:t>report details.</a:t>
            </a:r>
            <a:endParaRPr sz="1200">
              <a:latin typeface="Times New Roman"/>
              <a:cs typeface="Times New Roman"/>
            </a:endParaRPr>
          </a:p>
        </p:txBody>
      </p:sp>
      <p:sp>
        <p:nvSpPr>
          <p:cNvPr id="8" name="object 8"/>
          <p:cNvSpPr txBox="1"/>
          <p:nvPr/>
        </p:nvSpPr>
        <p:spPr>
          <a:xfrm>
            <a:off x="902017" y="5609590"/>
            <a:ext cx="5939155" cy="310261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Filter</a:t>
            </a:r>
            <a:r>
              <a:rPr sz="1400" b="1" spc="-65" dirty="0">
                <a:latin typeface="Times New Roman"/>
                <a:cs typeface="Times New Roman"/>
              </a:rPr>
              <a:t> </a:t>
            </a:r>
            <a:r>
              <a:rPr sz="1400" b="1" spc="-10" dirty="0">
                <a:latin typeface="Times New Roman"/>
                <a:cs typeface="Times New Roman"/>
              </a:rPr>
              <a:t>Panel:</a:t>
            </a:r>
            <a:endParaRPr sz="1400">
              <a:latin typeface="Times New Roman"/>
              <a:cs typeface="Times New Roman"/>
            </a:endParaRPr>
          </a:p>
          <a:p>
            <a:pPr marL="12700" marR="5080">
              <a:lnSpc>
                <a:spcPct val="104200"/>
              </a:lnSpc>
              <a:spcBef>
                <a:spcPts val="80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upper</a:t>
            </a:r>
            <a:r>
              <a:rPr sz="1200" spc="-20"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contains</a:t>
            </a:r>
            <a:r>
              <a:rPr sz="1200" spc="-30" dirty="0">
                <a:latin typeface="Times New Roman"/>
                <a:cs typeface="Times New Roman"/>
              </a:rPr>
              <a:t> </a:t>
            </a:r>
            <a:r>
              <a:rPr sz="1200" dirty="0">
                <a:latin typeface="Times New Roman"/>
                <a:cs typeface="Times New Roman"/>
              </a:rPr>
              <a:t>filters</a:t>
            </a:r>
            <a:r>
              <a:rPr sz="1200" spc="-35"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allow</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narrow</a:t>
            </a:r>
            <a:r>
              <a:rPr sz="1200" spc="-35" dirty="0">
                <a:latin typeface="Times New Roman"/>
                <a:cs typeface="Times New Roman"/>
              </a:rPr>
              <a:t> </a:t>
            </a:r>
            <a:r>
              <a:rPr sz="1200" dirty="0">
                <a:latin typeface="Times New Roman"/>
                <a:cs typeface="Times New Roman"/>
              </a:rPr>
              <a:t>down</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report</a:t>
            </a:r>
            <a:r>
              <a:rPr sz="1200" spc="-20" dirty="0">
                <a:latin typeface="Times New Roman"/>
                <a:cs typeface="Times New Roman"/>
              </a:rPr>
              <a:t> </a:t>
            </a:r>
            <a:r>
              <a:rPr sz="1200" dirty="0">
                <a:latin typeface="Times New Roman"/>
                <a:cs typeface="Times New Roman"/>
              </a:rPr>
              <a:t>data</a:t>
            </a:r>
            <a:r>
              <a:rPr sz="1200" spc="-35" dirty="0">
                <a:latin typeface="Times New Roman"/>
                <a:cs typeface="Times New Roman"/>
              </a:rPr>
              <a:t>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the </a:t>
            </a:r>
            <a:r>
              <a:rPr sz="1200" dirty="0">
                <a:latin typeface="Times New Roman"/>
                <a:cs typeface="Times New Roman"/>
              </a:rPr>
              <a:t>following</a:t>
            </a:r>
            <a:r>
              <a:rPr sz="1200" spc="-30" dirty="0">
                <a:latin typeface="Times New Roman"/>
                <a:cs typeface="Times New Roman"/>
              </a:rPr>
              <a:t> </a:t>
            </a:r>
            <a:r>
              <a:rPr sz="1200" spc="-10" dirty="0">
                <a:latin typeface="Times New Roman"/>
                <a:cs typeface="Times New Roman"/>
              </a:rPr>
              <a:t>criteria:</a:t>
            </a:r>
            <a:endParaRPr sz="1200">
              <a:latin typeface="Times New Roman"/>
              <a:cs typeface="Times New Roman"/>
            </a:endParaRPr>
          </a:p>
          <a:p>
            <a:pPr marL="12700">
              <a:lnSpc>
                <a:spcPct val="100000"/>
              </a:lnSpc>
              <a:spcBef>
                <a:spcPts val="840"/>
              </a:spcBef>
            </a:pPr>
            <a:r>
              <a:rPr sz="1400" b="1" dirty="0">
                <a:latin typeface="Times New Roman"/>
                <a:cs typeface="Times New Roman"/>
              </a:rPr>
              <a:t>From</a:t>
            </a:r>
            <a:r>
              <a:rPr sz="1400" b="1" spc="-30" dirty="0">
                <a:latin typeface="Times New Roman"/>
                <a:cs typeface="Times New Roman"/>
              </a:rPr>
              <a:t> </a:t>
            </a:r>
            <a:r>
              <a:rPr sz="1400" b="1" dirty="0">
                <a:latin typeface="Times New Roman"/>
                <a:cs typeface="Times New Roman"/>
              </a:rPr>
              <a:t>Date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start</a:t>
            </a:r>
            <a:r>
              <a:rPr sz="1200" spc="-20" dirty="0">
                <a:latin typeface="Times New Roman"/>
                <a:cs typeface="Times New Roman"/>
              </a:rPr>
              <a:t> </a:t>
            </a:r>
            <a:r>
              <a:rPr sz="1200" dirty="0">
                <a:latin typeface="Times New Roman"/>
                <a:cs typeface="Times New Roman"/>
              </a:rPr>
              <a:t>date</a:t>
            </a:r>
            <a:r>
              <a:rPr sz="1200" spc="-2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4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spc="-10" dirty="0">
                <a:latin typeface="Times New Roman"/>
                <a:cs typeface="Times New Roman"/>
              </a:rPr>
              <a:t>range</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400" b="1" spc="-55" dirty="0">
                <a:latin typeface="Times New Roman"/>
                <a:cs typeface="Times New Roman"/>
              </a:rPr>
              <a:t>To</a:t>
            </a:r>
            <a:r>
              <a:rPr sz="1400" b="1" spc="-30" dirty="0">
                <a:latin typeface="Times New Roman"/>
                <a:cs typeface="Times New Roman"/>
              </a:rPr>
              <a:t> </a:t>
            </a:r>
            <a:r>
              <a:rPr sz="1400" b="1" dirty="0">
                <a:latin typeface="Times New Roman"/>
                <a:cs typeface="Times New Roman"/>
              </a:rPr>
              <a:t>Date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end</a:t>
            </a:r>
            <a:r>
              <a:rPr sz="1200" spc="-25" dirty="0">
                <a:latin typeface="Times New Roman"/>
                <a:cs typeface="Times New Roman"/>
              </a:rPr>
              <a:t> </a:t>
            </a:r>
            <a:r>
              <a:rPr sz="1200" dirty="0">
                <a:latin typeface="Times New Roman"/>
                <a:cs typeface="Times New Roman"/>
              </a:rPr>
              <a:t>date</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2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spc="-10" dirty="0">
                <a:latin typeface="Times New Roman"/>
                <a:cs typeface="Times New Roman"/>
              </a:rPr>
              <a:t>range.</a:t>
            </a:r>
            <a:endParaRPr sz="1200">
              <a:latin typeface="Times New Roman"/>
              <a:cs typeface="Times New Roman"/>
            </a:endParaRPr>
          </a:p>
          <a:p>
            <a:pPr marL="12700">
              <a:lnSpc>
                <a:spcPct val="100000"/>
              </a:lnSpc>
              <a:spcBef>
                <a:spcPts val="860"/>
              </a:spcBef>
            </a:pPr>
            <a:r>
              <a:rPr sz="1400" b="1" dirty="0">
                <a:latin typeface="Times New Roman"/>
                <a:cs typeface="Times New Roman"/>
              </a:rPr>
              <a:t>Customer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Select</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whom</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2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being</a:t>
            </a:r>
            <a:r>
              <a:rPr sz="1200" spc="-25" dirty="0">
                <a:latin typeface="Times New Roman"/>
                <a:cs typeface="Times New Roman"/>
              </a:rPr>
              <a:t> </a:t>
            </a:r>
            <a:r>
              <a:rPr sz="1200" spc="-10" dirty="0">
                <a:latin typeface="Times New Roman"/>
                <a:cs typeface="Times New Roman"/>
              </a:rPr>
              <a:t>generated.</a:t>
            </a:r>
            <a:endParaRPr sz="1200">
              <a:latin typeface="Times New Roman"/>
              <a:cs typeface="Times New Roman"/>
            </a:endParaRPr>
          </a:p>
          <a:p>
            <a:pPr marL="12700">
              <a:lnSpc>
                <a:spcPct val="100000"/>
              </a:lnSpc>
              <a:spcBef>
                <a:spcPts val="865"/>
              </a:spcBef>
            </a:pPr>
            <a:r>
              <a:rPr sz="1400" b="1" dirty="0">
                <a:latin typeface="Times New Roman"/>
                <a:cs typeface="Times New Roman"/>
              </a:rPr>
              <a:t>User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Select</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whose</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you</a:t>
            </a:r>
            <a:r>
              <a:rPr sz="1200" spc="-20" dirty="0">
                <a:latin typeface="Times New Roman"/>
                <a:cs typeface="Times New Roman"/>
              </a:rPr>
              <a:t> </a:t>
            </a:r>
            <a:r>
              <a:rPr sz="1200" dirty="0">
                <a:latin typeface="Times New Roman"/>
                <a:cs typeface="Times New Roman"/>
              </a:rPr>
              <a:t>want</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include</a:t>
            </a:r>
            <a:r>
              <a:rPr sz="1200" spc="-1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report.</a:t>
            </a:r>
            <a:endParaRPr sz="1200">
              <a:latin typeface="Times New Roman"/>
              <a:cs typeface="Times New Roman"/>
            </a:endParaRPr>
          </a:p>
          <a:p>
            <a:pPr marL="12700" marR="243204">
              <a:lnSpc>
                <a:spcPct val="102800"/>
              </a:lnSpc>
              <a:spcBef>
                <a:spcPts val="820"/>
              </a:spcBef>
            </a:pP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selecting</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appropriate</a:t>
            </a:r>
            <a:r>
              <a:rPr sz="1200" spc="-15" dirty="0">
                <a:latin typeface="Times New Roman"/>
                <a:cs typeface="Times New Roman"/>
              </a:rPr>
              <a:t> </a:t>
            </a:r>
            <a:r>
              <a:rPr sz="1200" dirty="0">
                <a:latin typeface="Times New Roman"/>
                <a:cs typeface="Times New Roman"/>
              </a:rPr>
              <a:t>filters,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below</a:t>
            </a:r>
            <a:r>
              <a:rPr sz="1200" spc="-30"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spc="-10" dirty="0">
                <a:latin typeface="Times New Roman"/>
                <a:cs typeface="Times New Roman"/>
              </a:rPr>
              <a:t>automatically</a:t>
            </a:r>
            <a:r>
              <a:rPr sz="1200" spc="-20" dirty="0">
                <a:latin typeface="Times New Roman"/>
                <a:cs typeface="Times New Roman"/>
              </a:rPr>
              <a:t> </a:t>
            </a:r>
            <a:r>
              <a:rPr sz="1200" dirty="0">
                <a:latin typeface="Times New Roman"/>
                <a:cs typeface="Times New Roman"/>
              </a:rPr>
              <a:t>update</a:t>
            </a:r>
            <a:r>
              <a:rPr sz="1200" spc="-4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show</a:t>
            </a:r>
            <a:r>
              <a:rPr sz="1200" spc="-30" dirty="0">
                <a:latin typeface="Times New Roman"/>
                <a:cs typeface="Times New Roman"/>
              </a:rPr>
              <a:t> </a:t>
            </a:r>
            <a:r>
              <a:rPr sz="1200" spc="-25" dirty="0">
                <a:latin typeface="Times New Roman"/>
                <a:cs typeface="Times New Roman"/>
              </a:rPr>
              <a:t>the </a:t>
            </a:r>
            <a:r>
              <a:rPr sz="1200" dirty="0">
                <a:latin typeface="Times New Roman"/>
                <a:cs typeface="Times New Roman"/>
              </a:rPr>
              <a:t>relevant</a:t>
            </a:r>
            <a:r>
              <a:rPr sz="1200" spc="-4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a:lnSpc>
                <a:spcPct val="100000"/>
              </a:lnSpc>
              <a:spcBef>
                <a:spcPts val="860"/>
              </a:spcBef>
            </a:pPr>
            <a:r>
              <a:rPr sz="1400" b="1" dirty="0">
                <a:latin typeface="Times New Roman"/>
                <a:cs typeface="Times New Roman"/>
              </a:rPr>
              <a:t>Data</a:t>
            </a:r>
            <a:r>
              <a:rPr sz="1400" b="1" spc="-15" dirty="0">
                <a:latin typeface="Times New Roman"/>
                <a:cs typeface="Times New Roman"/>
              </a:rPr>
              <a:t> </a:t>
            </a:r>
            <a:r>
              <a:rPr sz="1400" b="1" spc="-20" dirty="0">
                <a:latin typeface="Times New Roman"/>
                <a:cs typeface="Times New Roman"/>
              </a:rPr>
              <a:t>Grid:</a:t>
            </a:r>
            <a:endParaRPr sz="1400">
              <a:latin typeface="Times New Roman"/>
              <a:cs typeface="Times New Roman"/>
            </a:endParaRPr>
          </a:p>
          <a:p>
            <a:pPr marL="12700">
              <a:lnSpc>
                <a:spcPct val="100000"/>
              </a:lnSpc>
              <a:spcBef>
                <a:spcPts val="840"/>
              </a:spcBef>
            </a:pP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Data</a:t>
            </a:r>
            <a:r>
              <a:rPr sz="1200" b="1" spc="-30" dirty="0">
                <a:latin typeface="Times New Roman"/>
                <a:cs typeface="Times New Roman"/>
              </a:rPr>
              <a:t> </a:t>
            </a:r>
            <a:r>
              <a:rPr sz="1200" b="1" dirty="0">
                <a:latin typeface="Times New Roman"/>
                <a:cs typeface="Times New Roman"/>
              </a:rPr>
              <a:t>Grid</a:t>
            </a:r>
            <a:r>
              <a:rPr sz="1200" b="1" spc="-30" dirty="0">
                <a:latin typeface="Times New Roman"/>
                <a:cs typeface="Times New Roman"/>
              </a:rPr>
              <a:t> </a:t>
            </a:r>
            <a:r>
              <a:rPr sz="1200" dirty="0">
                <a:latin typeface="Times New Roman"/>
                <a:cs typeface="Times New Roman"/>
              </a:rPr>
              <a:t>below</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section</a:t>
            </a:r>
            <a:r>
              <a:rPr sz="1200" spc="-30" dirty="0">
                <a:latin typeface="Times New Roman"/>
                <a:cs typeface="Times New Roman"/>
              </a:rPr>
              <a:t> </a:t>
            </a: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following</a:t>
            </a:r>
            <a:r>
              <a:rPr sz="1200" spc="-30"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655510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marL="12700" marR="1279525">
              <a:lnSpc>
                <a:spcPct val="151200"/>
              </a:lnSpc>
              <a:spcBef>
                <a:spcPts val="1300"/>
              </a:spcBef>
            </a:pPr>
            <a:r>
              <a:rPr sz="1400" b="1" dirty="0">
                <a:latin typeface="Times New Roman"/>
                <a:cs typeface="Times New Roman"/>
              </a:rPr>
              <a:t>Customer</a:t>
            </a:r>
            <a:r>
              <a:rPr sz="1400" b="1" spc="-55" dirty="0">
                <a:latin typeface="Times New Roman"/>
                <a:cs typeface="Times New Roman"/>
              </a:rPr>
              <a:t> </a:t>
            </a:r>
            <a:r>
              <a:rPr sz="1400" b="1" dirty="0">
                <a:latin typeface="Times New Roman"/>
                <a:cs typeface="Times New Roman"/>
              </a:rPr>
              <a:t>Name</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name</a:t>
            </a:r>
            <a:r>
              <a:rPr sz="1200" spc="-3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dirty="0">
                <a:latin typeface="Times New Roman"/>
                <a:cs typeface="Times New Roman"/>
              </a:rPr>
              <a:t>associated</a:t>
            </a:r>
            <a:r>
              <a:rPr sz="1200" spc="-35"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ticket. </a:t>
            </a:r>
            <a:r>
              <a:rPr sz="1400" b="1" dirty="0">
                <a:latin typeface="Times New Roman"/>
                <a:cs typeface="Times New Roman"/>
              </a:rPr>
              <a:t>Status</a:t>
            </a:r>
            <a:r>
              <a:rPr sz="1400" dirty="0">
                <a:latin typeface="Times New Roman"/>
                <a:cs typeface="Times New Roman"/>
              </a:rPr>
              <a:t>:</a:t>
            </a:r>
            <a:r>
              <a:rPr sz="1400" spc="3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current</a:t>
            </a:r>
            <a:r>
              <a:rPr sz="1200" spc="-15"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which</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one</a:t>
            </a:r>
            <a:r>
              <a:rPr sz="1200" spc="-1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following: </a:t>
            </a:r>
            <a:r>
              <a:rPr sz="1200" spc="-20"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Progress</a:t>
            </a:r>
            <a:endParaRPr sz="1200">
              <a:latin typeface="Times New Roman"/>
              <a:cs typeface="Times New Roman"/>
            </a:endParaRPr>
          </a:p>
          <a:p>
            <a:pPr marL="12700" marR="5524500">
              <a:lnSpc>
                <a:spcPts val="2300"/>
              </a:lnSpc>
              <a:spcBef>
                <a:spcPts val="200"/>
              </a:spcBef>
            </a:pPr>
            <a:r>
              <a:rPr sz="1200" spc="-20" dirty="0">
                <a:latin typeface="Times New Roman"/>
                <a:cs typeface="Times New Roman"/>
              </a:rPr>
              <a:t>Open </a:t>
            </a:r>
            <a:r>
              <a:rPr sz="1200" spc="-10" dirty="0">
                <a:latin typeface="Times New Roman"/>
                <a:cs typeface="Times New Roman"/>
              </a:rPr>
              <a:t>Solved</a:t>
            </a:r>
            <a:endParaRPr sz="1200">
              <a:latin typeface="Times New Roman"/>
              <a:cs typeface="Times New Roman"/>
            </a:endParaRPr>
          </a:p>
          <a:p>
            <a:pPr marL="12700">
              <a:lnSpc>
                <a:spcPct val="100000"/>
              </a:lnSpc>
              <a:spcBef>
                <a:spcPts val="620"/>
              </a:spcBef>
            </a:pPr>
            <a:r>
              <a:rPr sz="1200" spc="-10" dirty="0">
                <a:latin typeface="Times New Roman"/>
                <a:cs typeface="Times New Roman"/>
              </a:rPr>
              <a:t>Escalated</a:t>
            </a:r>
            <a:endParaRPr sz="1200">
              <a:latin typeface="Times New Roman"/>
              <a:cs typeface="Times New Roman"/>
            </a:endParaRPr>
          </a:p>
          <a:p>
            <a:pPr marL="12700">
              <a:lnSpc>
                <a:spcPct val="100000"/>
              </a:lnSpc>
              <a:spcBef>
                <a:spcPts val="860"/>
              </a:spcBef>
            </a:pPr>
            <a:r>
              <a:rPr sz="1400" b="1" dirty="0">
                <a:latin typeface="Times New Roman"/>
                <a:cs typeface="Times New Roman"/>
              </a:rPr>
              <a:t>Ticket</a:t>
            </a:r>
            <a:r>
              <a:rPr sz="1400" b="1" spc="-55" dirty="0">
                <a:latin typeface="Times New Roman"/>
                <a:cs typeface="Times New Roman"/>
              </a:rPr>
              <a:t> </a:t>
            </a:r>
            <a:r>
              <a:rPr sz="1400" b="1" dirty="0">
                <a:latin typeface="Times New Roman"/>
                <a:cs typeface="Times New Roman"/>
              </a:rPr>
              <a:t>Number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support</a:t>
            </a:r>
            <a:r>
              <a:rPr sz="1200" spc="-2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2700">
              <a:lnSpc>
                <a:spcPct val="100000"/>
              </a:lnSpc>
              <a:spcBef>
                <a:spcPts val="840"/>
              </a:spcBef>
            </a:pPr>
            <a:r>
              <a:rPr sz="1400" b="1" spc="-10" dirty="0">
                <a:latin typeface="Times New Roman"/>
                <a:cs typeface="Times New Roman"/>
              </a:rPr>
              <a:t>Subject</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brief</a:t>
            </a:r>
            <a:r>
              <a:rPr sz="1200" spc="-20" dirty="0">
                <a:latin typeface="Times New Roman"/>
                <a:cs typeface="Times New Roman"/>
              </a:rPr>
              <a:t> </a:t>
            </a:r>
            <a:r>
              <a:rPr sz="1200" dirty="0">
                <a:latin typeface="Times New Roman"/>
                <a:cs typeface="Times New Roman"/>
              </a:rPr>
              <a:t>description</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subject</a:t>
            </a:r>
            <a:r>
              <a:rPr sz="1200" spc="-1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ticket.</a:t>
            </a:r>
            <a:endParaRPr sz="1200">
              <a:latin typeface="Times New Roman"/>
              <a:cs typeface="Times New Roman"/>
            </a:endParaRPr>
          </a:p>
          <a:p>
            <a:pPr marL="12700">
              <a:lnSpc>
                <a:spcPct val="100000"/>
              </a:lnSpc>
              <a:spcBef>
                <a:spcPts val="865"/>
              </a:spcBef>
            </a:pPr>
            <a:r>
              <a:rPr sz="1400" b="1" dirty="0">
                <a:latin typeface="Times New Roman"/>
                <a:cs typeface="Times New Roman"/>
              </a:rPr>
              <a:t>Working</a:t>
            </a:r>
            <a:r>
              <a:rPr sz="1400" b="1" spc="-30" dirty="0">
                <a:latin typeface="Times New Roman"/>
                <a:cs typeface="Times New Roman"/>
              </a:rPr>
              <a:t> </a:t>
            </a:r>
            <a:r>
              <a:rPr sz="1400" b="1" dirty="0">
                <a:latin typeface="Times New Roman"/>
                <a:cs typeface="Times New Roman"/>
              </a:rPr>
              <a:t>User</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who</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currently</a:t>
            </a:r>
            <a:r>
              <a:rPr sz="1200" spc="-30" dirty="0">
                <a:latin typeface="Times New Roman"/>
                <a:cs typeface="Times New Roman"/>
              </a:rPr>
              <a:t> </a:t>
            </a:r>
            <a:r>
              <a:rPr sz="1200" dirty="0">
                <a:latin typeface="Times New Roman"/>
                <a:cs typeface="Times New Roman"/>
              </a:rPr>
              <a:t>assigned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worked</a:t>
            </a:r>
            <a:r>
              <a:rPr sz="1200" spc="-25"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spc="-25" dirty="0">
                <a:latin typeface="Times New Roman"/>
                <a:cs typeface="Times New Roman"/>
              </a:rPr>
              <a:t>it.</a:t>
            </a:r>
            <a:endParaRPr sz="1200">
              <a:latin typeface="Times New Roman"/>
              <a:cs typeface="Times New Roman"/>
            </a:endParaRPr>
          </a:p>
          <a:p>
            <a:pPr marL="12700">
              <a:lnSpc>
                <a:spcPct val="100000"/>
              </a:lnSpc>
              <a:spcBef>
                <a:spcPts val="860"/>
              </a:spcBef>
            </a:pPr>
            <a:r>
              <a:rPr sz="1400" b="1" spc="-30" dirty="0">
                <a:latin typeface="Times New Roman"/>
                <a:cs typeface="Times New Roman"/>
              </a:rPr>
              <a:t>Total</a:t>
            </a:r>
            <a:r>
              <a:rPr sz="1400" b="1" spc="-60" dirty="0">
                <a:latin typeface="Times New Roman"/>
                <a:cs typeface="Times New Roman"/>
              </a:rPr>
              <a:t> </a:t>
            </a:r>
            <a:r>
              <a:rPr sz="1400" b="1" dirty="0">
                <a:latin typeface="Times New Roman"/>
                <a:cs typeface="Times New Roman"/>
              </a:rPr>
              <a:t>Working</a:t>
            </a:r>
            <a:r>
              <a:rPr sz="1400" b="1" spc="-35" dirty="0">
                <a:latin typeface="Times New Roman"/>
                <a:cs typeface="Times New Roman"/>
              </a:rPr>
              <a:t> </a:t>
            </a:r>
            <a:r>
              <a:rPr sz="1400" b="1" dirty="0">
                <a:latin typeface="Times New Roman"/>
                <a:cs typeface="Times New Roman"/>
              </a:rPr>
              <a:t>Hours</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total</a:t>
            </a:r>
            <a:r>
              <a:rPr sz="1200" spc="-20" dirty="0">
                <a:latin typeface="Times New Roman"/>
                <a:cs typeface="Times New Roman"/>
              </a:rPr>
              <a:t> </a:t>
            </a:r>
            <a:r>
              <a:rPr sz="1200" dirty="0">
                <a:latin typeface="Times New Roman"/>
                <a:cs typeface="Times New Roman"/>
              </a:rPr>
              <a:t>time</a:t>
            </a:r>
            <a:r>
              <a:rPr sz="1200" spc="-40" dirty="0">
                <a:latin typeface="Times New Roman"/>
                <a:cs typeface="Times New Roman"/>
              </a:rPr>
              <a:t> </a:t>
            </a:r>
            <a:r>
              <a:rPr sz="1200" dirty="0">
                <a:latin typeface="Times New Roman"/>
                <a:cs typeface="Times New Roman"/>
              </a:rPr>
              <a:t>spent</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working</a:t>
            </a:r>
            <a:r>
              <a:rPr sz="1200" spc="-3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2700">
              <a:lnSpc>
                <a:spcPct val="100000"/>
              </a:lnSpc>
              <a:spcBef>
                <a:spcPts val="860"/>
              </a:spcBef>
            </a:pPr>
            <a:r>
              <a:rPr sz="1400" b="1" dirty="0">
                <a:latin typeface="Times New Roman"/>
                <a:cs typeface="Times New Roman"/>
              </a:rPr>
              <a:t>Priority</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priority</a:t>
            </a:r>
            <a:r>
              <a:rPr sz="1200" spc="-25" dirty="0">
                <a:latin typeface="Times New Roman"/>
                <a:cs typeface="Times New Roman"/>
              </a:rPr>
              <a:t> </a:t>
            </a:r>
            <a:r>
              <a:rPr sz="1200" dirty="0">
                <a:latin typeface="Times New Roman"/>
                <a:cs typeface="Times New Roman"/>
              </a:rPr>
              <a:t>level</a:t>
            </a:r>
            <a:r>
              <a:rPr sz="1200" spc="-1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r>
              <a:rPr sz="1200" spc="-40" dirty="0">
                <a:latin typeface="Times New Roman"/>
                <a:cs typeface="Times New Roman"/>
              </a:rPr>
              <a:t> </a:t>
            </a:r>
            <a:r>
              <a:rPr sz="1200" dirty="0">
                <a:latin typeface="Times New Roman"/>
                <a:cs typeface="Times New Roman"/>
              </a:rPr>
              <a:t>(e.g.,</a:t>
            </a:r>
            <a:r>
              <a:rPr sz="1200" spc="-25" dirty="0">
                <a:latin typeface="Times New Roman"/>
                <a:cs typeface="Times New Roman"/>
              </a:rPr>
              <a:t> </a:t>
            </a:r>
            <a:r>
              <a:rPr sz="1200" spc="-10" dirty="0">
                <a:latin typeface="Times New Roman"/>
                <a:cs typeface="Times New Roman"/>
              </a:rPr>
              <a:t>Low,</a:t>
            </a:r>
            <a:r>
              <a:rPr sz="1200" spc="-25" dirty="0">
                <a:latin typeface="Times New Roman"/>
                <a:cs typeface="Times New Roman"/>
              </a:rPr>
              <a:t> </a:t>
            </a:r>
            <a:r>
              <a:rPr sz="1200" dirty="0">
                <a:latin typeface="Times New Roman"/>
                <a:cs typeface="Times New Roman"/>
              </a:rPr>
              <a:t>Medium,</a:t>
            </a:r>
            <a:r>
              <a:rPr sz="1200" spc="-20" dirty="0">
                <a:latin typeface="Times New Roman"/>
                <a:cs typeface="Times New Roman"/>
              </a:rPr>
              <a:t> </a:t>
            </a:r>
            <a:r>
              <a:rPr sz="1200" spc="-10" dirty="0">
                <a:latin typeface="Times New Roman"/>
                <a:cs typeface="Times New Roman"/>
              </a:rPr>
              <a:t>High).</a:t>
            </a:r>
            <a:endParaRPr sz="1200">
              <a:latin typeface="Times New Roman"/>
              <a:cs typeface="Times New Roman"/>
            </a:endParaRPr>
          </a:p>
          <a:p>
            <a:pPr marL="12700">
              <a:lnSpc>
                <a:spcPct val="100000"/>
              </a:lnSpc>
              <a:spcBef>
                <a:spcPts val="860"/>
              </a:spcBef>
            </a:pPr>
            <a:r>
              <a:rPr sz="1400" b="1" dirty="0">
                <a:latin typeface="Times New Roman"/>
                <a:cs typeface="Times New Roman"/>
              </a:rPr>
              <a:t>Search</a:t>
            </a:r>
            <a:r>
              <a:rPr sz="1400" b="1" spc="-35" dirty="0">
                <a:latin typeface="Times New Roman"/>
                <a:cs typeface="Times New Roman"/>
              </a:rPr>
              <a:t> </a:t>
            </a:r>
            <a:r>
              <a:rPr sz="1400" b="1" dirty="0">
                <a:latin typeface="Times New Roman"/>
                <a:cs typeface="Times New Roman"/>
              </a:rPr>
              <a:t>and</a:t>
            </a:r>
            <a:r>
              <a:rPr sz="1400" b="1" spc="-45" dirty="0">
                <a:latin typeface="Times New Roman"/>
                <a:cs typeface="Times New Roman"/>
              </a:rPr>
              <a:t> </a:t>
            </a:r>
            <a:r>
              <a:rPr sz="1400" b="1" dirty="0">
                <a:latin typeface="Times New Roman"/>
                <a:cs typeface="Times New Roman"/>
              </a:rPr>
              <a:t>Filter</a:t>
            </a:r>
            <a:r>
              <a:rPr sz="1400" b="1" spc="-55" dirty="0">
                <a:latin typeface="Times New Roman"/>
                <a:cs typeface="Times New Roman"/>
              </a:rPr>
              <a:t> </a:t>
            </a:r>
            <a:r>
              <a:rPr sz="1400" b="1" spc="-10" dirty="0">
                <a:latin typeface="Times New Roman"/>
                <a:cs typeface="Times New Roman"/>
              </a:rPr>
              <a:t>Options:</a:t>
            </a:r>
            <a:endParaRPr sz="1400">
              <a:latin typeface="Times New Roman"/>
              <a:cs typeface="Times New Roman"/>
            </a:endParaRPr>
          </a:p>
          <a:p>
            <a:pPr marL="12700" marR="128905">
              <a:lnSpc>
                <a:spcPct val="103600"/>
              </a:lnSpc>
              <a:spcBef>
                <a:spcPts val="800"/>
              </a:spcBef>
            </a:pPr>
            <a:r>
              <a:rPr sz="1400" b="1" dirty="0">
                <a:latin typeface="Times New Roman"/>
                <a:cs typeface="Times New Roman"/>
              </a:rPr>
              <a:t>Search</a:t>
            </a:r>
            <a:r>
              <a:rPr sz="1400" dirty="0">
                <a:latin typeface="Times New Roman"/>
                <a:cs typeface="Times New Roman"/>
              </a:rPr>
              <a:t>:</a:t>
            </a:r>
            <a:r>
              <a:rPr sz="1400" spc="-4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search</a:t>
            </a:r>
            <a:r>
              <a:rPr sz="1200" spc="-30" dirty="0">
                <a:latin typeface="Times New Roman"/>
                <a:cs typeface="Times New Roman"/>
              </a:rPr>
              <a:t> </a:t>
            </a:r>
            <a:r>
              <a:rPr sz="1200" dirty="0">
                <a:latin typeface="Times New Roman"/>
                <a:cs typeface="Times New Roman"/>
              </a:rPr>
              <a:t>field</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provided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quickly</a:t>
            </a:r>
            <a:r>
              <a:rPr sz="1200" spc="-25" dirty="0">
                <a:latin typeface="Times New Roman"/>
                <a:cs typeface="Times New Roman"/>
              </a:rPr>
              <a:t> </a:t>
            </a:r>
            <a:r>
              <a:rPr sz="1200" dirty="0">
                <a:latin typeface="Times New Roman"/>
                <a:cs typeface="Times New Roman"/>
              </a:rPr>
              <a:t>find</a:t>
            </a:r>
            <a:r>
              <a:rPr sz="1200" spc="-25" dirty="0">
                <a:latin typeface="Times New Roman"/>
                <a:cs typeface="Times New Roman"/>
              </a:rPr>
              <a:t> </a:t>
            </a:r>
            <a:r>
              <a:rPr sz="1200" dirty="0">
                <a:latin typeface="Times New Roman"/>
                <a:cs typeface="Times New Roman"/>
              </a:rPr>
              <a:t>specific</a:t>
            </a:r>
            <a:r>
              <a:rPr sz="1200"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entering</a:t>
            </a:r>
            <a:r>
              <a:rPr sz="1200" spc="-25" dirty="0">
                <a:latin typeface="Times New Roman"/>
                <a:cs typeface="Times New Roman"/>
              </a:rPr>
              <a:t> </a:t>
            </a:r>
            <a:r>
              <a:rPr sz="1200" dirty="0">
                <a:latin typeface="Times New Roman"/>
                <a:cs typeface="Times New Roman"/>
              </a:rPr>
              <a:t>keywords</a:t>
            </a:r>
            <a:r>
              <a:rPr sz="1200" spc="-3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ticket details.</a:t>
            </a:r>
            <a:endParaRPr sz="1200">
              <a:latin typeface="Times New Roman"/>
              <a:cs typeface="Times New Roman"/>
            </a:endParaRPr>
          </a:p>
          <a:p>
            <a:pPr marL="12700" marR="233045">
              <a:lnSpc>
                <a:spcPct val="103600"/>
              </a:lnSpc>
              <a:spcBef>
                <a:spcPts val="780"/>
              </a:spcBef>
            </a:pPr>
            <a:r>
              <a:rPr sz="1400" b="1" dirty="0">
                <a:latin typeface="Times New Roman"/>
                <a:cs typeface="Times New Roman"/>
              </a:rPr>
              <a:t>Status</a:t>
            </a:r>
            <a:r>
              <a:rPr sz="1400" b="1" spc="-40" dirty="0">
                <a:latin typeface="Times New Roman"/>
                <a:cs typeface="Times New Roman"/>
              </a:rPr>
              <a:t> </a:t>
            </a:r>
            <a:r>
              <a:rPr sz="1400" b="1" dirty="0">
                <a:latin typeface="Times New Roman"/>
                <a:cs typeface="Times New Roman"/>
              </a:rPr>
              <a:t>Filter</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dropdown</a:t>
            </a:r>
            <a:r>
              <a:rPr sz="1200" spc="-2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allows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filter</a:t>
            </a:r>
            <a:r>
              <a:rPr sz="1200" spc="-40" dirty="0">
                <a:latin typeface="Times New Roman"/>
                <a:cs typeface="Times New Roman"/>
              </a:rPr>
              <a:t> </a:t>
            </a:r>
            <a:r>
              <a:rPr sz="1200" dirty="0">
                <a:latin typeface="Times New Roman"/>
                <a:cs typeface="Times New Roman"/>
              </a:rPr>
              <a:t>tickets</a:t>
            </a:r>
            <a:r>
              <a:rPr sz="1200" spc="-3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spc="-10" dirty="0">
                <a:latin typeface="Times New Roman"/>
                <a:cs typeface="Times New Roman"/>
              </a:rPr>
              <a:t>(e.g., </a:t>
            </a:r>
            <a:r>
              <a:rPr sz="1200" dirty="0">
                <a:latin typeface="Times New Roman"/>
                <a:cs typeface="Times New Roman"/>
              </a:rPr>
              <a:t>Open,</a:t>
            </a:r>
            <a:r>
              <a:rPr sz="1200" spc="-20" dirty="0">
                <a:latin typeface="Times New Roman"/>
                <a:cs typeface="Times New Roman"/>
              </a:rPr>
              <a:t> </a:t>
            </a:r>
            <a:r>
              <a:rPr sz="1200" spc="-10" dirty="0">
                <a:latin typeface="Times New Roman"/>
                <a:cs typeface="Times New Roman"/>
              </a:rPr>
              <a:t>Closed).</a:t>
            </a:r>
            <a:endParaRPr sz="1200">
              <a:latin typeface="Times New Roman"/>
              <a:cs typeface="Times New Roman"/>
            </a:endParaRPr>
          </a:p>
          <a:p>
            <a:pPr marL="12700">
              <a:lnSpc>
                <a:spcPct val="100000"/>
              </a:lnSpc>
              <a:spcBef>
                <a:spcPts val="840"/>
              </a:spcBef>
            </a:pPr>
            <a:r>
              <a:rPr sz="1400" b="1" dirty="0">
                <a:latin typeface="Times New Roman"/>
                <a:cs typeface="Times New Roman"/>
              </a:rPr>
              <a:t>Export</a:t>
            </a:r>
            <a:r>
              <a:rPr sz="1400" b="1" spc="-10" dirty="0">
                <a:latin typeface="Times New Roman"/>
                <a:cs typeface="Times New Roman"/>
              </a:rPr>
              <a:t> </a:t>
            </a:r>
            <a:r>
              <a:rPr sz="1400" b="1" dirty="0">
                <a:latin typeface="Times New Roman"/>
                <a:cs typeface="Times New Roman"/>
              </a:rPr>
              <a:t>to</a:t>
            </a:r>
            <a:r>
              <a:rPr sz="1400" b="1" spc="-5" dirty="0">
                <a:latin typeface="Times New Roman"/>
                <a:cs typeface="Times New Roman"/>
              </a:rPr>
              <a:t> </a:t>
            </a:r>
            <a:r>
              <a:rPr sz="1400" b="1" spc="-10" dirty="0">
                <a:latin typeface="Times New Roman"/>
                <a:cs typeface="Times New Roman"/>
              </a:rPr>
              <a:t>Excel:</a:t>
            </a:r>
            <a:endParaRPr sz="1400">
              <a:latin typeface="Times New Roman"/>
              <a:cs typeface="Times New Roman"/>
            </a:endParaRPr>
          </a:p>
          <a:p>
            <a:pPr marL="12700" marR="208915">
              <a:lnSpc>
                <a:spcPct val="103499"/>
              </a:lnSpc>
              <a:spcBef>
                <a:spcPts val="805"/>
              </a:spcBef>
            </a:pPr>
            <a:r>
              <a:rPr sz="1400" b="1" dirty="0">
                <a:latin typeface="Times New Roman"/>
                <a:cs typeface="Times New Roman"/>
              </a:rPr>
              <a:t>Export</a:t>
            </a:r>
            <a:r>
              <a:rPr sz="1400" b="1" spc="-25" dirty="0">
                <a:latin typeface="Times New Roman"/>
                <a:cs typeface="Times New Roman"/>
              </a:rPr>
              <a:t> </a:t>
            </a:r>
            <a:r>
              <a:rPr sz="1400" b="1" dirty="0">
                <a:latin typeface="Times New Roman"/>
                <a:cs typeface="Times New Roman"/>
              </a:rPr>
              <a:t>to</a:t>
            </a:r>
            <a:r>
              <a:rPr sz="1400" b="1" spc="-20" dirty="0">
                <a:latin typeface="Times New Roman"/>
                <a:cs typeface="Times New Roman"/>
              </a:rPr>
              <a:t> </a:t>
            </a:r>
            <a:r>
              <a:rPr sz="1400" b="1" dirty="0">
                <a:latin typeface="Times New Roman"/>
                <a:cs typeface="Times New Roman"/>
              </a:rPr>
              <a:t>Excel</a:t>
            </a:r>
            <a:r>
              <a:rPr sz="1400" b="1" spc="-25" dirty="0">
                <a:latin typeface="Times New Roman"/>
                <a:cs typeface="Times New Roman"/>
              </a:rPr>
              <a:t> </a:t>
            </a:r>
            <a:r>
              <a:rPr sz="1400" b="1" dirty="0">
                <a:latin typeface="Times New Roman"/>
                <a:cs typeface="Times New Roman"/>
              </a:rPr>
              <a:t>Button</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Located</a:t>
            </a:r>
            <a:r>
              <a:rPr sz="1200" spc="-20" dirty="0">
                <a:latin typeface="Times New Roman"/>
                <a:cs typeface="Times New Roman"/>
              </a:rPr>
              <a:t> </a:t>
            </a:r>
            <a:r>
              <a:rPr sz="1200" dirty="0">
                <a:latin typeface="Times New Roman"/>
                <a:cs typeface="Times New Roman"/>
              </a:rPr>
              <a:t>at</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top</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button</a:t>
            </a:r>
            <a:r>
              <a:rPr sz="1200" spc="-20" dirty="0">
                <a:latin typeface="Times New Roman"/>
                <a:cs typeface="Times New Roman"/>
              </a:rPr>
              <a:t> </a:t>
            </a:r>
            <a:r>
              <a:rPr sz="1200" dirty="0">
                <a:latin typeface="Times New Roman"/>
                <a:cs typeface="Times New Roman"/>
              </a:rPr>
              <a:t>allows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spc="-25" dirty="0">
                <a:latin typeface="Times New Roman"/>
                <a:cs typeface="Times New Roman"/>
              </a:rPr>
              <a:t>to </a:t>
            </a:r>
            <a:r>
              <a:rPr sz="1200" dirty="0">
                <a:latin typeface="Times New Roman"/>
                <a:cs typeface="Times New Roman"/>
              </a:rPr>
              <a:t>export</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filtered</a:t>
            </a:r>
            <a:r>
              <a:rPr sz="1200" spc="-25"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dirty="0">
                <a:latin typeface="Times New Roman"/>
                <a:cs typeface="Times New Roman"/>
              </a:rPr>
              <a:t>into</a:t>
            </a:r>
            <a:r>
              <a:rPr sz="1200" spc="-25" dirty="0">
                <a:latin typeface="Times New Roman"/>
                <a:cs typeface="Times New Roman"/>
              </a:rPr>
              <a:t> </a:t>
            </a:r>
            <a:r>
              <a:rPr sz="1200" dirty="0">
                <a:latin typeface="Times New Roman"/>
                <a:cs typeface="Times New Roman"/>
              </a:rPr>
              <a:t>an</a:t>
            </a:r>
            <a:r>
              <a:rPr sz="1200" spc="-45" dirty="0">
                <a:latin typeface="Times New Roman"/>
                <a:cs typeface="Times New Roman"/>
              </a:rPr>
              <a:t> </a:t>
            </a:r>
            <a:r>
              <a:rPr sz="1200" dirty="0">
                <a:latin typeface="Times New Roman"/>
                <a:cs typeface="Times New Roman"/>
              </a:rPr>
              <a:t>Excel</a:t>
            </a:r>
            <a:r>
              <a:rPr sz="1200" spc="-20" dirty="0">
                <a:latin typeface="Times New Roman"/>
                <a:cs typeface="Times New Roman"/>
              </a:rPr>
              <a:t> file.</a:t>
            </a:r>
            <a:endParaRPr sz="1200">
              <a:latin typeface="Times New Roman"/>
              <a:cs typeface="Times New Roman"/>
            </a:endParaRPr>
          </a:p>
          <a:p>
            <a:pPr marL="12700" marR="19050">
              <a:lnSpc>
                <a:spcPct val="158300"/>
              </a:lnSpc>
              <a:spcBef>
                <a:spcPts val="20"/>
              </a:spcBef>
            </a:pPr>
            <a:r>
              <a:rPr sz="1200" dirty="0">
                <a:latin typeface="Times New Roman"/>
                <a:cs typeface="Times New Roman"/>
              </a:rPr>
              <a:t>When</a:t>
            </a:r>
            <a:r>
              <a:rPr sz="1200" spc="-35" dirty="0">
                <a:latin typeface="Times New Roman"/>
                <a:cs typeface="Times New Roman"/>
              </a:rPr>
              <a:t> </a:t>
            </a:r>
            <a:r>
              <a:rPr sz="1200" dirty="0">
                <a:latin typeface="Times New Roman"/>
                <a:cs typeface="Times New Roman"/>
              </a:rPr>
              <a:t>clicked,</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generates</a:t>
            </a:r>
            <a:r>
              <a:rPr sz="1200" spc="-40" dirty="0">
                <a:latin typeface="Times New Roman"/>
                <a:cs typeface="Times New Roman"/>
              </a:rPr>
              <a:t> </a:t>
            </a:r>
            <a:r>
              <a:rPr sz="1200" dirty="0">
                <a:latin typeface="Times New Roman"/>
                <a:cs typeface="Times New Roman"/>
              </a:rPr>
              <a:t>an</a:t>
            </a:r>
            <a:r>
              <a:rPr sz="1200" spc="-55" dirty="0">
                <a:latin typeface="Times New Roman"/>
                <a:cs typeface="Times New Roman"/>
              </a:rPr>
              <a:t> </a:t>
            </a:r>
            <a:r>
              <a:rPr sz="1200" dirty="0">
                <a:latin typeface="Times New Roman"/>
                <a:cs typeface="Times New Roman"/>
              </a:rPr>
              <a:t>Excel</a:t>
            </a:r>
            <a:r>
              <a:rPr sz="1200" spc="-25" dirty="0">
                <a:latin typeface="Times New Roman"/>
                <a:cs typeface="Times New Roman"/>
              </a:rPr>
              <a:t> </a:t>
            </a:r>
            <a:r>
              <a:rPr sz="1200" dirty="0">
                <a:latin typeface="Times New Roman"/>
                <a:cs typeface="Times New Roman"/>
              </a:rPr>
              <a:t>file</a:t>
            </a:r>
            <a:r>
              <a:rPr sz="1200" spc="-25" dirty="0">
                <a:latin typeface="Times New Roman"/>
                <a:cs typeface="Times New Roman"/>
              </a:rPr>
              <a:t> </a:t>
            </a:r>
            <a:r>
              <a:rPr sz="1200" dirty="0">
                <a:latin typeface="Times New Roman"/>
                <a:cs typeface="Times New Roman"/>
              </a:rPr>
              <a:t>containing</a:t>
            </a:r>
            <a:r>
              <a:rPr sz="1200" spc="-30" dirty="0">
                <a:latin typeface="Times New Roman"/>
                <a:cs typeface="Times New Roman"/>
              </a:rPr>
              <a:t> </a:t>
            </a:r>
            <a:r>
              <a:rPr sz="1200" dirty="0">
                <a:latin typeface="Times New Roman"/>
                <a:cs typeface="Times New Roman"/>
              </a:rPr>
              <a:t>all</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filtered</a:t>
            </a:r>
            <a:r>
              <a:rPr sz="1200" spc="-30" dirty="0">
                <a:latin typeface="Times New Roman"/>
                <a:cs typeface="Times New Roman"/>
              </a:rPr>
              <a:t> </a:t>
            </a:r>
            <a:r>
              <a:rPr sz="1200" dirty="0">
                <a:latin typeface="Times New Roman"/>
                <a:cs typeface="Times New Roman"/>
              </a:rPr>
              <a:t>data</a:t>
            </a:r>
            <a:r>
              <a:rPr sz="1200" spc="-30"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grid.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file</a:t>
            </a:r>
            <a:r>
              <a:rPr sz="1200" spc="-1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automatically</a:t>
            </a:r>
            <a:r>
              <a:rPr sz="1200" spc="-15" dirty="0">
                <a:latin typeface="Times New Roman"/>
                <a:cs typeface="Times New Roman"/>
              </a:rPr>
              <a:t> </a:t>
            </a:r>
            <a:r>
              <a:rPr sz="1200" dirty="0">
                <a:latin typeface="Times New Roman"/>
                <a:cs typeface="Times New Roman"/>
              </a:rPr>
              <a:t>downloaded</a:t>
            </a:r>
            <a:r>
              <a:rPr sz="1200" spc="-2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device</a:t>
            </a:r>
            <a:r>
              <a:rPr sz="1200" spc="-1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offline</a:t>
            </a:r>
            <a:r>
              <a:rPr sz="1200" spc="-15" dirty="0">
                <a:latin typeface="Times New Roman"/>
                <a:cs typeface="Times New Roman"/>
              </a:rPr>
              <a:t> </a:t>
            </a:r>
            <a:r>
              <a:rPr sz="1200" dirty="0">
                <a:latin typeface="Times New Roman"/>
                <a:cs typeface="Times New Roman"/>
              </a:rPr>
              <a:t>viewing</a:t>
            </a:r>
            <a:r>
              <a:rPr sz="1200" spc="-4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record-keeping.</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99744" y="1558353"/>
            <a:ext cx="6817995" cy="7392670"/>
            <a:chOff x="499744" y="1558353"/>
            <a:chExt cx="6817995" cy="739267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66779" y="1561465"/>
              <a:ext cx="6747785" cy="3078352"/>
            </a:xfrm>
            <a:prstGeom prst="rect">
              <a:avLst/>
            </a:prstGeom>
          </p:spPr>
        </p:pic>
        <p:sp>
          <p:nvSpPr>
            <p:cNvPr id="6" name="object 6"/>
            <p:cNvSpPr/>
            <p:nvPr/>
          </p:nvSpPr>
          <p:spPr>
            <a:xfrm>
              <a:off x="501332" y="1559941"/>
              <a:ext cx="6814820" cy="3081655"/>
            </a:xfrm>
            <a:custGeom>
              <a:avLst/>
              <a:gdLst/>
              <a:ahLst/>
              <a:cxnLst/>
              <a:rect l="l" t="t" r="r" b="b"/>
              <a:pathLst>
                <a:path w="6814820" h="3081654">
                  <a:moveTo>
                    <a:pt x="0" y="3081528"/>
                  </a:moveTo>
                  <a:lnTo>
                    <a:pt x="6814820" y="3081528"/>
                  </a:lnTo>
                  <a:lnTo>
                    <a:pt x="6814820" y="0"/>
                  </a:lnTo>
                  <a:lnTo>
                    <a:pt x="0" y="0"/>
                  </a:lnTo>
                  <a:lnTo>
                    <a:pt x="0" y="3081528"/>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509395"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Log</a:t>
            </a:r>
            <a:r>
              <a:rPr sz="1600" b="1" spc="-10" dirty="0">
                <a:latin typeface="Times New Roman"/>
                <a:cs typeface="Times New Roman"/>
              </a:rPr>
              <a:t> Reports:~</a:t>
            </a:r>
            <a:endParaRPr sz="1600">
              <a:latin typeface="Times New Roman"/>
              <a:cs typeface="Times New Roman"/>
            </a:endParaRPr>
          </a:p>
        </p:txBody>
      </p:sp>
      <p:sp>
        <p:nvSpPr>
          <p:cNvPr id="8" name="object 8"/>
          <p:cNvSpPr txBox="1"/>
          <p:nvPr/>
        </p:nvSpPr>
        <p:spPr>
          <a:xfrm>
            <a:off x="1130617" y="5101590"/>
            <a:ext cx="5018405" cy="208279"/>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that</a:t>
            </a:r>
            <a:r>
              <a:rPr sz="1200" spc="-10" dirty="0">
                <a:latin typeface="Times New Roman"/>
                <a:cs typeface="Times New Roman"/>
              </a:rPr>
              <a:t> which</a:t>
            </a:r>
            <a:r>
              <a:rPr sz="1200" spc="-85" dirty="0">
                <a:latin typeface="Times New Roman"/>
                <a:cs typeface="Times New Roman"/>
              </a:rPr>
              <a:t> </a:t>
            </a:r>
            <a:r>
              <a:rPr sz="1200" dirty="0">
                <a:latin typeface="Times New Roman"/>
                <a:cs typeface="Times New Roman"/>
              </a:rPr>
              <a:t>APIs</a:t>
            </a:r>
            <a:r>
              <a:rPr sz="1200" spc="-30" dirty="0">
                <a:latin typeface="Times New Roman"/>
                <a:cs typeface="Times New Roman"/>
              </a:rPr>
              <a:t> </a:t>
            </a:r>
            <a:r>
              <a:rPr sz="1200" dirty="0">
                <a:latin typeface="Times New Roman"/>
                <a:cs typeface="Times New Roman"/>
              </a:rPr>
              <a:t>are</a:t>
            </a:r>
            <a:r>
              <a:rPr sz="1200" spc="-10" dirty="0">
                <a:latin typeface="Times New Roman"/>
                <a:cs typeface="Times New Roman"/>
              </a:rPr>
              <a:t> </a:t>
            </a:r>
            <a:r>
              <a:rPr sz="1200" dirty="0">
                <a:latin typeface="Times New Roman"/>
                <a:cs typeface="Times New Roman"/>
              </a:rPr>
              <a:t>getting</a:t>
            </a:r>
            <a:r>
              <a:rPr sz="1200" spc="-20" dirty="0">
                <a:latin typeface="Times New Roman"/>
                <a:cs typeface="Times New Roman"/>
              </a:rPr>
              <a:t> </a:t>
            </a:r>
            <a:r>
              <a:rPr sz="1200" dirty="0">
                <a:latin typeface="Times New Roman"/>
                <a:cs typeface="Times New Roman"/>
              </a:rPr>
              <a:t>hit</a:t>
            </a:r>
            <a:r>
              <a:rPr sz="1200" spc="20" dirty="0">
                <a:latin typeface="Times New Roman"/>
                <a:cs typeface="Times New Roman"/>
              </a:rPr>
              <a:t> </a:t>
            </a:r>
            <a:r>
              <a:rPr sz="1200" dirty="0">
                <a:latin typeface="Times New Roman"/>
                <a:cs typeface="Times New Roman"/>
              </a:rPr>
              <a:t>during</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execution</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tickety.</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41019" y="4673155"/>
            <a:ext cx="6750684" cy="4277995"/>
            <a:chOff x="541019" y="4673155"/>
            <a:chExt cx="6750684" cy="427799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204102" y="4676266"/>
              <a:ext cx="6084427" cy="3069589"/>
            </a:xfrm>
            <a:prstGeom prst="rect">
              <a:avLst/>
            </a:prstGeom>
          </p:spPr>
        </p:pic>
        <p:sp>
          <p:nvSpPr>
            <p:cNvPr id="6" name="object 6"/>
            <p:cNvSpPr/>
            <p:nvPr/>
          </p:nvSpPr>
          <p:spPr>
            <a:xfrm>
              <a:off x="542607" y="4674742"/>
              <a:ext cx="6747509" cy="3072765"/>
            </a:xfrm>
            <a:custGeom>
              <a:avLst/>
              <a:gdLst/>
              <a:ahLst/>
              <a:cxnLst/>
              <a:rect l="l" t="t" r="r" b="b"/>
              <a:pathLst>
                <a:path w="6747509" h="3072765">
                  <a:moveTo>
                    <a:pt x="0" y="3072764"/>
                  </a:moveTo>
                  <a:lnTo>
                    <a:pt x="6747509" y="3072764"/>
                  </a:lnTo>
                  <a:lnTo>
                    <a:pt x="6747509" y="0"/>
                  </a:lnTo>
                  <a:lnTo>
                    <a:pt x="0" y="0"/>
                  </a:lnTo>
                  <a:lnTo>
                    <a:pt x="0" y="3072764"/>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2085975" y="889381"/>
            <a:ext cx="360172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Company</a:t>
            </a:r>
            <a:r>
              <a:rPr sz="1800" b="1" spc="20" dirty="0">
                <a:latin typeface="Times New Roman"/>
                <a:cs typeface="Times New Roman"/>
              </a:rPr>
              <a:t> </a:t>
            </a:r>
            <a:r>
              <a:rPr sz="1800" b="1" spc="-10" dirty="0">
                <a:latin typeface="Times New Roman"/>
                <a:cs typeface="Times New Roman"/>
              </a:rPr>
              <a:t>Employee(user)</a:t>
            </a:r>
            <a:r>
              <a:rPr sz="1800" b="1" spc="-45" dirty="0">
                <a:latin typeface="Times New Roman"/>
                <a:cs typeface="Times New Roman"/>
              </a:rPr>
              <a:t> </a:t>
            </a:r>
            <a:r>
              <a:rPr sz="1800" b="1" spc="-10" dirty="0">
                <a:latin typeface="Times New Roman"/>
                <a:cs typeface="Times New Roman"/>
              </a:rPr>
              <a:t>Workflow</a:t>
            </a:r>
            <a:endParaRPr sz="1800">
              <a:latin typeface="Times New Roman"/>
              <a:cs typeface="Times New Roman"/>
            </a:endParaRPr>
          </a:p>
        </p:txBody>
      </p:sp>
      <p:sp>
        <p:nvSpPr>
          <p:cNvPr id="8" name="object 8"/>
          <p:cNvSpPr txBox="1"/>
          <p:nvPr/>
        </p:nvSpPr>
        <p:spPr>
          <a:xfrm>
            <a:off x="902017" y="1859915"/>
            <a:ext cx="5941695" cy="1300480"/>
          </a:xfrm>
          <a:prstGeom prst="rect">
            <a:avLst/>
          </a:prstGeom>
        </p:spPr>
        <p:txBody>
          <a:bodyPr vert="horz" wrap="square" lIns="0" tIns="7620" rIns="0" bIns="0" rtlCol="0">
            <a:spAutoFit/>
          </a:bodyPr>
          <a:lstStyle/>
          <a:p>
            <a:pPr marL="12700" marR="49530">
              <a:lnSpc>
                <a:spcPct val="102400"/>
              </a:lnSpc>
              <a:spcBef>
                <a:spcPts val="60"/>
              </a:spcBef>
            </a:pPr>
            <a:r>
              <a:rPr sz="1400" b="1" dirty="0">
                <a:latin typeface="Times New Roman"/>
                <a:cs typeface="Times New Roman"/>
              </a:rPr>
              <a:t>Company</a:t>
            </a:r>
            <a:r>
              <a:rPr sz="1400" b="1" spc="-10" dirty="0">
                <a:latin typeface="Times New Roman"/>
                <a:cs typeface="Times New Roman"/>
              </a:rPr>
              <a:t> Employee(user)</a:t>
            </a:r>
            <a:r>
              <a:rPr sz="1400" b="1" spc="-60" dirty="0">
                <a:latin typeface="Times New Roman"/>
                <a:cs typeface="Times New Roman"/>
              </a:rPr>
              <a:t> </a:t>
            </a:r>
            <a:r>
              <a:rPr sz="1400" b="1" dirty="0">
                <a:latin typeface="Times New Roman"/>
                <a:cs typeface="Times New Roman"/>
              </a:rPr>
              <a:t>Workflow</a:t>
            </a:r>
            <a:r>
              <a:rPr sz="1400" dirty="0">
                <a:latin typeface="Times New Roman"/>
                <a:cs typeface="Times New Roman"/>
              </a:rPr>
              <a:t>:</a:t>
            </a:r>
            <a:r>
              <a:rPr sz="1400" spc="-15" dirty="0">
                <a:latin typeface="Times New Roman"/>
                <a:cs typeface="Times New Roman"/>
              </a:rPr>
              <a:t> </a:t>
            </a:r>
            <a:r>
              <a:rPr sz="1200" dirty="0">
                <a:latin typeface="Times New Roman"/>
                <a:cs typeface="Times New Roman"/>
              </a:rPr>
              <a:t>When</a:t>
            </a:r>
            <a:r>
              <a:rPr sz="1200" spc="-40" dirty="0">
                <a:latin typeface="Times New Roman"/>
                <a:cs typeface="Times New Roman"/>
              </a:rPr>
              <a:t> </a:t>
            </a:r>
            <a:r>
              <a:rPr sz="1200" dirty="0">
                <a:latin typeface="Times New Roman"/>
                <a:cs typeface="Times New Roman"/>
              </a:rPr>
              <a:t>logged</a:t>
            </a:r>
            <a:r>
              <a:rPr sz="1200" spc="-20"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company</a:t>
            </a:r>
            <a:r>
              <a:rPr sz="1200" spc="-40" dirty="0">
                <a:latin typeface="Times New Roman"/>
                <a:cs typeface="Times New Roman"/>
              </a:rPr>
              <a:t> </a:t>
            </a:r>
            <a:r>
              <a:rPr sz="1200" dirty="0">
                <a:latin typeface="Times New Roman"/>
                <a:cs typeface="Times New Roman"/>
              </a:rPr>
              <a:t>employee</a:t>
            </a:r>
            <a:r>
              <a:rPr sz="1200" spc="-15" dirty="0">
                <a:latin typeface="Times New Roman"/>
                <a:cs typeface="Times New Roman"/>
              </a:rPr>
              <a:t> </a:t>
            </a:r>
            <a:r>
              <a:rPr sz="1200" dirty="0">
                <a:latin typeface="Times New Roman"/>
                <a:cs typeface="Times New Roman"/>
              </a:rPr>
              <a:t>have</a:t>
            </a:r>
            <a:r>
              <a:rPr sz="1200" spc="-10" dirty="0">
                <a:latin typeface="Times New Roman"/>
                <a:cs typeface="Times New Roman"/>
              </a:rPr>
              <a:t> access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multiple</a:t>
            </a:r>
            <a:r>
              <a:rPr sz="1200" spc="-30" dirty="0">
                <a:latin typeface="Times New Roman"/>
                <a:cs typeface="Times New Roman"/>
              </a:rPr>
              <a:t> </a:t>
            </a:r>
            <a:r>
              <a:rPr sz="1200" dirty="0">
                <a:latin typeface="Times New Roman"/>
                <a:cs typeface="Times New Roman"/>
              </a:rPr>
              <a:t>modules</a:t>
            </a:r>
            <a:r>
              <a:rPr sz="1200" spc="-2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20" dirty="0">
                <a:latin typeface="Times New Roman"/>
                <a:cs typeface="Times New Roman"/>
              </a:rPr>
              <a:t>can:</a:t>
            </a:r>
            <a:endParaRPr sz="1200">
              <a:latin typeface="Times New Roman"/>
              <a:cs typeface="Times New Roman"/>
            </a:endParaRPr>
          </a:p>
          <a:p>
            <a:pPr marL="12700">
              <a:lnSpc>
                <a:spcPct val="100000"/>
              </a:lnSpc>
              <a:spcBef>
                <a:spcPts val="860"/>
              </a:spcBef>
            </a:pPr>
            <a:r>
              <a:rPr sz="1200" dirty="0">
                <a:latin typeface="Times New Roman"/>
                <a:cs typeface="Times New Roman"/>
              </a:rPr>
              <a:t>Add</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manage</a:t>
            </a:r>
            <a:r>
              <a:rPr sz="1200" spc="-30" dirty="0">
                <a:latin typeface="Times New Roman"/>
                <a:cs typeface="Times New Roman"/>
              </a:rPr>
              <a:t> </a:t>
            </a:r>
            <a:r>
              <a:rPr sz="1200" dirty="0">
                <a:latin typeface="Times New Roman"/>
                <a:cs typeface="Times New Roman"/>
              </a:rPr>
              <a:t>tickets</a:t>
            </a:r>
            <a:r>
              <a:rPr sz="1200" spc="-2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customers</a:t>
            </a:r>
            <a:endParaRPr sz="1200">
              <a:latin typeface="Times New Roman"/>
              <a:cs typeface="Times New Roman"/>
            </a:endParaRPr>
          </a:p>
          <a:p>
            <a:pPr marL="12700" marR="5080">
              <a:lnSpc>
                <a:spcPts val="2300"/>
              </a:lnSpc>
              <a:spcBef>
                <a:spcPts val="80"/>
              </a:spcBef>
            </a:pPr>
            <a:r>
              <a:rPr sz="1200" spc="-10" dirty="0">
                <a:latin typeface="Times New Roman"/>
                <a:cs typeface="Times New Roman"/>
              </a:rPr>
              <a:t>View</a:t>
            </a:r>
            <a:r>
              <a:rPr sz="1200" spc="-4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assignment</a:t>
            </a:r>
            <a:r>
              <a:rPr sz="1200" spc="-4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progress</a:t>
            </a:r>
            <a:r>
              <a:rPr sz="1200"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each</a:t>
            </a:r>
            <a:r>
              <a:rPr sz="1200" spc="-5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including</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time</a:t>
            </a:r>
            <a:r>
              <a:rPr sz="1200" spc="-20" dirty="0">
                <a:latin typeface="Times New Roman"/>
                <a:cs typeface="Times New Roman"/>
              </a:rPr>
              <a:t> </a:t>
            </a:r>
            <a:r>
              <a:rPr sz="1200" dirty="0">
                <a:latin typeface="Times New Roman"/>
                <a:cs typeface="Times New Roman"/>
              </a:rPr>
              <a:t>spent</a:t>
            </a:r>
            <a:r>
              <a:rPr sz="1200" spc="-4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resolution</a:t>
            </a:r>
            <a:r>
              <a:rPr sz="1200" spc="-25" dirty="0">
                <a:latin typeface="Times New Roman"/>
                <a:cs typeface="Times New Roman"/>
              </a:rPr>
              <a:t> </a:t>
            </a:r>
            <a:r>
              <a:rPr sz="1200" spc="-10" dirty="0">
                <a:latin typeface="Times New Roman"/>
                <a:cs typeface="Times New Roman"/>
              </a:rPr>
              <a:t>priority. </a:t>
            </a:r>
            <a:r>
              <a:rPr sz="1200" dirty="0">
                <a:latin typeface="Times New Roman"/>
                <a:cs typeface="Times New Roman"/>
              </a:rPr>
              <a:t>Generate</a:t>
            </a:r>
            <a:r>
              <a:rPr sz="1200" spc="-35" dirty="0">
                <a:latin typeface="Times New Roman"/>
                <a:cs typeface="Times New Roman"/>
              </a:rPr>
              <a:t> </a:t>
            </a:r>
            <a:r>
              <a:rPr sz="1200" dirty="0">
                <a:latin typeface="Times New Roman"/>
                <a:cs typeface="Times New Roman"/>
              </a:rPr>
              <a:t>reports</a:t>
            </a:r>
            <a:r>
              <a:rPr sz="1200" spc="-3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export</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excel</a:t>
            </a:r>
            <a:r>
              <a:rPr sz="1200" spc="-4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filter</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according</a:t>
            </a:r>
            <a:r>
              <a:rPr sz="1200" spc="-4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conditions.</a:t>
            </a:r>
            <a:endParaRPr sz="1200">
              <a:latin typeface="Times New Roman"/>
              <a:cs typeface="Times New Roman"/>
            </a:endParaRPr>
          </a:p>
        </p:txBody>
      </p:sp>
      <p:sp>
        <p:nvSpPr>
          <p:cNvPr id="9" name="object 9"/>
          <p:cNvSpPr txBox="1"/>
          <p:nvPr/>
        </p:nvSpPr>
        <p:spPr>
          <a:xfrm>
            <a:off x="902017" y="3887089"/>
            <a:ext cx="416052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Their</a:t>
            </a:r>
            <a:r>
              <a:rPr sz="1400" spc="-30" dirty="0">
                <a:latin typeface="Times New Roman"/>
                <a:cs typeface="Times New Roman"/>
              </a:rPr>
              <a:t> </a:t>
            </a:r>
            <a:r>
              <a:rPr sz="1400" dirty="0">
                <a:latin typeface="Times New Roman"/>
                <a:cs typeface="Times New Roman"/>
              </a:rPr>
              <a:t>Login</a:t>
            </a:r>
            <a:r>
              <a:rPr sz="1400" spc="-20" dirty="0">
                <a:latin typeface="Times New Roman"/>
                <a:cs typeface="Times New Roman"/>
              </a:rPr>
              <a:t> </a:t>
            </a:r>
            <a:r>
              <a:rPr sz="1400" dirty="0">
                <a:latin typeface="Times New Roman"/>
                <a:cs typeface="Times New Roman"/>
              </a:rPr>
              <a:t>procedure</a:t>
            </a:r>
            <a:r>
              <a:rPr sz="1400" spc="-20" dirty="0">
                <a:latin typeface="Times New Roman"/>
                <a:cs typeface="Times New Roman"/>
              </a:rPr>
              <a:t> </a:t>
            </a:r>
            <a:r>
              <a:rPr sz="1400" dirty="0">
                <a:latin typeface="Times New Roman"/>
                <a:cs typeface="Times New Roman"/>
              </a:rPr>
              <a:t>is</a:t>
            </a:r>
            <a:r>
              <a:rPr sz="1400" spc="-30" dirty="0">
                <a:latin typeface="Times New Roman"/>
                <a:cs typeface="Times New Roman"/>
              </a:rPr>
              <a:t> </a:t>
            </a:r>
            <a:r>
              <a:rPr sz="1400" dirty="0">
                <a:latin typeface="Times New Roman"/>
                <a:cs typeface="Times New Roman"/>
              </a:rPr>
              <a:t>same</a:t>
            </a:r>
            <a:r>
              <a:rPr sz="1400" spc="-20" dirty="0">
                <a:latin typeface="Times New Roman"/>
                <a:cs typeface="Times New Roman"/>
              </a:rPr>
              <a:t> </a:t>
            </a:r>
            <a:r>
              <a:rPr sz="1400" dirty="0">
                <a:latin typeface="Times New Roman"/>
                <a:cs typeface="Times New Roman"/>
              </a:rPr>
              <a:t>as</a:t>
            </a:r>
            <a:r>
              <a:rPr sz="1400" spc="-25" dirty="0">
                <a:latin typeface="Times New Roman"/>
                <a:cs typeface="Times New Roman"/>
              </a:rPr>
              <a:t> </a:t>
            </a:r>
            <a:r>
              <a:rPr sz="1400" dirty="0">
                <a:latin typeface="Times New Roman"/>
                <a:cs typeface="Times New Roman"/>
              </a:rPr>
              <a:t>that</a:t>
            </a:r>
            <a:r>
              <a:rPr sz="1400" spc="-30" dirty="0">
                <a:latin typeface="Times New Roman"/>
                <a:cs typeface="Times New Roman"/>
              </a:rPr>
              <a:t> </a:t>
            </a:r>
            <a:r>
              <a:rPr sz="1400" dirty="0">
                <a:latin typeface="Times New Roman"/>
                <a:cs typeface="Times New Roman"/>
              </a:rPr>
              <a:t>of</a:t>
            </a:r>
            <a:r>
              <a:rPr sz="1400" spc="-30" dirty="0">
                <a:latin typeface="Times New Roman"/>
                <a:cs typeface="Times New Roman"/>
              </a:rPr>
              <a:t> </a:t>
            </a:r>
            <a:r>
              <a:rPr sz="1400" spc="-10" dirty="0">
                <a:latin typeface="Times New Roman"/>
                <a:cs typeface="Times New Roman"/>
              </a:rPr>
              <a:t>company’s</a:t>
            </a:r>
            <a:r>
              <a:rPr sz="1400" spc="-25" dirty="0">
                <a:latin typeface="Times New Roman"/>
                <a:cs typeface="Times New Roman"/>
              </a:rPr>
              <a:t> </a:t>
            </a:r>
            <a:r>
              <a:rPr sz="1400" spc="-10" dirty="0">
                <a:latin typeface="Times New Roman"/>
                <a:cs typeface="Times New Roman"/>
              </a:rPr>
              <a:t>one:~</a:t>
            </a:r>
            <a:endParaRPr sz="1400">
              <a:latin typeface="Times New Roman"/>
              <a:cs typeface="Times New Roman"/>
            </a:endParaRPr>
          </a:p>
        </p:txBody>
      </p:sp>
      <p:pic>
        <p:nvPicPr>
          <p:cNvPr id="10" name="object 10"/>
          <p:cNvPicPr/>
          <p:nvPr/>
        </p:nvPicPr>
        <p:blipFill>
          <a:blip r:embed="rId3" cstate="print"/>
          <a:stretch>
            <a:fillRect/>
          </a:stretch>
        </p:blipFill>
        <p:spPr>
          <a:xfrm>
            <a:off x="285750" y="304800"/>
            <a:ext cx="718413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89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98169" y="2106739"/>
            <a:ext cx="6626859" cy="6844030"/>
            <a:chOff x="598169" y="2106739"/>
            <a:chExt cx="6626859" cy="684403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655339" y="2109850"/>
              <a:ext cx="6566515" cy="2983865"/>
            </a:xfrm>
            <a:prstGeom prst="rect">
              <a:avLst/>
            </a:prstGeom>
          </p:spPr>
        </p:pic>
        <p:sp>
          <p:nvSpPr>
            <p:cNvPr id="6" name="object 6"/>
            <p:cNvSpPr/>
            <p:nvPr/>
          </p:nvSpPr>
          <p:spPr>
            <a:xfrm>
              <a:off x="599757" y="2108326"/>
              <a:ext cx="6623684" cy="2987040"/>
            </a:xfrm>
            <a:custGeom>
              <a:avLst/>
              <a:gdLst/>
              <a:ahLst/>
              <a:cxnLst/>
              <a:rect l="l" t="t" r="r" b="b"/>
              <a:pathLst>
                <a:path w="6623684" h="2987040">
                  <a:moveTo>
                    <a:pt x="0" y="2987040"/>
                  </a:moveTo>
                  <a:lnTo>
                    <a:pt x="6623684" y="2987040"/>
                  </a:lnTo>
                  <a:lnTo>
                    <a:pt x="6623684" y="0"/>
                  </a:lnTo>
                  <a:lnTo>
                    <a:pt x="0" y="0"/>
                  </a:lnTo>
                  <a:lnTo>
                    <a:pt x="0" y="298704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524000"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dirty="0">
                <a:latin typeface="Times New Roman"/>
                <a:cs typeface="Times New Roman"/>
              </a:rPr>
              <a:t>Profile</a:t>
            </a:r>
            <a:r>
              <a:rPr sz="1600" spc="-55" dirty="0">
                <a:latin typeface="Times New Roman"/>
                <a:cs typeface="Times New Roman"/>
              </a:rPr>
              <a:t> </a:t>
            </a:r>
            <a:r>
              <a:rPr sz="1600" spc="-10" dirty="0">
                <a:latin typeface="Times New Roman"/>
                <a:cs typeface="Times New Roman"/>
              </a:rPr>
              <a:t>Section:</a:t>
            </a:r>
            <a:endParaRPr sz="1600">
              <a:latin typeface="Times New Roman"/>
              <a:cs typeface="Times New Roman"/>
            </a:endParaRPr>
          </a:p>
        </p:txBody>
      </p:sp>
      <p:sp>
        <p:nvSpPr>
          <p:cNvPr id="8" name="object 8"/>
          <p:cNvSpPr txBox="1"/>
          <p:nvPr/>
        </p:nvSpPr>
        <p:spPr>
          <a:xfrm>
            <a:off x="902017" y="1729993"/>
            <a:ext cx="429958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This</a:t>
            </a:r>
            <a:r>
              <a:rPr sz="1200" spc="-45"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quickly access</a:t>
            </a:r>
            <a:r>
              <a:rPr sz="1200" spc="-30"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own</a:t>
            </a:r>
            <a:r>
              <a:rPr sz="1200" spc="-20" dirty="0">
                <a:latin typeface="Times New Roman"/>
                <a:cs typeface="Times New Roman"/>
              </a:rPr>
              <a:t> </a:t>
            </a:r>
            <a:r>
              <a:rPr sz="1200" dirty="0">
                <a:latin typeface="Times New Roman"/>
                <a:cs typeface="Times New Roman"/>
              </a:rPr>
              <a:t>account</a:t>
            </a:r>
            <a:r>
              <a:rPr sz="1200" spc="-1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sp>
        <p:nvSpPr>
          <p:cNvPr id="9" name="object 9"/>
          <p:cNvSpPr txBox="1"/>
          <p:nvPr/>
        </p:nvSpPr>
        <p:spPr>
          <a:xfrm>
            <a:off x="902017" y="5106670"/>
            <a:ext cx="5761990" cy="3689350"/>
          </a:xfrm>
          <a:prstGeom prst="rect">
            <a:avLst/>
          </a:prstGeom>
        </p:spPr>
        <p:txBody>
          <a:bodyPr vert="horz" wrap="square" lIns="0" tIns="119380" rIns="0" bIns="0" rtlCol="0">
            <a:spAutoFit/>
          </a:bodyPr>
          <a:lstStyle/>
          <a:p>
            <a:pPr marL="12700">
              <a:lnSpc>
                <a:spcPct val="100000"/>
              </a:lnSpc>
              <a:spcBef>
                <a:spcPts val="940"/>
              </a:spcBef>
            </a:pPr>
            <a:r>
              <a:rPr sz="1200" b="1" dirty="0">
                <a:latin typeface="Times New Roman"/>
                <a:cs typeface="Times New Roman"/>
              </a:rPr>
              <a:t>Profile</a:t>
            </a:r>
            <a:r>
              <a:rPr sz="1200" b="1" spc="-55" dirty="0">
                <a:latin typeface="Times New Roman"/>
                <a:cs typeface="Times New Roman"/>
              </a:rPr>
              <a:t> </a:t>
            </a:r>
            <a:r>
              <a:rPr sz="1200" b="1" spc="-10" dirty="0">
                <a:latin typeface="Times New Roman"/>
                <a:cs typeface="Times New Roman"/>
              </a:rPr>
              <a:t>Photo:</a:t>
            </a:r>
            <a:endParaRPr sz="1200">
              <a:latin typeface="Times New Roman"/>
              <a:cs typeface="Times New Roman"/>
            </a:endParaRPr>
          </a:p>
          <a:p>
            <a:pPr marL="469265" marR="85090" indent="-228600">
              <a:lnSpc>
                <a:spcPct val="103499"/>
              </a:lnSpc>
              <a:spcBef>
                <a:spcPts val="790"/>
              </a:spcBef>
              <a:buFont typeface="Courier New"/>
              <a:buChar char="o"/>
              <a:tabLst>
                <a:tab pos="469265" algn="l"/>
              </a:tabLst>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option</a:t>
            </a:r>
            <a:r>
              <a:rPr sz="1200" spc="-1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set</a:t>
            </a:r>
            <a:r>
              <a:rPr sz="1200" spc="-1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update</a:t>
            </a:r>
            <a:r>
              <a:rPr sz="1200" spc="-10"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profile</a:t>
            </a:r>
            <a:r>
              <a:rPr sz="1200" spc="-15" dirty="0">
                <a:latin typeface="Times New Roman"/>
                <a:cs typeface="Times New Roman"/>
              </a:rPr>
              <a:t> </a:t>
            </a:r>
            <a:r>
              <a:rPr sz="1200" dirty="0">
                <a:latin typeface="Times New Roman"/>
                <a:cs typeface="Times New Roman"/>
              </a:rPr>
              <a:t>photo.</a:t>
            </a:r>
            <a:r>
              <a:rPr sz="1200" spc="-5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helps</a:t>
            </a:r>
            <a:r>
              <a:rPr sz="1200" spc="-30" dirty="0">
                <a:latin typeface="Times New Roman"/>
                <a:cs typeface="Times New Roman"/>
              </a:rPr>
              <a:t> </a:t>
            </a:r>
            <a:r>
              <a:rPr sz="1200" spc="-10" dirty="0">
                <a:latin typeface="Times New Roman"/>
                <a:cs typeface="Times New Roman"/>
              </a:rPr>
              <a:t>personalize </a:t>
            </a:r>
            <a:r>
              <a:rPr sz="1200" spc="-25" dirty="0">
                <a:latin typeface="Times New Roman"/>
                <a:cs typeface="Times New Roman"/>
              </a:rPr>
              <a:t>the </a:t>
            </a:r>
            <a:r>
              <a:rPr sz="1200" dirty="0">
                <a:latin typeface="Times New Roman"/>
                <a:cs typeface="Times New Roman"/>
              </a:rPr>
              <a:t>profile</a:t>
            </a:r>
            <a:r>
              <a:rPr sz="1200" spc="-2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upload</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photo</a:t>
            </a:r>
            <a:r>
              <a:rPr sz="1200" spc="-25"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represents</a:t>
            </a:r>
            <a:r>
              <a:rPr sz="1200" spc="-35" dirty="0">
                <a:latin typeface="Times New Roman"/>
                <a:cs typeface="Times New Roman"/>
              </a:rPr>
              <a:t> </a:t>
            </a:r>
            <a:r>
              <a:rPr sz="1200" dirty="0">
                <a:latin typeface="Times New Roman"/>
                <a:cs typeface="Times New Roman"/>
              </a:rPr>
              <a:t>them</a:t>
            </a:r>
            <a:r>
              <a:rPr sz="1200" spc="-20" dirty="0">
                <a:latin typeface="Times New Roman"/>
                <a:cs typeface="Times New Roman"/>
              </a:rPr>
              <a:t> </a:t>
            </a:r>
            <a:r>
              <a:rPr sz="1200" dirty="0">
                <a:latin typeface="Times New Roman"/>
                <a:cs typeface="Times New Roman"/>
              </a:rPr>
              <a:t>visually</a:t>
            </a:r>
            <a:r>
              <a:rPr sz="1200" spc="-25" dirty="0">
                <a:latin typeface="Times New Roman"/>
                <a:cs typeface="Times New Roman"/>
              </a:rPr>
              <a:t> </a:t>
            </a:r>
            <a:r>
              <a:rPr sz="1200" dirty="0">
                <a:latin typeface="Times New Roman"/>
                <a:cs typeface="Times New Roman"/>
              </a:rPr>
              <a:t>within</a:t>
            </a:r>
            <a:r>
              <a:rPr sz="1200" spc="-25" dirty="0">
                <a:latin typeface="Times New Roman"/>
                <a:cs typeface="Times New Roman"/>
              </a:rPr>
              <a:t> the </a:t>
            </a:r>
            <a:r>
              <a:rPr sz="1200" spc="-10" dirty="0">
                <a:latin typeface="Times New Roman"/>
                <a:cs typeface="Times New Roman"/>
              </a:rPr>
              <a:t>system.</a:t>
            </a:r>
            <a:endParaRPr sz="1200">
              <a:latin typeface="Times New Roman"/>
              <a:cs typeface="Times New Roman"/>
            </a:endParaRPr>
          </a:p>
          <a:p>
            <a:pPr marL="12700">
              <a:lnSpc>
                <a:spcPct val="100000"/>
              </a:lnSpc>
              <a:spcBef>
                <a:spcPts val="840"/>
              </a:spcBef>
            </a:pPr>
            <a:r>
              <a:rPr sz="1200" b="1" dirty="0">
                <a:latin typeface="Times New Roman"/>
                <a:cs typeface="Times New Roman"/>
              </a:rPr>
              <a:t>User</a:t>
            </a:r>
            <a:r>
              <a:rPr sz="1200" b="1" spc="-55" dirty="0">
                <a:latin typeface="Times New Roman"/>
                <a:cs typeface="Times New Roman"/>
              </a:rPr>
              <a:t> </a:t>
            </a:r>
            <a:r>
              <a:rPr sz="1200" b="1" dirty="0">
                <a:latin typeface="Times New Roman"/>
                <a:cs typeface="Times New Roman"/>
              </a:rPr>
              <a:t>Information</a:t>
            </a:r>
            <a:r>
              <a:rPr sz="1200" b="1" spc="-50" dirty="0">
                <a:latin typeface="Times New Roman"/>
                <a:cs typeface="Times New Roman"/>
              </a:rPr>
              <a:t> </a:t>
            </a:r>
            <a:r>
              <a:rPr sz="1200" b="1" spc="-10" dirty="0">
                <a:latin typeface="Times New Roman"/>
                <a:cs typeface="Times New Roman"/>
              </a:rPr>
              <a:t>Display</a:t>
            </a:r>
            <a:r>
              <a:rPr sz="1200" spc="-10" dirty="0">
                <a:latin typeface="Times New Roman"/>
                <a:cs typeface="Times New Roman"/>
              </a:rPr>
              <a:t>:</a:t>
            </a:r>
            <a:endParaRPr sz="1200">
              <a:latin typeface="Times New Roman"/>
              <a:cs typeface="Times New Roman"/>
            </a:endParaRPr>
          </a:p>
          <a:p>
            <a:pPr marL="469265" marR="5080" indent="-228600">
              <a:lnSpc>
                <a:spcPct val="102800"/>
              </a:lnSpc>
              <a:spcBef>
                <a:spcPts val="820"/>
              </a:spcBef>
              <a:buFont typeface="Courier New"/>
              <a:buChar char="o"/>
              <a:tabLst>
                <a:tab pos="469265" algn="l"/>
              </a:tabLst>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provides</a:t>
            </a:r>
            <a:r>
              <a:rPr sz="1200" spc="-3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about</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currently</a:t>
            </a:r>
            <a:r>
              <a:rPr sz="1200" spc="-30" dirty="0">
                <a:latin typeface="Times New Roman"/>
                <a:cs typeface="Times New Roman"/>
              </a:rPr>
              <a:t> </a:t>
            </a:r>
            <a:r>
              <a:rPr sz="1200" dirty="0">
                <a:latin typeface="Times New Roman"/>
                <a:cs typeface="Times New Roman"/>
              </a:rPr>
              <a:t>logged-in</a:t>
            </a:r>
            <a:r>
              <a:rPr sz="1200" spc="-25" dirty="0">
                <a:latin typeface="Times New Roman"/>
                <a:cs typeface="Times New Roman"/>
              </a:rPr>
              <a:t> </a:t>
            </a:r>
            <a:r>
              <a:rPr sz="1200" spc="-10" dirty="0">
                <a:latin typeface="Times New Roman"/>
                <a:cs typeface="Times New Roman"/>
              </a:rPr>
              <a:t>user,</a:t>
            </a:r>
            <a:r>
              <a:rPr sz="1200" spc="-25" dirty="0">
                <a:latin typeface="Times New Roman"/>
                <a:cs typeface="Times New Roman"/>
              </a:rPr>
              <a:t>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them</a:t>
            </a:r>
            <a:r>
              <a:rPr sz="1200" spc="-2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0" dirty="0">
                <a:latin typeface="Times New Roman"/>
                <a:cs typeface="Times New Roman"/>
              </a:rPr>
              <a:t>view </a:t>
            </a:r>
            <a:r>
              <a:rPr sz="1200" dirty="0">
                <a:latin typeface="Times New Roman"/>
                <a:cs typeface="Times New Roman"/>
              </a:rPr>
              <a:t>their</a:t>
            </a:r>
            <a:r>
              <a:rPr sz="1200" spc="-30" dirty="0">
                <a:latin typeface="Times New Roman"/>
                <a:cs typeface="Times New Roman"/>
              </a:rPr>
              <a:t> </a:t>
            </a:r>
            <a:r>
              <a:rPr sz="1200" dirty="0">
                <a:latin typeface="Times New Roman"/>
                <a:cs typeface="Times New Roman"/>
              </a:rPr>
              <a:t>personal</a:t>
            </a:r>
            <a:r>
              <a:rPr sz="1200" spc="-2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contact</a:t>
            </a:r>
            <a:r>
              <a:rPr sz="1200" spc="-25"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at</a:t>
            </a:r>
            <a:r>
              <a:rPr sz="1200" spc="-45" dirty="0">
                <a:latin typeface="Times New Roman"/>
                <a:cs typeface="Times New Roman"/>
              </a:rPr>
              <a:t> </a:t>
            </a:r>
            <a:r>
              <a:rPr sz="1200" dirty="0">
                <a:latin typeface="Times New Roman"/>
                <a:cs typeface="Times New Roman"/>
              </a:rPr>
              <a:t>a</a:t>
            </a:r>
            <a:r>
              <a:rPr sz="1200" spc="-45" dirty="0">
                <a:latin typeface="Times New Roman"/>
                <a:cs typeface="Times New Roman"/>
              </a:rPr>
              <a:t> </a:t>
            </a:r>
            <a:r>
              <a:rPr sz="1200" spc="-10" dirty="0">
                <a:latin typeface="Times New Roman"/>
                <a:cs typeface="Times New Roman"/>
              </a:rPr>
              <a:t>glance.</a:t>
            </a:r>
            <a:endParaRPr sz="1200">
              <a:latin typeface="Times New Roman"/>
              <a:cs typeface="Times New Roman"/>
            </a:endParaRPr>
          </a:p>
          <a:p>
            <a:pPr marL="469900" indent="-228600">
              <a:lnSpc>
                <a:spcPct val="100000"/>
              </a:lnSpc>
              <a:spcBef>
                <a:spcPts val="855"/>
              </a:spcBef>
              <a:buFont typeface="Courier New"/>
              <a:buChar char="o"/>
              <a:tabLst>
                <a:tab pos="469900" algn="l"/>
              </a:tabLst>
            </a:pPr>
            <a:r>
              <a:rPr sz="1200" dirty="0">
                <a:latin typeface="Times New Roman"/>
                <a:cs typeface="Times New Roman"/>
              </a:rPr>
              <a:t>Key</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displayed</a:t>
            </a:r>
            <a:r>
              <a:rPr sz="1200" spc="-4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927100" lvl="1" indent="-228600">
              <a:lnSpc>
                <a:spcPct val="100000"/>
              </a:lnSpc>
              <a:spcBef>
                <a:spcPts val="844"/>
              </a:spcBef>
              <a:buFont typeface="Courier New"/>
              <a:buChar char="o"/>
              <a:tabLst>
                <a:tab pos="927100" algn="l"/>
              </a:tabLst>
            </a:pPr>
            <a:r>
              <a:rPr sz="1200" b="1" dirty="0">
                <a:latin typeface="Times New Roman"/>
                <a:cs typeface="Times New Roman"/>
              </a:rPr>
              <a:t>User</a:t>
            </a:r>
            <a:r>
              <a:rPr sz="1200" b="1" spc="-25" dirty="0">
                <a:latin typeface="Times New Roman"/>
                <a:cs typeface="Times New Roman"/>
              </a:rPr>
              <a:t> </a:t>
            </a:r>
            <a:r>
              <a:rPr sz="1200" b="1" spc="-10" dirty="0">
                <a:latin typeface="Times New Roman"/>
                <a:cs typeface="Times New Roman"/>
              </a:rPr>
              <a:t>Code</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5" dirty="0">
                <a:latin typeface="Times New Roman"/>
                <a:cs typeface="Times New Roman"/>
              </a:rPr>
              <a:t> </a:t>
            </a:r>
            <a:r>
              <a:rPr sz="1200" spc="-10" dirty="0">
                <a:latin typeface="Times New Roman"/>
                <a:cs typeface="Times New Roman"/>
              </a:rPr>
              <a:t>identifier</a:t>
            </a:r>
            <a:r>
              <a:rPr sz="1200" spc="-25" dirty="0">
                <a:latin typeface="Times New Roman"/>
                <a:cs typeface="Times New Roman"/>
              </a:rPr>
              <a:t> </a:t>
            </a:r>
            <a:r>
              <a:rPr sz="1200" dirty="0">
                <a:latin typeface="Times New Roman"/>
                <a:cs typeface="Times New Roman"/>
              </a:rPr>
              <a:t>assigned</a:t>
            </a:r>
            <a:r>
              <a:rPr sz="1200" spc="-1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 </a:t>
            </a:r>
            <a:r>
              <a:rPr sz="1200" spc="-20" dirty="0">
                <a:latin typeface="Times New Roman"/>
                <a:cs typeface="Times New Roman"/>
              </a:rPr>
              <a:t>user.</a:t>
            </a:r>
            <a:endParaRPr sz="1200">
              <a:latin typeface="Times New Roman"/>
              <a:cs typeface="Times New Roman"/>
            </a:endParaRPr>
          </a:p>
          <a:p>
            <a:pPr marL="927100" lvl="1" indent="-228600">
              <a:lnSpc>
                <a:spcPct val="100000"/>
              </a:lnSpc>
              <a:spcBef>
                <a:spcPts val="860"/>
              </a:spcBef>
              <a:buFont typeface="Courier New"/>
              <a:buChar char="o"/>
              <a:tabLst>
                <a:tab pos="927100" algn="l"/>
              </a:tabLst>
            </a:pPr>
            <a:r>
              <a:rPr sz="1200" b="1" dirty="0">
                <a:latin typeface="Times New Roman"/>
                <a:cs typeface="Times New Roman"/>
              </a:rPr>
              <a:t>Username</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display</a:t>
            </a:r>
            <a:r>
              <a:rPr sz="1200" spc="-25" dirty="0">
                <a:latin typeface="Times New Roman"/>
                <a:cs typeface="Times New Roman"/>
              </a:rPr>
              <a:t> </a:t>
            </a:r>
            <a:r>
              <a:rPr sz="1200" dirty="0">
                <a:latin typeface="Times New Roman"/>
                <a:cs typeface="Times New Roman"/>
              </a:rPr>
              <a:t>name</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user</a:t>
            </a:r>
            <a:r>
              <a:rPr sz="1200" spc="-45" dirty="0">
                <a:latin typeface="Times New Roman"/>
                <a:cs typeface="Times New Roman"/>
              </a:rPr>
              <a:t> </a:t>
            </a:r>
            <a:r>
              <a:rPr sz="1200" dirty="0">
                <a:latin typeface="Times New Roman"/>
                <a:cs typeface="Times New Roman"/>
              </a:rPr>
              <a:t>within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927100" marR="191770" lvl="1" indent="-228600">
              <a:lnSpc>
                <a:spcPct val="104200"/>
              </a:lnSpc>
              <a:spcBef>
                <a:spcPts val="780"/>
              </a:spcBef>
              <a:buFont typeface="Courier New"/>
              <a:buChar char="o"/>
              <a:tabLst>
                <a:tab pos="927100" algn="l"/>
              </a:tabLst>
            </a:pPr>
            <a:r>
              <a:rPr sz="1200" b="1" spc="-10" dirty="0">
                <a:latin typeface="Times New Roman"/>
                <a:cs typeface="Times New Roman"/>
              </a:rPr>
              <a:t>Email</a:t>
            </a:r>
            <a:r>
              <a:rPr sz="1200" b="1" spc="-65" dirty="0">
                <a:latin typeface="Times New Roman"/>
                <a:cs typeface="Times New Roman"/>
              </a:rPr>
              <a:t> </a:t>
            </a:r>
            <a:r>
              <a:rPr sz="1200" b="1" spc="-10" dirty="0">
                <a:latin typeface="Times New Roman"/>
                <a:cs typeface="Times New Roman"/>
              </a:rPr>
              <a:t>Address</a:t>
            </a:r>
            <a:r>
              <a:rPr sz="1200" spc="-10" dirty="0">
                <a:latin typeface="Times New Roman"/>
                <a:cs typeface="Times New Roman"/>
              </a:rPr>
              <a:t>:</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user’s</a:t>
            </a:r>
            <a:r>
              <a:rPr sz="1200" spc="-20" dirty="0">
                <a:latin typeface="Times New Roman"/>
                <a:cs typeface="Times New Roman"/>
              </a:rPr>
              <a:t> </a:t>
            </a:r>
            <a:r>
              <a:rPr sz="1200" dirty="0">
                <a:latin typeface="Times New Roman"/>
                <a:cs typeface="Times New Roman"/>
              </a:rPr>
              <a:t>registered</a:t>
            </a:r>
            <a:r>
              <a:rPr sz="1200" spc="-35" dirty="0">
                <a:latin typeface="Times New Roman"/>
                <a:cs typeface="Times New Roman"/>
              </a:rPr>
              <a:t> </a:t>
            </a:r>
            <a:r>
              <a:rPr sz="1200" dirty="0">
                <a:latin typeface="Times New Roman"/>
                <a:cs typeface="Times New Roman"/>
              </a:rPr>
              <a:t>email</a:t>
            </a:r>
            <a:r>
              <a:rPr sz="1200" spc="-10" dirty="0">
                <a:latin typeface="Times New Roman"/>
                <a:cs typeface="Times New Roman"/>
              </a:rPr>
              <a:t> </a:t>
            </a:r>
            <a:r>
              <a:rPr sz="1200" dirty="0">
                <a:latin typeface="Times New Roman"/>
                <a:cs typeface="Times New Roman"/>
              </a:rPr>
              <a:t>address</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communication</a:t>
            </a:r>
            <a:r>
              <a:rPr sz="1200" spc="-1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notifications.</a:t>
            </a:r>
            <a:endParaRPr sz="1200">
              <a:latin typeface="Times New Roman"/>
              <a:cs typeface="Times New Roman"/>
            </a:endParaRPr>
          </a:p>
          <a:p>
            <a:pPr marL="927100" lvl="1" indent="-228600">
              <a:lnSpc>
                <a:spcPct val="100000"/>
              </a:lnSpc>
              <a:spcBef>
                <a:spcPts val="840"/>
              </a:spcBef>
              <a:buFont typeface="Courier New"/>
              <a:buChar char="o"/>
              <a:tabLst>
                <a:tab pos="927100" algn="l"/>
              </a:tabLst>
            </a:pPr>
            <a:r>
              <a:rPr sz="1200" b="1" dirty="0">
                <a:latin typeface="Times New Roman"/>
                <a:cs typeface="Times New Roman"/>
              </a:rPr>
              <a:t>Contact</a:t>
            </a:r>
            <a:r>
              <a:rPr sz="1200" b="1" spc="-45" dirty="0">
                <a:latin typeface="Times New Roman"/>
                <a:cs typeface="Times New Roman"/>
              </a:rPr>
              <a:t> </a:t>
            </a:r>
            <a:r>
              <a:rPr sz="1200" b="1" dirty="0">
                <a:latin typeface="Times New Roman"/>
                <a:cs typeface="Times New Roman"/>
              </a:rPr>
              <a:t>Number</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user’s</a:t>
            </a:r>
            <a:r>
              <a:rPr sz="1200" spc="-45" dirty="0">
                <a:latin typeface="Times New Roman"/>
                <a:cs typeface="Times New Roman"/>
              </a:rPr>
              <a:t> </a:t>
            </a:r>
            <a:r>
              <a:rPr sz="1200" dirty="0">
                <a:latin typeface="Times New Roman"/>
                <a:cs typeface="Times New Roman"/>
              </a:rPr>
              <a:t>phone</a:t>
            </a:r>
            <a:r>
              <a:rPr sz="1200" spc="-25" dirty="0">
                <a:latin typeface="Times New Roman"/>
                <a:cs typeface="Times New Roman"/>
              </a:rPr>
              <a:t> </a:t>
            </a:r>
            <a:r>
              <a:rPr sz="1200" dirty="0">
                <a:latin typeface="Times New Roman"/>
                <a:cs typeface="Times New Roman"/>
              </a:rPr>
              <a:t>number</a:t>
            </a:r>
            <a:r>
              <a:rPr sz="1200" spc="-3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direct</a:t>
            </a:r>
            <a:r>
              <a:rPr sz="1200" spc="-25" dirty="0">
                <a:latin typeface="Times New Roman"/>
                <a:cs typeface="Times New Roman"/>
              </a:rPr>
              <a:t> </a:t>
            </a:r>
            <a:r>
              <a:rPr sz="1200" spc="-10" dirty="0">
                <a:latin typeface="Times New Roman"/>
                <a:cs typeface="Times New Roman"/>
              </a:rPr>
              <a:t>contact.</a:t>
            </a:r>
            <a:endParaRPr sz="1200">
              <a:latin typeface="Times New Roman"/>
              <a:cs typeface="Times New Roman"/>
            </a:endParaRPr>
          </a:p>
          <a:p>
            <a:pPr marL="927100" lvl="1" indent="-228600">
              <a:lnSpc>
                <a:spcPct val="100000"/>
              </a:lnSpc>
              <a:spcBef>
                <a:spcPts val="860"/>
              </a:spcBef>
              <a:buFont typeface="Courier New"/>
              <a:buChar char="o"/>
              <a:tabLst>
                <a:tab pos="92710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also</a:t>
            </a:r>
            <a:r>
              <a:rPr sz="1200" spc="-20" dirty="0">
                <a:latin typeface="Times New Roman"/>
                <a:cs typeface="Times New Roman"/>
              </a:rPr>
              <a:t> </a:t>
            </a:r>
            <a:r>
              <a:rPr sz="1200" dirty="0">
                <a:latin typeface="Times New Roman"/>
                <a:cs typeface="Times New Roman"/>
              </a:rPr>
              <a:t>change</a:t>
            </a:r>
            <a:r>
              <a:rPr sz="1200" spc="-15"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p:nvPr/>
        </p:nvSpPr>
        <p:spPr>
          <a:xfrm>
            <a:off x="6186804" y="9275733"/>
            <a:ext cx="65087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90</a:t>
            </a:r>
            <a:r>
              <a:rPr sz="1100" spc="10" dirty="0">
                <a:latin typeface="Times New Roman"/>
                <a:cs typeface="Times New Roman"/>
              </a:rPr>
              <a:t> </a:t>
            </a:r>
            <a:r>
              <a:rPr sz="1100" dirty="0">
                <a:latin typeface="Times New Roman"/>
                <a:cs typeface="Times New Roman"/>
              </a:rPr>
              <a:t>|</a:t>
            </a:r>
            <a:r>
              <a:rPr sz="1100" spc="-2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15"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5266816"/>
            <a:ext cx="5981065" cy="3697604"/>
            <a:chOff x="896937" y="5266816"/>
            <a:chExt cx="5981065" cy="369760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753869" y="5269991"/>
              <a:ext cx="4454525" cy="3690988"/>
            </a:xfrm>
            <a:prstGeom prst="rect">
              <a:avLst/>
            </a:prstGeom>
          </p:spPr>
        </p:pic>
        <p:sp>
          <p:nvSpPr>
            <p:cNvPr id="6" name="object 6"/>
            <p:cNvSpPr/>
            <p:nvPr/>
          </p:nvSpPr>
          <p:spPr>
            <a:xfrm>
              <a:off x="1752346" y="5268404"/>
              <a:ext cx="4457700" cy="3694429"/>
            </a:xfrm>
            <a:custGeom>
              <a:avLst/>
              <a:gdLst/>
              <a:ahLst/>
              <a:cxnLst/>
              <a:rect l="l" t="t" r="r" b="b"/>
              <a:pathLst>
                <a:path w="4457700" h="3694429">
                  <a:moveTo>
                    <a:pt x="0" y="3694176"/>
                  </a:moveTo>
                  <a:lnTo>
                    <a:pt x="4457700" y="3694176"/>
                  </a:lnTo>
                  <a:lnTo>
                    <a:pt x="4457700" y="0"/>
                  </a:lnTo>
                  <a:lnTo>
                    <a:pt x="0" y="0"/>
                  </a:lnTo>
                  <a:lnTo>
                    <a:pt x="0" y="3694176"/>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904493"/>
            <a:ext cx="5923280" cy="4565650"/>
          </a:xfrm>
          <a:prstGeom prst="rect">
            <a:avLst/>
          </a:prstGeom>
        </p:spPr>
        <p:txBody>
          <a:bodyPr vert="horz" wrap="square" lIns="0" tIns="12700" rIns="0" bIns="0" rtlCol="0">
            <a:spAutoFit/>
          </a:bodyPr>
          <a:lstStyle/>
          <a:p>
            <a:pPr marL="469265" indent="-227965">
              <a:lnSpc>
                <a:spcPct val="100000"/>
              </a:lnSpc>
              <a:spcBef>
                <a:spcPts val="100"/>
              </a:spcBef>
              <a:buFont typeface="Symbol"/>
              <a:buChar char=""/>
              <a:tabLst>
                <a:tab pos="469265" algn="l"/>
              </a:tabLst>
            </a:pPr>
            <a:r>
              <a:rPr sz="1400" b="1" dirty="0">
                <a:latin typeface="Times New Roman"/>
                <a:cs typeface="Times New Roman"/>
              </a:rPr>
              <a:t>Notification</a:t>
            </a:r>
            <a:r>
              <a:rPr sz="1400" b="1" spc="-50" dirty="0">
                <a:latin typeface="Times New Roman"/>
                <a:cs typeface="Times New Roman"/>
              </a:rPr>
              <a:t> </a:t>
            </a:r>
            <a:r>
              <a:rPr sz="1400" b="1" spc="-10" dirty="0">
                <a:latin typeface="Times New Roman"/>
                <a:cs typeface="Times New Roman"/>
              </a:rPr>
              <a:t>Section:</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40"/>
              </a:spcBef>
            </a:pPr>
            <a:endParaRPr sz="1400">
              <a:latin typeface="Times New Roman"/>
              <a:cs typeface="Times New Roman"/>
            </a:endParaRPr>
          </a:p>
          <a:p>
            <a:pPr marL="12700" marR="33655">
              <a:lnSpc>
                <a:spcPct val="102800"/>
              </a:lnSpc>
            </a:pPr>
            <a:r>
              <a:rPr sz="1200" dirty="0">
                <a:latin typeface="Times New Roman"/>
                <a:cs typeface="Times New Roman"/>
              </a:rPr>
              <a:t>This</a:t>
            </a:r>
            <a:r>
              <a:rPr sz="1200" spc="-50" dirty="0">
                <a:latin typeface="Times New Roman"/>
                <a:cs typeface="Times New Roman"/>
              </a:rPr>
              <a:t> </a:t>
            </a:r>
            <a:r>
              <a:rPr sz="1200" dirty="0">
                <a:latin typeface="Times New Roman"/>
                <a:cs typeface="Times New Roman"/>
              </a:rPr>
              <a:t>flexible</a:t>
            </a:r>
            <a:r>
              <a:rPr sz="1200" spc="-30" dirty="0">
                <a:latin typeface="Times New Roman"/>
                <a:cs typeface="Times New Roman"/>
              </a:rPr>
              <a:t> </a:t>
            </a:r>
            <a:r>
              <a:rPr sz="1200" dirty="0">
                <a:latin typeface="Times New Roman"/>
                <a:cs typeface="Times New Roman"/>
              </a:rPr>
              <a:t>structure</a:t>
            </a:r>
            <a:r>
              <a:rPr sz="1200" spc="-50" dirty="0">
                <a:latin typeface="Times New Roman"/>
                <a:cs typeface="Times New Roman"/>
              </a:rPr>
              <a:t> </a:t>
            </a:r>
            <a:r>
              <a:rPr sz="1200" dirty="0">
                <a:latin typeface="Times New Roman"/>
                <a:cs typeface="Times New Roman"/>
              </a:rPr>
              <a:t>ensures</a:t>
            </a:r>
            <a:r>
              <a:rPr sz="1200" spc="-5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users</a:t>
            </a:r>
            <a:r>
              <a:rPr sz="1200" spc="-50" dirty="0">
                <a:latin typeface="Times New Roman"/>
                <a:cs typeface="Times New Roman"/>
              </a:rPr>
              <a:t> </a:t>
            </a:r>
            <a:r>
              <a:rPr sz="1200" dirty="0">
                <a:latin typeface="Times New Roman"/>
                <a:cs typeface="Times New Roman"/>
              </a:rPr>
              <a:t>receive</a:t>
            </a:r>
            <a:r>
              <a:rPr sz="1200" spc="-30" dirty="0">
                <a:latin typeface="Times New Roman"/>
                <a:cs typeface="Times New Roman"/>
              </a:rPr>
              <a:t> </a:t>
            </a:r>
            <a:r>
              <a:rPr sz="1200" spc="-10" dirty="0">
                <a:latin typeface="Times New Roman"/>
                <a:cs typeface="Times New Roman"/>
              </a:rPr>
              <a:t>clear,</a:t>
            </a:r>
            <a:r>
              <a:rPr sz="1200" spc="-40" dirty="0">
                <a:latin typeface="Times New Roman"/>
                <a:cs typeface="Times New Roman"/>
              </a:rPr>
              <a:t> </a:t>
            </a:r>
            <a:r>
              <a:rPr sz="1200" dirty="0">
                <a:latin typeface="Times New Roman"/>
                <a:cs typeface="Times New Roman"/>
              </a:rPr>
              <a:t>actionable</a:t>
            </a:r>
            <a:r>
              <a:rPr sz="1200" spc="-30" dirty="0">
                <a:latin typeface="Times New Roman"/>
                <a:cs typeface="Times New Roman"/>
              </a:rPr>
              <a:t> </a:t>
            </a:r>
            <a:r>
              <a:rPr sz="1200" dirty="0">
                <a:latin typeface="Times New Roman"/>
                <a:cs typeface="Times New Roman"/>
              </a:rPr>
              <a:t>information</a:t>
            </a:r>
            <a:r>
              <a:rPr sz="1200" spc="-40" dirty="0">
                <a:latin typeface="Times New Roman"/>
                <a:cs typeface="Times New Roman"/>
              </a:rPr>
              <a:t> </a:t>
            </a:r>
            <a:r>
              <a:rPr sz="1200" dirty="0">
                <a:latin typeface="Times New Roman"/>
                <a:cs typeface="Times New Roman"/>
              </a:rPr>
              <a:t>tailored</a:t>
            </a:r>
            <a:r>
              <a:rPr sz="1200" spc="-3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various </a:t>
            </a:r>
            <a:r>
              <a:rPr sz="1200" dirty="0">
                <a:latin typeface="Times New Roman"/>
                <a:cs typeface="Times New Roman"/>
              </a:rPr>
              <a:t>types</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notifications,</a:t>
            </a:r>
            <a:r>
              <a:rPr sz="1200" spc="-20" dirty="0">
                <a:latin typeface="Times New Roman"/>
                <a:cs typeface="Times New Roman"/>
              </a:rPr>
              <a:t> </a:t>
            </a:r>
            <a:r>
              <a:rPr sz="1200" dirty="0">
                <a:latin typeface="Times New Roman"/>
                <a:cs typeface="Times New Roman"/>
              </a:rPr>
              <a:t>whether</a:t>
            </a:r>
            <a:r>
              <a:rPr sz="1200" spc="-4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relate</a:t>
            </a:r>
            <a:r>
              <a:rPr sz="1200" spc="-3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meetings,</a:t>
            </a:r>
            <a:r>
              <a:rPr sz="1200" spc="-25" dirty="0">
                <a:latin typeface="Times New Roman"/>
                <a:cs typeface="Times New Roman"/>
              </a:rPr>
              <a:t> </a:t>
            </a:r>
            <a:r>
              <a:rPr sz="1200" dirty="0">
                <a:latin typeface="Times New Roman"/>
                <a:cs typeface="Times New Roman"/>
              </a:rPr>
              <a:t>requests,</a:t>
            </a:r>
            <a:r>
              <a:rPr sz="1200" spc="-20" dirty="0">
                <a:latin typeface="Times New Roman"/>
                <a:cs typeface="Times New Roman"/>
              </a:rPr>
              <a:t> </a:t>
            </a:r>
            <a:r>
              <a:rPr sz="1200" dirty="0">
                <a:latin typeface="Times New Roman"/>
                <a:cs typeface="Times New Roman"/>
              </a:rPr>
              <a:t>updates,</a:t>
            </a:r>
            <a:r>
              <a:rPr sz="1200" spc="-20" dirty="0">
                <a:latin typeface="Times New Roman"/>
                <a:cs typeface="Times New Roman"/>
              </a:rPr>
              <a:t> </a:t>
            </a:r>
            <a:r>
              <a:rPr sz="1200" dirty="0">
                <a:latin typeface="Times New Roman"/>
                <a:cs typeface="Times New Roman"/>
              </a:rPr>
              <a:t>change</a:t>
            </a:r>
            <a:r>
              <a:rPr sz="1200" spc="-20"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a:p>
            <a:pPr marL="12700">
              <a:lnSpc>
                <a:spcPct val="100000"/>
              </a:lnSpc>
              <a:spcBef>
                <a:spcPts val="60"/>
              </a:spcBef>
            </a:pPr>
            <a:r>
              <a:rPr sz="1200" dirty="0">
                <a:latin typeface="Times New Roman"/>
                <a:cs typeface="Times New Roman"/>
              </a:rPr>
              <a:t>request</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40" dirty="0">
                <a:latin typeface="Times New Roman"/>
                <a:cs typeface="Times New Roman"/>
              </a:rPr>
              <a:t> </a:t>
            </a:r>
            <a:r>
              <a:rPr sz="1200" spc="-10" dirty="0">
                <a:latin typeface="Times New Roman"/>
                <a:cs typeface="Times New Roman"/>
              </a:rPr>
              <a:t>activities.</a:t>
            </a:r>
            <a:endParaRPr sz="1200">
              <a:latin typeface="Times New Roman"/>
              <a:cs typeface="Times New Roman"/>
            </a:endParaRPr>
          </a:p>
          <a:p>
            <a:pPr marL="12700">
              <a:lnSpc>
                <a:spcPct val="100000"/>
              </a:lnSpc>
              <a:spcBef>
                <a:spcPts val="840"/>
              </a:spcBef>
            </a:pPr>
            <a:r>
              <a:rPr sz="1400" b="1" dirty="0">
                <a:latin typeface="Times New Roman"/>
                <a:cs typeface="Times New Roman"/>
              </a:rPr>
              <a:t>Notification</a:t>
            </a:r>
            <a:r>
              <a:rPr sz="1400" b="1" spc="-40" dirty="0">
                <a:latin typeface="Times New Roman"/>
                <a:cs typeface="Times New Roman"/>
              </a:rPr>
              <a:t> </a:t>
            </a:r>
            <a:r>
              <a:rPr sz="1400" b="1" spc="-10" dirty="0">
                <a:latin typeface="Times New Roman"/>
                <a:cs typeface="Times New Roman"/>
              </a:rPr>
              <a:t>Categories</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section</a:t>
            </a:r>
            <a:r>
              <a:rPr sz="1200" spc="-1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divided</a:t>
            </a:r>
            <a:r>
              <a:rPr sz="1200" spc="-15" dirty="0">
                <a:latin typeface="Times New Roman"/>
                <a:cs typeface="Times New Roman"/>
              </a:rPr>
              <a:t> </a:t>
            </a:r>
            <a:r>
              <a:rPr sz="1200" dirty="0">
                <a:latin typeface="Times New Roman"/>
                <a:cs typeface="Times New Roman"/>
              </a:rPr>
              <a:t>into</a:t>
            </a:r>
            <a:r>
              <a:rPr sz="1200" spc="-40" dirty="0">
                <a:latin typeface="Times New Roman"/>
                <a:cs typeface="Times New Roman"/>
              </a:rPr>
              <a:t> </a:t>
            </a:r>
            <a:r>
              <a:rPr sz="1200" dirty="0">
                <a:latin typeface="Times New Roman"/>
                <a:cs typeface="Times New Roman"/>
              </a:rPr>
              <a:t>two</a:t>
            </a:r>
            <a:r>
              <a:rPr sz="1200" spc="-20" dirty="0">
                <a:latin typeface="Times New Roman"/>
                <a:cs typeface="Times New Roman"/>
              </a:rPr>
              <a:t> </a:t>
            </a:r>
            <a:r>
              <a:rPr sz="1200" spc="-10" dirty="0">
                <a:latin typeface="Times New Roman"/>
                <a:cs typeface="Times New Roman"/>
              </a:rPr>
              <a:t>categories:</a:t>
            </a:r>
            <a:endParaRPr sz="1200">
              <a:latin typeface="Times New Roman"/>
              <a:cs typeface="Times New Roman"/>
            </a:endParaRPr>
          </a:p>
          <a:p>
            <a:pPr marL="469265" marR="140970" indent="-228600">
              <a:lnSpc>
                <a:spcPct val="103600"/>
              </a:lnSpc>
              <a:spcBef>
                <a:spcPts val="780"/>
              </a:spcBef>
              <a:buSzPct val="85714"/>
              <a:buFont typeface="Courier New"/>
              <a:buChar char="o"/>
              <a:tabLst>
                <a:tab pos="469265" algn="l"/>
              </a:tabLst>
            </a:pPr>
            <a:r>
              <a:rPr sz="1400" b="1" dirty="0">
                <a:latin typeface="Times New Roman"/>
                <a:cs typeface="Times New Roman"/>
              </a:rPr>
              <a:t>Unread</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Displays</a:t>
            </a:r>
            <a:r>
              <a:rPr sz="1200" spc="-30" dirty="0">
                <a:latin typeface="Times New Roman"/>
                <a:cs typeface="Times New Roman"/>
              </a:rPr>
              <a:t> </a:t>
            </a: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notifications</a:t>
            </a:r>
            <a:r>
              <a:rPr sz="1200" spc="-50"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hasn’t</a:t>
            </a:r>
            <a:r>
              <a:rPr sz="1200" spc="-15" dirty="0">
                <a:latin typeface="Times New Roman"/>
                <a:cs typeface="Times New Roman"/>
              </a:rPr>
              <a:t> </a:t>
            </a:r>
            <a:r>
              <a:rPr sz="1200" dirty="0">
                <a:latin typeface="Times New Roman"/>
                <a:cs typeface="Times New Roman"/>
              </a:rPr>
              <a:t>opened</a:t>
            </a:r>
            <a:r>
              <a:rPr sz="1200" spc="-25" dirty="0">
                <a:latin typeface="Times New Roman"/>
                <a:cs typeface="Times New Roman"/>
              </a:rPr>
              <a:t> </a:t>
            </a:r>
            <a:r>
              <a:rPr sz="1200" dirty="0">
                <a:latin typeface="Times New Roman"/>
                <a:cs typeface="Times New Roman"/>
              </a:rPr>
              <a:t>yet,</a:t>
            </a:r>
            <a:r>
              <a:rPr sz="1200" spc="-20" dirty="0">
                <a:latin typeface="Times New Roman"/>
                <a:cs typeface="Times New Roman"/>
              </a:rPr>
              <a:t> </a:t>
            </a:r>
            <a:r>
              <a:rPr sz="1200" dirty="0">
                <a:latin typeface="Times New Roman"/>
                <a:cs typeface="Times New Roman"/>
              </a:rPr>
              <a:t>helping</a:t>
            </a:r>
            <a:r>
              <a:rPr sz="1200" spc="-25" dirty="0">
                <a:latin typeface="Times New Roman"/>
                <a:cs typeface="Times New Roman"/>
              </a:rPr>
              <a:t> </a:t>
            </a:r>
            <a:r>
              <a:rPr sz="1200" spc="-10" dirty="0">
                <a:latin typeface="Times New Roman"/>
                <a:cs typeface="Times New Roman"/>
              </a:rPr>
              <a:t>users </a:t>
            </a:r>
            <a:r>
              <a:rPr sz="1200" dirty="0">
                <a:latin typeface="Times New Roman"/>
                <a:cs typeface="Times New Roman"/>
              </a:rPr>
              <a:t>quickly</a:t>
            </a:r>
            <a:r>
              <a:rPr sz="1200" spc="-15" dirty="0">
                <a:latin typeface="Times New Roman"/>
                <a:cs typeface="Times New Roman"/>
              </a:rPr>
              <a:t> </a:t>
            </a:r>
            <a:r>
              <a:rPr sz="1200" dirty="0">
                <a:latin typeface="Times New Roman"/>
                <a:cs typeface="Times New Roman"/>
              </a:rPr>
              <a:t>find</a:t>
            </a:r>
            <a:r>
              <a:rPr sz="1200" spc="-15" dirty="0">
                <a:latin typeface="Times New Roman"/>
                <a:cs typeface="Times New Roman"/>
              </a:rPr>
              <a:t> </a:t>
            </a:r>
            <a:r>
              <a:rPr sz="1200" dirty="0">
                <a:latin typeface="Times New Roman"/>
                <a:cs typeface="Times New Roman"/>
              </a:rPr>
              <a:t>new</a:t>
            </a:r>
            <a:r>
              <a:rPr sz="1200" spc="-2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a:p>
            <a:pPr marL="467995" marR="5080" indent="-227329">
              <a:lnSpc>
                <a:spcPct val="103600"/>
              </a:lnSpc>
              <a:spcBef>
                <a:spcPts val="805"/>
              </a:spcBef>
              <a:buFont typeface="Courier New"/>
              <a:buChar char="o"/>
              <a:tabLst>
                <a:tab pos="469265" algn="l"/>
              </a:tabLst>
            </a:pPr>
            <a:r>
              <a:rPr sz="1400" b="1" dirty="0">
                <a:latin typeface="Times New Roman"/>
                <a:cs typeface="Times New Roman"/>
              </a:rPr>
              <a:t>All</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Shows</a:t>
            </a:r>
            <a:r>
              <a:rPr sz="1200" spc="-2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complete</a:t>
            </a:r>
            <a:r>
              <a:rPr sz="1200" spc="-30" dirty="0">
                <a:latin typeface="Times New Roman"/>
                <a:cs typeface="Times New Roman"/>
              </a:rPr>
              <a:t> </a:t>
            </a:r>
            <a:r>
              <a:rPr sz="1200" dirty="0">
                <a:latin typeface="Times New Roman"/>
                <a:cs typeface="Times New Roman"/>
              </a:rPr>
              <a:t>list</a:t>
            </a:r>
            <a:r>
              <a:rPr sz="1200" spc="-1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10" dirty="0">
                <a:latin typeface="Times New Roman"/>
                <a:cs typeface="Times New Roman"/>
              </a:rPr>
              <a:t>notifications,</a:t>
            </a:r>
            <a:r>
              <a:rPr sz="1200" spc="-20" dirty="0">
                <a:latin typeface="Times New Roman"/>
                <a:cs typeface="Times New Roman"/>
              </a:rPr>
              <a:t> </a:t>
            </a:r>
            <a:r>
              <a:rPr sz="1200" dirty="0">
                <a:latin typeface="Times New Roman"/>
                <a:cs typeface="Times New Roman"/>
              </a:rPr>
              <a:t>including</a:t>
            </a:r>
            <a:r>
              <a:rPr sz="1200" spc="-15" dirty="0">
                <a:latin typeface="Times New Roman"/>
                <a:cs typeface="Times New Roman"/>
              </a:rPr>
              <a:t> </a:t>
            </a:r>
            <a:r>
              <a:rPr sz="1200" dirty="0">
                <a:latin typeface="Times New Roman"/>
                <a:cs typeface="Times New Roman"/>
              </a:rPr>
              <a:t>both</a:t>
            </a:r>
            <a:r>
              <a:rPr sz="1200" spc="-15" dirty="0">
                <a:latin typeface="Times New Roman"/>
                <a:cs typeface="Times New Roman"/>
              </a:rPr>
              <a:t> </a:t>
            </a:r>
            <a:r>
              <a:rPr sz="1200" dirty="0">
                <a:latin typeface="Times New Roman"/>
                <a:cs typeface="Times New Roman"/>
              </a:rPr>
              <a:t>read</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unread</a:t>
            </a:r>
            <a:r>
              <a:rPr sz="1200" spc="5" dirty="0">
                <a:latin typeface="Times New Roman"/>
                <a:cs typeface="Times New Roman"/>
              </a:rPr>
              <a:t> </a:t>
            </a:r>
            <a:r>
              <a:rPr sz="1200" dirty="0">
                <a:latin typeface="Times New Roman"/>
                <a:cs typeface="Times New Roman"/>
              </a:rPr>
              <a:t>items,</a:t>
            </a:r>
            <a:r>
              <a:rPr sz="1200" spc="-1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50" dirty="0">
                <a:latin typeface="Times New Roman"/>
                <a:cs typeface="Times New Roman"/>
              </a:rPr>
              <a:t>a 	</a:t>
            </a:r>
            <a:r>
              <a:rPr sz="1200" dirty="0">
                <a:latin typeface="Times New Roman"/>
                <a:cs typeface="Times New Roman"/>
              </a:rPr>
              <a:t>comprehensive</a:t>
            </a:r>
            <a:r>
              <a:rPr sz="1200" spc="-70" dirty="0">
                <a:latin typeface="Times New Roman"/>
                <a:cs typeface="Times New Roman"/>
              </a:rPr>
              <a:t> </a:t>
            </a:r>
            <a:r>
              <a:rPr sz="1200" spc="-20" dirty="0">
                <a:latin typeface="Times New Roman"/>
                <a:cs typeface="Times New Roman"/>
              </a:rPr>
              <a:t>view</a:t>
            </a:r>
            <a:r>
              <a:rPr sz="1400" spc="-20" dirty="0">
                <a:latin typeface="Times New Roman"/>
                <a:cs typeface="Times New Roman"/>
              </a:rPr>
              <a:t>.</a:t>
            </a:r>
            <a:endParaRPr sz="1400">
              <a:latin typeface="Times New Roman"/>
              <a:cs typeface="Times New Roman"/>
            </a:endParaRPr>
          </a:p>
          <a:p>
            <a:pPr marL="240029" marR="271780" indent="-227329">
              <a:lnSpc>
                <a:spcPct val="103600"/>
              </a:lnSpc>
              <a:spcBef>
                <a:spcPts val="775"/>
              </a:spcBef>
              <a:buFont typeface="Courier New"/>
              <a:buChar char="o"/>
              <a:tabLst>
                <a:tab pos="241300" algn="l"/>
              </a:tabLst>
            </a:pPr>
            <a:r>
              <a:rPr sz="1400" b="1" dirty="0">
                <a:latin typeface="Times New Roman"/>
                <a:cs typeface="Times New Roman"/>
              </a:rPr>
              <a:t>Notification</a:t>
            </a:r>
            <a:r>
              <a:rPr sz="1400" b="1" spc="-25" dirty="0">
                <a:latin typeface="Times New Roman"/>
                <a:cs typeface="Times New Roman"/>
              </a:rPr>
              <a:t> </a:t>
            </a:r>
            <a:r>
              <a:rPr sz="1400" b="1" dirty="0">
                <a:latin typeface="Times New Roman"/>
                <a:cs typeface="Times New Roman"/>
              </a:rPr>
              <a:t>Details</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Each</a:t>
            </a:r>
            <a:r>
              <a:rPr sz="1200" spc="-20" dirty="0">
                <a:latin typeface="Times New Roman"/>
                <a:cs typeface="Times New Roman"/>
              </a:rPr>
              <a:t> </a:t>
            </a:r>
            <a:r>
              <a:rPr sz="1200" spc="-10" dirty="0">
                <a:latin typeface="Times New Roman"/>
                <a:cs typeface="Times New Roman"/>
              </a:rPr>
              <a:t>notification</a:t>
            </a:r>
            <a:r>
              <a:rPr sz="1200" spc="-20"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specific</a:t>
            </a:r>
            <a:r>
              <a:rPr sz="1200" spc="-1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user's 	</a:t>
            </a:r>
            <a:r>
              <a:rPr sz="1200" dirty="0">
                <a:latin typeface="Times New Roman"/>
                <a:cs typeface="Times New Roman"/>
              </a:rPr>
              <a:t>activities</a:t>
            </a:r>
            <a:r>
              <a:rPr sz="1200" spc="-55"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interactions</a:t>
            </a:r>
            <a:r>
              <a:rPr sz="1200" spc="-50" dirty="0">
                <a:latin typeface="Times New Roman"/>
                <a:cs typeface="Times New Roman"/>
              </a:rPr>
              <a:t> </a:t>
            </a:r>
            <a:r>
              <a:rPr sz="1200" spc="-10" dirty="0">
                <a:latin typeface="Times New Roman"/>
                <a:cs typeface="Times New Roman"/>
              </a:rPr>
              <a:t>like:</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dirty="0">
                <a:latin typeface="Times New Roman"/>
                <a:cs typeface="Times New Roman"/>
              </a:rPr>
              <a:t>Who</a:t>
            </a:r>
            <a:r>
              <a:rPr sz="1400" b="1" spc="-20" dirty="0">
                <a:latin typeface="Times New Roman"/>
                <a:cs typeface="Times New Roman"/>
              </a:rPr>
              <a:t> </a:t>
            </a:r>
            <a:r>
              <a:rPr sz="1200" dirty="0">
                <a:latin typeface="Times New Roman"/>
                <a:cs typeface="Times New Roman"/>
              </a:rPr>
              <a:t>initiated</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action</a:t>
            </a:r>
            <a:r>
              <a:rPr sz="1200" spc="-2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r>
              <a:rPr sz="1400" spc="-10" dirty="0">
                <a:latin typeface="Times New Roman"/>
                <a:cs typeface="Times New Roman"/>
              </a:rPr>
              <a:t>?</a:t>
            </a:r>
            <a:endParaRPr sz="1400">
              <a:latin typeface="Times New Roman"/>
              <a:cs typeface="Times New Roman"/>
            </a:endParaRPr>
          </a:p>
          <a:p>
            <a:pPr marL="240029" indent="-227329">
              <a:lnSpc>
                <a:spcPct val="100000"/>
              </a:lnSpc>
              <a:spcBef>
                <a:spcPts val="865"/>
              </a:spcBef>
              <a:buFont typeface="Courier New"/>
              <a:buChar char="o"/>
              <a:tabLst>
                <a:tab pos="240029" algn="l"/>
              </a:tabLst>
            </a:pPr>
            <a:r>
              <a:rPr sz="1400" b="1" dirty="0">
                <a:latin typeface="Times New Roman"/>
                <a:cs typeface="Times New Roman"/>
              </a:rPr>
              <a:t>Relevant</a:t>
            </a:r>
            <a:r>
              <a:rPr sz="1400" b="1" spc="-30" dirty="0">
                <a:latin typeface="Times New Roman"/>
                <a:cs typeface="Times New Roman"/>
              </a:rPr>
              <a:t> </a:t>
            </a:r>
            <a:r>
              <a:rPr sz="1400" b="1" dirty="0">
                <a:latin typeface="Times New Roman"/>
                <a:cs typeface="Times New Roman"/>
              </a:rPr>
              <a:t>Parties</a:t>
            </a:r>
            <a:r>
              <a:rPr sz="1400" b="1" spc="-20" dirty="0">
                <a:latin typeface="Times New Roman"/>
                <a:cs typeface="Times New Roman"/>
              </a:rPr>
              <a:t> </a:t>
            </a:r>
            <a:r>
              <a:rPr sz="1200" dirty="0">
                <a:latin typeface="Times New Roman"/>
                <a:cs typeface="Times New Roman"/>
              </a:rPr>
              <a:t>involved</a:t>
            </a:r>
            <a:r>
              <a:rPr sz="1200" spc="-2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notification</a:t>
            </a:r>
            <a:r>
              <a:rPr sz="1400" spc="-10" dirty="0">
                <a:latin typeface="Times New Roman"/>
                <a:cs typeface="Times New Roman"/>
              </a:rPr>
              <a:t>.</a:t>
            </a:r>
            <a:endParaRPr sz="1400">
              <a:latin typeface="Times New Roman"/>
              <a:cs typeface="Times New Roman"/>
            </a:endParaRPr>
          </a:p>
          <a:p>
            <a:pPr marL="241300" marR="260985" indent="-228600">
              <a:lnSpc>
                <a:spcPct val="102400"/>
              </a:lnSpc>
              <a:spcBef>
                <a:spcPts val="819"/>
              </a:spcBef>
              <a:buSzPct val="85714"/>
              <a:buFont typeface="Courier New"/>
              <a:buChar char="o"/>
              <a:tabLst>
                <a:tab pos="241300" algn="l"/>
              </a:tabLst>
            </a:pPr>
            <a:r>
              <a:rPr sz="1400" b="1" dirty="0">
                <a:latin typeface="Times New Roman"/>
                <a:cs typeface="Times New Roman"/>
              </a:rPr>
              <a:t>Additional</a:t>
            </a:r>
            <a:r>
              <a:rPr sz="1400" b="1" spc="-35" dirty="0">
                <a:latin typeface="Times New Roman"/>
                <a:cs typeface="Times New Roman"/>
              </a:rPr>
              <a:t> </a:t>
            </a:r>
            <a:r>
              <a:rPr sz="1400" b="1" dirty="0">
                <a:latin typeface="Times New Roman"/>
                <a:cs typeface="Times New Roman"/>
              </a:rPr>
              <a:t>Information</a:t>
            </a:r>
            <a:r>
              <a:rPr sz="1400" b="1" spc="-20" dirty="0">
                <a:latin typeface="Times New Roman"/>
                <a:cs typeface="Times New Roman"/>
              </a:rPr>
              <a:t> </a:t>
            </a:r>
            <a:r>
              <a:rPr sz="1200" dirty="0">
                <a:latin typeface="Times New Roman"/>
                <a:cs typeface="Times New Roman"/>
              </a:rPr>
              <a:t>like</a:t>
            </a:r>
            <a:r>
              <a:rPr sz="1200" spc="-25" dirty="0">
                <a:latin typeface="Times New Roman"/>
                <a:cs typeface="Times New Roman"/>
              </a:rPr>
              <a:t> </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date,</a:t>
            </a:r>
            <a:r>
              <a:rPr sz="1200" spc="-3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other</a:t>
            </a:r>
            <a:r>
              <a:rPr sz="1200" spc="-30" dirty="0">
                <a:latin typeface="Times New Roman"/>
                <a:cs typeface="Times New Roman"/>
              </a:rPr>
              <a:t> </a:t>
            </a:r>
            <a:r>
              <a:rPr sz="1200" dirty="0">
                <a:latin typeface="Times New Roman"/>
                <a:cs typeface="Times New Roman"/>
              </a:rPr>
              <a:t>pertinent</a:t>
            </a:r>
            <a:r>
              <a:rPr sz="1200" spc="-25"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specific</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5" dirty="0">
                <a:latin typeface="Times New Roman"/>
                <a:cs typeface="Times New Roman"/>
              </a:rPr>
              <a:t>the </a:t>
            </a:r>
            <a:r>
              <a:rPr sz="1200" spc="-10" dirty="0">
                <a:latin typeface="Times New Roman"/>
                <a:cs typeface="Times New Roman"/>
              </a:rPr>
              <a:t>action.</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92645"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91</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304800" y="304800"/>
            <a:ext cx="7165340" cy="9451340"/>
            <a:chOff x="304800" y="304800"/>
            <a:chExt cx="7165340" cy="945134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134110" y="1439254"/>
              <a:ext cx="5340985" cy="4234659"/>
            </a:xfrm>
            <a:prstGeom prst="rect">
              <a:avLst/>
            </a:prstGeom>
          </p:spPr>
        </p:pic>
        <p:sp>
          <p:nvSpPr>
            <p:cNvPr id="6" name="object 6"/>
            <p:cNvSpPr/>
            <p:nvPr/>
          </p:nvSpPr>
          <p:spPr>
            <a:xfrm>
              <a:off x="1132522" y="1310639"/>
              <a:ext cx="5344160" cy="4456430"/>
            </a:xfrm>
            <a:custGeom>
              <a:avLst/>
              <a:gdLst/>
              <a:ahLst/>
              <a:cxnLst/>
              <a:rect l="l" t="t" r="r" b="b"/>
              <a:pathLst>
                <a:path w="5344160" h="4456430">
                  <a:moveTo>
                    <a:pt x="0" y="4456430"/>
                  </a:moveTo>
                  <a:lnTo>
                    <a:pt x="5344160" y="4456430"/>
                  </a:lnTo>
                  <a:lnTo>
                    <a:pt x="5344160" y="0"/>
                  </a:lnTo>
                  <a:lnTo>
                    <a:pt x="0" y="0"/>
                  </a:lnTo>
                  <a:lnTo>
                    <a:pt x="0" y="4456430"/>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92</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84505" y="2023554"/>
            <a:ext cx="6847840" cy="6927215"/>
            <a:chOff x="484505" y="2023554"/>
            <a:chExt cx="6847840" cy="692721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44691" y="2026666"/>
              <a:ext cx="6784351" cy="3121025"/>
            </a:xfrm>
            <a:prstGeom prst="rect">
              <a:avLst/>
            </a:prstGeom>
          </p:spPr>
        </p:pic>
        <p:sp>
          <p:nvSpPr>
            <p:cNvPr id="6" name="object 6"/>
            <p:cNvSpPr/>
            <p:nvPr/>
          </p:nvSpPr>
          <p:spPr>
            <a:xfrm>
              <a:off x="486092" y="2025142"/>
              <a:ext cx="6844665" cy="3124200"/>
            </a:xfrm>
            <a:custGeom>
              <a:avLst/>
              <a:gdLst/>
              <a:ahLst/>
              <a:cxnLst/>
              <a:rect l="l" t="t" r="r" b="b"/>
              <a:pathLst>
                <a:path w="6844665" h="3124200">
                  <a:moveTo>
                    <a:pt x="0" y="3124199"/>
                  </a:moveTo>
                  <a:lnTo>
                    <a:pt x="6844538" y="3124199"/>
                  </a:lnTo>
                  <a:lnTo>
                    <a:pt x="6844538" y="0"/>
                  </a:lnTo>
                  <a:lnTo>
                    <a:pt x="0" y="0"/>
                  </a:lnTo>
                  <a:lnTo>
                    <a:pt x="0" y="3124199"/>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552575" cy="26924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Ticket</a:t>
            </a:r>
            <a:r>
              <a:rPr sz="1600" b="1" spc="-5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p:txBody>
      </p:sp>
      <p:sp>
        <p:nvSpPr>
          <p:cNvPr id="8" name="object 8"/>
          <p:cNvSpPr txBox="1"/>
          <p:nvPr/>
        </p:nvSpPr>
        <p:spPr>
          <a:xfrm>
            <a:off x="902017" y="1729993"/>
            <a:ext cx="489204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Here's</a:t>
            </a:r>
            <a:r>
              <a:rPr sz="1200" spc="-4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structured</a:t>
            </a:r>
            <a:r>
              <a:rPr sz="1200" spc="-30" dirty="0">
                <a:latin typeface="Times New Roman"/>
                <a:cs typeface="Times New Roman"/>
              </a:rPr>
              <a:t> </a:t>
            </a:r>
            <a:r>
              <a:rPr sz="1200" dirty="0">
                <a:latin typeface="Times New Roman"/>
                <a:cs typeface="Times New Roman"/>
              </a:rPr>
              <a:t>breakdown</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list</a:t>
            </a:r>
            <a:r>
              <a:rPr sz="1200" spc="-20"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shown</a:t>
            </a:r>
            <a:r>
              <a:rPr sz="1200" spc="-2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image:</a:t>
            </a:r>
            <a:endParaRPr sz="1200">
              <a:latin typeface="Times New Roman"/>
              <a:cs typeface="Times New Roman"/>
            </a:endParaRPr>
          </a:p>
        </p:txBody>
      </p:sp>
      <p:sp>
        <p:nvSpPr>
          <p:cNvPr id="9" name="object 9"/>
          <p:cNvSpPr txBox="1"/>
          <p:nvPr/>
        </p:nvSpPr>
        <p:spPr>
          <a:xfrm>
            <a:off x="902017" y="5243829"/>
            <a:ext cx="5710555" cy="3557270"/>
          </a:xfrm>
          <a:prstGeom prst="rect">
            <a:avLst/>
          </a:prstGeom>
        </p:spPr>
        <p:txBody>
          <a:bodyPr vert="horz" wrap="square" lIns="0" tIns="12700" rIns="0" bIns="0" rtlCol="0">
            <a:spAutoFit/>
          </a:bodyPr>
          <a:lstStyle/>
          <a:p>
            <a:pPr marL="468630" indent="-227329">
              <a:lnSpc>
                <a:spcPct val="100000"/>
              </a:lnSpc>
              <a:spcBef>
                <a:spcPts val="100"/>
              </a:spcBef>
              <a:buFont typeface="Courier New"/>
              <a:buChar char="o"/>
              <a:tabLst>
                <a:tab pos="468630" algn="l"/>
              </a:tabLst>
            </a:pPr>
            <a:r>
              <a:rPr sz="1400" b="1" dirty="0">
                <a:latin typeface="Times New Roman"/>
                <a:cs typeface="Times New Roman"/>
              </a:rPr>
              <a:t>Customer</a:t>
            </a:r>
            <a:r>
              <a:rPr sz="1400" b="1" spc="-60" dirty="0">
                <a:latin typeface="Times New Roman"/>
                <a:cs typeface="Times New Roman"/>
              </a:rPr>
              <a:t> </a:t>
            </a:r>
            <a:r>
              <a:rPr sz="1400" b="1" spc="-20" dirty="0">
                <a:latin typeface="Times New Roman"/>
                <a:cs typeface="Times New Roman"/>
              </a:rPr>
              <a:t>Name</a:t>
            </a:r>
            <a:endParaRPr sz="1400">
              <a:latin typeface="Times New Roman"/>
              <a:cs typeface="Times New Roman"/>
            </a:endParaRPr>
          </a:p>
          <a:p>
            <a:pPr marL="927100" lvl="1" indent="-228600">
              <a:lnSpc>
                <a:spcPct val="100000"/>
              </a:lnSpc>
              <a:spcBef>
                <a:spcPts val="860"/>
              </a:spcBef>
              <a:buFont typeface="Courier New"/>
              <a:buChar char="o"/>
              <a:tabLst>
                <a:tab pos="927100" algn="l"/>
              </a:tabLst>
            </a:pPr>
            <a:r>
              <a:rPr sz="1200" dirty="0">
                <a:latin typeface="Times New Roman"/>
                <a:cs typeface="Times New Roman"/>
              </a:rPr>
              <a:t>Displays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customer,</a:t>
            </a:r>
            <a:r>
              <a:rPr sz="1200" spc="-20" dirty="0">
                <a:latin typeface="Times New Roman"/>
                <a:cs typeface="Times New Roman"/>
              </a:rPr>
              <a:t> </a:t>
            </a:r>
            <a:r>
              <a:rPr sz="1200" dirty="0">
                <a:latin typeface="Times New Roman"/>
                <a:cs typeface="Times New Roman"/>
              </a:rPr>
              <a:t>shown</a:t>
            </a:r>
            <a:r>
              <a:rPr sz="1200" spc="-2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clickable</a:t>
            </a:r>
            <a:r>
              <a:rPr sz="1200" spc="-15" dirty="0">
                <a:latin typeface="Times New Roman"/>
                <a:cs typeface="Times New Roman"/>
              </a:rPr>
              <a:t> </a:t>
            </a:r>
            <a:r>
              <a:rPr sz="1200" spc="-10" dirty="0">
                <a:latin typeface="Times New Roman"/>
                <a:cs typeface="Times New Roman"/>
              </a:rPr>
              <a:t>link.</a:t>
            </a:r>
            <a:endParaRPr sz="1200">
              <a:latin typeface="Times New Roman"/>
              <a:cs typeface="Times New Roman"/>
            </a:endParaRPr>
          </a:p>
          <a:p>
            <a:pPr marL="927100" lvl="1" indent="-228600">
              <a:lnSpc>
                <a:spcPct val="100000"/>
              </a:lnSpc>
              <a:spcBef>
                <a:spcPts val="840"/>
              </a:spcBef>
              <a:buFont typeface="Courier New"/>
              <a:buChar char="o"/>
              <a:tabLst>
                <a:tab pos="927100" algn="l"/>
              </a:tabLst>
            </a:pPr>
            <a:r>
              <a:rPr sz="1200" dirty="0">
                <a:latin typeface="Times New Roman"/>
                <a:cs typeface="Times New Roman"/>
              </a:rPr>
              <a:t>Clicking</a:t>
            </a:r>
            <a:r>
              <a:rPr sz="1200" spc="-5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reveals</a:t>
            </a:r>
            <a:r>
              <a:rPr sz="1200" spc="-40" dirty="0">
                <a:latin typeface="Times New Roman"/>
                <a:cs typeface="Times New Roman"/>
              </a:rPr>
              <a:t> </a:t>
            </a:r>
            <a:r>
              <a:rPr sz="1200" dirty="0">
                <a:latin typeface="Times New Roman"/>
                <a:cs typeface="Times New Roman"/>
              </a:rPr>
              <a:t>additional</a:t>
            </a:r>
            <a:r>
              <a:rPr sz="1200" spc="-45"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related</a:t>
            </a:r>
            <a:r>
              <a:rPr sz="1200" spc="-5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a:lnSpc>
                <a:spcPct val="100000"/>
              </a:lnSpc>
              <a:spcBef>
                <a:spcPts val="860"/>
              </a:spcBef>
            </a:pPr>
            <a:r>
              <a:rPr sz="1200" dirty="0">
                <a:latin typeface="Times New Roman"/>
                <a:cs typeface="Times New Roman"/>
              </a:rPr>
              <a:t>When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clicks</a:t>
            </a:r>
            <a:r>
              <a:rPr sz="1200" spc="-3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arrow</a:t>
            </a:r>
            <a:r>
              <a:rPr sz="1200" spc="-30" dirty="0">
                <a:latin typeface="Times New Roman"/>
                <a:cs typeface="Times New Roman"/>
              </a:rPr>
              <a:t> </a:t>
            </a:r>
            <a:r>
              <a:rPr sz="1200" dirty="0">
                <a:latin typeface="Times New Roman"/>
                <a:cs typeface="Times New Roman"/>
              </a:rPr>
              <a:t>next</a:t>
            </a:r>
            <a:r>
              <a:rPr sz="1200" spc="-1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detailed</a:t>
            </a:r>
            <a:r>
              <a:rPr sz="1200" spc="-20"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expands,</a:t>
            </a:r>
            <a:r>
              <a:rPr sz="1200" spc="-20" dirty="0">
                <a:latin typeface="Times New Roman"/>
                <a:cs typeface="Times New Roman"/>
              </a:rPr>
              <a:t> </a:t>
            </a:r>
            <a:r>
              <a:rPr sz="1200" spc="-10" dirty="0">
                <a:latin typeface="Times New Roman"/>
                <a:cs typeface="Times New Roman"/>
              </a:rPr>
              <a:t>displaying</a:t>
            </a:r>
            <a:endParaRPr sz="1200">
              <a:latin typeface="Times New Roman"/>
              <a:cs typeface="Times New Roman"/>
            </a:endParaRPr>
          </a:p>
          <a:p>
            <a:pPr marL="12700" marR="5080">
              <a:lnSpc>
                <a:spcPts val="1500"/>
              </a:lnSpc>
              <a:spcBef>
                <a:spcPts val="40"/>
              </a:spcBef>
            </a:pPr>
            <a:r>
              <a:rPr sz="1200" dirty="0">
                <a:latin typeface="Times New Roman"/>
                <a:cs typeface="Times New Roman"/>
              </a:rPr>
              <a:t>additional</a:t>
            </a:r>
            <a:r>
              <a:rPr sz="1200" spc="-20"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about</a:t>
            </a:r>
            <a:r>
              <a:rPr sz="1200" spc="-4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more</a:t>
            </a:r>
            <a:r>
              <a:rPr sz="1200" spc="-15" dirty="0">
                <a:latin typeface="Times New Roman"/>
                <a:cs typeface="Times New Roman"/>
              </a:rPr>
              <a:t> </a:t>
            </a:r>
            <a:r>
              <a:rPr sz="1200" spc="-10" dirty="0">
                <a:latin typeface="Times New Roman"/>
                <a:cs typeface="Times New Roman"/>
              </a:rPr>
              <a:t>comprehensive</a:t>
            </a:r>
            <a:r>
              <a:rPr sz="1200" spc="-20" dirty="0">
                <a:latin typeface="Times New Roman"/>
                <a:cs typeface="Times New Roman"/>
              </a:rPr>
              <a:t> </a:t>
            </a:r>
            <a:r>
              <a:rPr sz="1200" dirty="0">
                <a:latin typeface="Times New Roman"/>
                <a:cs typeface="Times New Roman"/>
              </a:rPr>
              <a:t>look</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ticket's</a:t>
            </a:r>
            <a:r>
              <a:rPr sz="1200" spc="-45" dirty="0">
                <a:latin typeface="Times New Roman"/>
                <a:cs typeface="Times New Roman"/>
              </a:rPr>
              <a:t> </a:t>
            </a:r>
            <a:r>
              <a:rPr sz="1200" dirty="0">
                <a:latin typeface="Times New Roman"/>
                <a:cs typeface="Times New Roman"/>
              </a:rPr>
              <a:t>specifics,</a:t>
            </a:r>
            <a:r>
              <a:rPr sz="1200" spc="-30" dirty="0">
                <a:latin typeface="Times New Roman"/>
                <a:cs typeface="Times New Roman"/>
              </a:rPr>
              <a:t> </a:t>
            </a:r>
            <a:r>
              <a:rPr sz="1200" dirty="0">
                <a:latin typeface="Times New Roman"/>
                <a:cs typeface="Times New Roman"/>
              </a:rPr>
              <a:t>helping</a:t>
            </a:r>
            <a:r>
              <a:rPr sz="1200" spc="-3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understand</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spc="-10" dirty="0">
                <a:latin typeface="Times New Roman"/>
                <a:cs typeface="Times New Roman"/>
              </a:rPr>
              <a:t>effectively.</a:t>
            </a:r>
            <a:endParaRPr sz="1200">
              <a:latin typeface="Times New Roman"/>
              <a:cs typeface="Times New Roman"/>
            </a:endParaRPr>
          </a:p>
          <a:p>
            <a:pPr marL="925830" lvl="1" indent="-227329">
              <a:lnSpc>
                <a:spcPct val="100000"/>
              </a:lnSpc>
              <a:spcBef>
                <a:spcPts val="780"/>
              </a:spcBef>
              <a:buFont typeface="Courier New"/>
              <a:buChar char="o"/>
              <a:tabLst>
                <a:tab pos="925830" algn="l"/>
              </a:tabLst>
            </a:pPr>
            <a:r>
              <a:rPr sz="1400" b="1" spc="-10" dirty="0">
                <a:latin typeface="Times New Roman"/>
                <a:cs typeface="Times New Roman"/>
              </a:rPr>
              <a:t>Status</a:t>
            </a:r>
            <a:endParaRPr sz="1400">
              <a:latin typeface="Times New Roman"/>
              <a:cs typeface="Times New Roman"/>
            </a:endParaRPr>
          </a:p>
          <a:p>
            <a:pPr marL="1384300" lvl="2" indent="-228600">
              <a:lnSpc>
                <a:spcPct val="100000"/>
              </a:lnSpc>
              <a:spcBef>
                <a:spcPts val="865"/>
              </a:spcBef>
              <a:buFont typeface="Courier New"/>
              <a:buChar char="o"/>
              <a:tabLst>
                <a:tab pos="1384300" algn="l"/>
              </a:tabLst>
            </a:pPr>
            <a:r>
              <a:rPr sz="1200" dirty="0">
                <a:latin typeface="Times New Roman"/>
                <a:cs typeface="Times New Roman"/>
              </a:rPr>
              <a:t>Indicates</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384300" lvl="2" indent="-228600">
              <a:lnSpc>
                <a:spcPct val="100000"/>
              </a:lnSpc>
              <a:spcBef>
                <a:spcPts val="860"/>
              </a:spcBef>
              <a:buFont typeface="Courier New"/>
              <a:buChar char="o"/>
              <a:tabLst>
                <a:tab pos="1384300" algn="l"/>
              </a:tabLst>
            </a:pP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options</a:t>
            </a:r>
            <a:r>
              <a:rPr sz="1200" spc="-3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20" dirty="0">
                <a:latin typeface="Times New Roman"/>
                <a:cs typeface="Times New Roman"/>
              </a:rPr>
              <a:t>Open</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20"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Progress</a:t>
            </a:r>
            <a:endParaRPr sz="1200">
              <a:latin typeface="Times New Roman"/>
              <a:cs typeface="Times New Roman"/>
            </a:endParaRPr>
          </a:p>
          <a:p>
            <a:pPr marL="1842135" lvl="3" indent="-228600">
              <a:lnSpc>
                <a:spcPct val="100000"/>
              </a:lnSpc>
              <a:spcBef>
                <a:spcPts val="860"/>
              </a:spcBef>
              <a:buFont typeface="Wingdings"/>
              <a:buChar char=""/>
              <a:tabLst>
                <a:tab pos="1842135" algn="l"/>
              </a:tabLst>
            </a:pPr>
            <a:r>
              <a:rPr sz="1200" spc="-10" dirty="0">
                <a:latin typeface="Times New Roman"/>
                <a:cs typeface="Times New Roman"/>
              </a:rPr>
              <a:t>Escalated</a:t>
            </a:r>
            <a:endParaRPr sz="1200">
              <a:latin typeface="Times New Roman"/>
              <a:cs typeface="Times New Roman"/>
            </a:endParaRPr>
          </a:p>
          <a:p>
            <a:pPr marL="1842135" lvl="3" indent="-228600">
              <a:lnSpc>
                <a:spcPct val="100000"/>
              </a:lnSpc>
              <a:spcBef>
                <a:spcPts val="840"/>
              </a:spcBef>
              <a:buFont typeface="Wingdings"/>
              <a:buChar char=""/>
              <a:tabLst>
                <a:tab pos="1842135" algn="l"/>
              </a:tabLst>
            </a:pPr>
            <a:r>
              <a:rPr sz="1200" spc="-10" dirty="0">
                <a:latin typeface="Times New Roman"/>
                <a:cs typeface="Times New Roman"/>
              </a:rPr>
              <a:t>Solved</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93</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1588135" y="434340"/>
            <a:ext cx="5283200" cy="6006465"/>
          </a:xfrm>
          <a:prstGeom prst="rect">
            <a:avLst/>
          </a:prstGeom>
        </p:spPr>
        <p:txBody>
          <a:bodyPr vert="horz" wrap="square" lIns="0" tIns="12700" rIns="0" bIns="0" rtlCol="0">
            <a:spAutoFit/>
          </a:bodyPr>
          <a:lstStyle/>
          <a:p>
            <a:pPr marL="29673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240029" indent="-227329">
              <a:lnSpc>
                <a:spcPct val="100000"/>
              </a:lnSpc>
              <a:buFont typeface="Courier New"/>
              <a:buChar char="o"/>
              <a:tabLst>
                <a:tab pos="240029" algn="l"/>
              </a:tabLst>
            </a:pPr>
            <a:r>
              <a:rPr sz="1400" b="1" dirty="0">
                <a:latin typeface="Times New Roman"/>
                <a:cs typeface="Times New Roman"/>
              </a:rPr>
              <a:t>Ticket</a:t>
            </a:r>
            <a:r>
              <a:rPr sz="1400" b="1" spc="-55" dirty="0">
                <a:latin typeface="Times New Roman"/>
                <a:cs typeface="Times New Roman"/>
              </a:rPr>
              <a:t> </a:t>
            </a:r>
            <a:r>
              <a:rPr sz="1400" b="1" spc="-10" dirty="0">
                <a:latin typeface="Times New Roman"/>
                <a:cs typeface="Times New Roman"/>
              </a:rPr>
              <a:t>Number</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spc="-10" dirty="0">
                <a:latin typeface="Times New Roman"/>
                <a:cs typeface="Times New Roman"/>
              </a:rPr>
              <a:t>Auto-</a:t>
            </a:r>
            <a:r>
              <a:rPr sz="1200" dirty="0">
                <a:latin typeface="Times New Roman"/>
                <a:cs typeface="Times New Roman"/>
              </a:rPr>
              <a:t>generated</a:t>
            </a:r>
            <a:r>
              <a:rPr sz="1200" spc="-30"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each</a:t>
            </a:r>
            <a:r>
              <a:rPr sz="1200" spc="-5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40"/>
              </a:spcBef>
              <a:buFont typeface="Courier New"/>
              <a:buChar char="o"/>
              <a:tabLst>
                <a:tab pos="240029" algn="l"/>
              </a:tabLst>
            </a:pPr>
            <a:r>
              <a:rPr sz="1400" b="1" spc="-10" dirty="0">
                <a:latin typeface="Times New Roman"/>
                <a:cs typeface="Times New Roman"/>
              </a:rPr>
              <a:t>Subject</a:t>
            </a:r>
            <a:endParaRPr sz="1400">
              <a:latin typeface="Times New Roman"/>
              <a:cs typeface="Times New Roman"/>
            </a:endParaRPr>
          </a:p>
          <a:p>
            <a:pPr marL="698500" lvl="1" indent="-228600">
              <a:lnSpc>
                <a:spcPct val="100000"/>
              </a:lnSpc>
              <a:spcBef>
                <a:spcPts val="865"/>
              </a:spcBef>
              <a:buFont typeface="Courier New"/>
              <a:buChar char="o"/>
              <a:tabLst>
                <a:tab pos="698500" algn="l"/>
              </a:tabLst>
            </a:pPr>
            <a:r>
              <a:rPr sz="1200" dirty="0">
                <a:latin typeface="Times New Roman"/>
                <a:cs typeface="Times New Roman"/>
              </a:rPr>
              <a:t>Brief</a:t>
            </a:r>
            <a:r>
              <a:rPr sz="1200" spc="-25" dirty="0">
                <a:latin typeface="Times New Roman"/>
                <a:cs typeface="Times New Roman"/>
              </a:rPr>
              <a:t> </a:t>
            </a:r>
            <a:r>
              <a:rPr sz="1200" dirty="0">
                <a:latin typeface="Times New Roman"/>
                <a:cs typeface="Times New Roman"/>
              </a:rPr>
              <a:t>description</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topic</a:t>
            </a:r>
            <a:r>
              <a:rPr sz="1200" spc="-20"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dirty="0">
                <a:latin typeface="Times New Roman"/>
                <a:cs typeface="Times New Roman"/>
              </a:rPr>
              <a:t>Working</a:t>
            </a:r>
            <a:r>
              <a:rPr sz="1400" b="1" spc="-85" dirty="0">
                <a:latin typeface="Times New Roman"/>
                <a:cs typeface="Times New Roman"/>
              </a:rPr>
              <a:t> </a:t>
            </a:r>
            <a:r>
              <a:rPr sz="1400" b="1" spc="-20" dirty="0">
                <a:latin typeface="Times New Roman"/>
                <a:cs typeface="Times New Roman"/>
              </a:rPr>
              <a:t>User</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Indicates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assigned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0029" indent="-227329">
              <a:lnSpc>
                <a:spcPct val="100000"/>
              </a:lnSpc>
              <a:spcBef>
                <a:spcPts val="840"/>
              </a:spcBef>
              <a:buFont typeface="Courier New"/>
              <a:buChar char="o"/>
              <a:tabLst>
                <a:tab pos="240029" algn="l"/>
              </a:tabLst>
            </a:pPr>
            <a:r>
              <a:rPr sz="1400" b="1" dirty="0">
                <a:latin typeface="Times New Roman"/>
                <a:cs typeface="Times New Roman"/>
              </a:rPr>
              <a:t>Requested</a:t>
            </a:r>
            <a:r>
              <a:rPr sz="1400" b="1" spc="-75" dirty="0">
                <a:latin typeface="Times New Roman"/>
                <a:cs typeface="Times New Roman"/>
              </a:rPr>
              <a:t> </a:t>
            </a:r>
            <a:r>
              <a:rPr sz="1400" b="1" spc="-25" dirty="0">
                <a:latin typeface="Times New Roman"/>
                <a:cs typeface="Times New Roman"/>
              </a:rPr>
              <a:t>On</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Shows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date</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when</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40" dirty="0">
                <a:latin typeface="Times New Roman"/>
                <a:cs typeface="Times New Roman"/>
              </a:rPr>
              <a:t> </a:t>
            </a:r>
            <a:r>
              <a:rPr sz="1200" dirty="0">
                <a:latin typeface="Times New Roman"/>
                <a:cs typeface="Times New Roman"/>
              </a:rPr>
              <a:t>was</a:t>
            </a:r>
            <a:r>
              <a:rPr sz="1200" spc="5" dirty="0">
                <a:latin typeface="Times New Roman"/>
                <a:cs typeface="Times New Roman"/>
              </a:rPr>
              <a:t> </a:t>
            </a:r>
            <a:r>
              <a:rPr sz="1200" spc="-10" dirty="0">
                <a:latin typeface="Times New Roman"/>
                <a:cs typeface="Times New Roman"/>
              </a:rPr>
              <a:t>requested.</a:t>
            </a:r>
            <a:endParaRPr sz="1200">
              <a:latin typeface="Times New Roman"/>
              <a:cs typeface="Times New Roman"/>
            </a:endParaRPr>
          </a:p>
          <a:p>
            <a:pPr marL="698500" lvl="1" indent="-228600">
              <a:lnSpc>
                <a:spcPct val="100000"/>
              </a:lnSpc>
              <a:spcBef>
                <a:spcPts val="840"/>
              </a:spcBef>
              <a:buFont typeface="Courier New"/>
              <a:buChar char="o"/>
              <a:tabLst>
                <a:tab pos="698500" algn="l"/>
              </a:tabLst>
            </a:pPr>
            <a:r>
              <a:rPr sz="1200" dirty="0">
                <a:latin typeface="Times New Roman"/>
                <a:cs typeface="Times New Roman"/>
              </a:rPr>
              <a:t>Examples</a:t>
            </a:r>
            <a:r>
              <a:rPr sz="1200" spc="-5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155700" lvl="2" indent="-228600">
              <a:lnSpc>
                <a:spcPct val="100000"/>
              </a:lnSpc>
              <a:spcBef>
                <a:spcPts val="860"/>
              </a:spcBef>
              <a:buFont typeface="Wingdings"/>
              <a:buChar char=""/>
              <a:tabLst>
                <a:tab pos="1155700" algn="l"/>
              </a:tabLst>
            </a:pPr>
            <a:r>
              <a:rPr sz="1200" spc="-10" dirty="0">
                <a:latin typeface="Times New Roman"/>
                <a:cs typeface="Times New Roman"/>
              </a:rPr>
              <a:t>Yesterday</a:t>
            </a:r>
            <a:r>
              <a:rPr sz="1200" spc="-35" dirty="0">
                <a:latin typeface="Times New Roman"/>
                <a:cs typeface="Times New Roman"/>
              </a:rPr>
              <a:t> </a:t>
            </a:r>
            <a:r>
              <a:rPr sz="1200" dirty="0">
                <a:latin typeface="Times New Roman"/>
                <a:cs typeface="Times New Roman"/>
              </a:rPr>
              <a:t>at</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1155700" lvl="2" indent="-228600">
              <a:lnSpc>
                <a:spcPct val="100000"/>
              </a:lnSpc>
              <a:spcBef>
                <a:spcPts val="840"/>
              </a:spcBef>
              <a:buFont typeface="Wingdings"/>
              <a:buChar char=""/>
              <a:tabLst>
                <a:tab pos="1155700" algn="l"/>
              </a:tabLst>
            </a:pPr>
            <a:r>
              <a:rPr sz="1200" spc="-10" dirty="0">
                <a:latin typeface="Times New Roman"/>
                <a:cs typeface="Times New Roman"/>
              </a:rPr>
              <a:t>Today</a:t>
            </a:r>
            <a:r>
              <a:rPr sz="1200" spc="-35" dirty="0">
                <a:latin typeface="Times New Roman"/>
                <a:cs typeface="Times New Roman"/>
              </a:rPr>
              <a:t> </a:t>
            </a:r>
            <a:r>
              <a:rPr sz="1200" dirty="0">
                <a:latin typeface="Times New Roman"/>
                <a:cs typeface="Times New Roman"/>
              </a:rPr>
              <a:t>at</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240029" indent="-227329">
              <a:lnSpc>
                <a:spcPct val="100000"/>
              </a:lnSpc>
              <a:spcBef>
                <a:spcPts val="860"/>
              </a:spcBef>
              <a:buFont typeface="Courier New"/>
              <a:buChar char="o"/>
              <a:tabLst>
                <a:tab pos="240029" algn="l"/>
              </a:tabLst>
            </a:pPr>
            <a:r>
              <a:rPr sz="1400" b="1" spc="-10" dirty="0">
                <a:latin typeface="Times New Roman"/>
                <a:cs typeface="Times New Roman"/>
              </a:rPr>
              <a:t>Priority</a:t>
            </a:r>
            <a:endParaRPr sz="1400">
              <a:latin typeface="Times New Roman"/>
              <a:cs typeface="Times New Roman"/>
            </a:endParaRPr>
          </a:p>
          <a:p>
            <a:pPr marL="698500" lvl="1" indent="-228600">
              <a:lnSpc>
                <a:spcPct val="100000"/>
              </a:lnSpc>
              <a:spcBef>
                <a:spcPts val="865"/>
              </a:spcBef>
              <a:buFont typeface="Courier New"/>
              <a:buChar char="o"/>
              <a:tabLst>
                <a:tab pos="698500" algn="l"/>
              </a:tabLst>
            </a:pPr>
            <a:r>
              <a:rPr sz="1200" dirty="0">
                <a:latin typeface="Times New Roman"/>
                <a:cs typeface="Times New Roman"/>
              </a:rPr>
              <a:t>Specifies</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urgency</a:t>
            </a:r>
            <a:r>
              <a:rPr sz="1200" spc="-30" dirty="0">
                <a:latin typeface="Times New Roman"/>
                <a:cs typeface="Times New Roman"/>
              </a:rPr>
              <a:t> </a:t>
            </a:r>
            <a:r>
              <a:rPr sz="1200" dirty="0">
                <a:latin typeface="Times New Roman"/>
                <a:cs typeface="Times New Roman"/>
              </a:rPr>
              <a:t>level</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698500" lvl="1" indent="-228600">
              <a:lnSpc>
                <a:spcPct val="100000"/>
              </a:lnSpc>
              <a:spcBef>
                <a:spcPts val="840"/>
              </a:spcBef>
              <a:buFont typeface="Courier New"/>
              <a:buChar char="o"/>
              <a:tabLst>
                <a:tab pos="698500" algn="l"/>
              </a:tabLst>
            </a:pPr>
            <a:r>
              <a:rPr sz="1200" dirty="0">
                <a:latin typeface="Times New Roman"/>
                <a:cs typeface="Times New Roman"/>
              </a:rPr>
              <a:t>Priority</a:t>
            </a:r>
            <a:r>
              <a:rPr sz="1200" spc="-30" dirty="0">
                <a:latin typeface="Times New Roman"/>
                <a:cs typeface="Times New Roman"/>
              </a:rPr>
              <a:t> </a:t>
            </a:r>
            <a:r>
              <a:rPr sz="1200" dirty="0">
                <a:latin typeface="Times New Roman"/>
                <a:cs typeface="Times New Roman"/>
              </a:rPr>
              <a:t>levels</a:t>
            </a:r>
            <a:r>
              <a:rPr sz="1200" spc="-3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155700" lvl="2" indent="-228600">
              <a:lnSpc>
                <a:spcPct val="100000"/>
              </a:lnSpc>
              <a:spcBef>
                <a:spcPts val="840"/>
              </a:spcBef>
              <a:buFont typeface="Wingdings"/>
              <a:buChar char=""/>
              <a:tabLst>
                <a:tab pos="1155700" algn="l"/>
              </a:tabLst>
            </a:pPr>
            <a:r>
              <a:rPr sz="1200" spc="-20" dirty="0">
                <a:latin typeface="Times New Roman"/>
                <a:cs typeface="Times New Roman"/>
              </a:rPr>
              <a:t>High</a:t>
            </a:r>
            <a:endParaRPr sz="1200">
              <a:latin typeface="Times New Roman"/>
              <a:cs typeface="Times New Roman"/>
            </a:endParaRPr>
          </a:p>
          <a:p>
            <a:pPr marL="1155700" lvl="2" indent="-228600">
              <a:lnSpc>
                <a:spcPct val="100000"/>
              </a:lnSpc>
              <a:spcBef>
                <a:spcPts val="860"/>
              </a:spcBef>
              <a:buFont typeface="Wingdings"/>
              <a:buChar char=""/>
              <a:tabLst>
                <a:tab pos="1155700" algn="l"/>
              </a:tabLst>
            </a:pPr>
            <a:r>
              <a:rPr sz="1200" spc="-10" dirty="0">
                <a:latin typeface="Times New Roman"/>
                <a:cs typeface="Times New Roman"/>
              </a:rPr>
              <a:t>Medium</a:t>
            </a:r>
            <a:endParaRPr sz="1200">
              <a:latin typeface="Times New Roman"/>
              <a:cs typeface="Times New Roman"/>
            </a:endParaRPr>
          </a:p>
          <a:p>
            <a:pPr marL="1155700" lvl="2" indent="-228600">
              <a:lnSpc>
                <a:spcPct val="100000"/>
              </a:lnSpc>
              <a:spcBef>
                <a:spcPts val="980"/>
              </a:spcBef>
              <a:buSzPct val="116666"/>
              <a:buFont typeface="Wingdings"/>
              <a:buChar char=""/>
              <a:tabLst>
                <a:tab pos="1155700" algn="l"/>
              </a:tabLst>
            </a:pPr>
            <a:r>
              <a:rPr sz="1200" spc="-25" dirty="0">
                <a:latin typeface="Times New Roman"/>
                <a:cs typeface="Times New Roman"/>
              </a:rPr>
              <a:t>Low</a:t>
            </a:r>
            <a:endParaRPr sz="1200">
              <a:latin typeface="Times New Roman"/>
              <a:cs typeface="Times New Roman"/>
            </a:endParaRPr>
          </a:p>
          <a:p>
            <a:pPr marL="240029" indent="-227329">
              <a:lnSpc>
                <a:spcPct val="100000"/>
              </a:lnSpc>
              <a:spcBef>
                <a:spcPts val="60"/>
              </a:spcBef>
              <a:buFont typeface="Courier New"/>
              <a:buChar char="o"/>
              <a:tabLst>
                <a:tab pos="240029" algn="l"/>
              </a:tabLst>
            </a:pPr>
            <a:r>
              <a:rPr sz="1400" b="1" dirty="0">
                <a:latin typeface="Times New Roman"/>
                <a:cs typeface="Times New Roman"/>
              </a:rPr>
              <a:t>Created</a:t>
            </a:r>
            <a:r>
              <a:rPr sz="1400" b="1" spc="-50" dirty="0">
                <a:latin typeface="Times New Roman"/>
                <a:cs typeface="Times New Roman"/>
              </a:rPr>
              <a:t> </a:t>
            </a:r>
            <a:r>
              <a:rPr sz="1400" b="1" spc="-25" dirty="0">
                <a:latin typeface="Times New Roman"/>
                <a:cs typeface="Times New Roman"/>
              </a:rPr>
              <a:t>by</a:t>
            </a:r>
            <a:endParaRPr sz="1400">
              <a:latin typeface="Times New Roman"/>
              <a:cs typeface="Times New Roman"/>
            </a:endParaRPr>
          </a:p>
          <a:p>
            <a:pPr marL="698500" lvl="1" indent="-228600">
              <a:lnSpc>
                <a:spcPct val="100000"/>
              </a:lnSpc>
              <a:spcBef>
                <a:spcPts val="860"/>
              </a:spcBef>
              <a:buFont typeface="Courier New"/>
              <a:buChar char="o"/>
              <a:tabLst>
                <a:tab pos="698500" algn="l"/>
              </a:tabLst>
            </a:pPr>
            <a:r>
              <a:rPr sz="1200" dirty="0">
                <a:latin typeface="Times New Roman"/>
                <a:cs typeface="Times New Roman"/>
              </a:rPr>
              <a:t>Shows</a:t>
            </a:r>
            <a:r>
              <a:rPr sz="1200" spc="-30" dirty="0">
                <a:latin typeface="Times New Roman"/>
                <a:cs typeface="Times New Roman"/>
              </a:rPr>
              <a:t> </a:t>
            </a:r>
            <a:r>
              <a:rPr sz="1200" dirty="0">
                <a:latin typeface="Times New Roman"/>
                <a:cs typeface="Times New Roman"/>
              </a:rPr>
              <a:t>who</a:t>
            </a:r>
            <a:r>
              <a:rPr sz="1200" spc="-15" dirty="0">
                <a:latin typeface="Times New Roman"/>
                <a:cs typeface="Times New Roman"/>
              </a:rPr>
              <a:t> </a:t>
            </a:r>
            <a:r>
              <a:rPr sz="1200" dirty="0">
                <a:latin typeface="Times New Roman"/>
                <a:cs typeface="Times New Roman"/>
              </a:rPr>
              <a:t>has</a:t>
            </a:r>
            <a:r>
              <a:rPr sz="1200" spc="-25" dirty="0">
                <a:latin typeface="Times New Roman"/>
                <a:cs typeface="Times New Roman"/>
              </a:rPr>
              <a:t> </a:t>
            </a:r>
            <a:r>
              <a:rPr sz="1200" dirty="0">
                <a:latin typeface="Times New Roman"/>
                <a:cs typeface="Times New Roman"/>
              </a:rPr>
              <a:t>generated</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ticket</a:t>
            </a:r>
            <a:endParaRPr sz="1200">
              <a:latin typeface="Times New Roman"/>
              <a:cs typeface="Times New Roman"/>
            </a:endParaRPr>
          </a:p>
        </p:txBody>
      </p:sp>
      <p:sp>
        <p:nvSpPr>
          <p:cNvPr id="4" name="object 4"/>
          <p:cNvSpPr txBox="1"/>
          <p:nvPr/>
        </p:nvSpPr>
        <p:spPr>
          <a:xfrm>
            <a:off x="902017" y="7167244"/>
            <a:ext cx="5662295" cy="396240"/>
          </a:xfrm>
          <a:prstGeom prst="rect">
            <a:avLst/>
          </a:prstGeom>
        </p:spPr>
        <p:txBody>
          <a:bodyPr vert="horz" wrap="square" lIns="0" tIns="7620" rIns="0" bIns="0" rtlCol="0">
            <a:spAutoFit/>
          </a:bodyPr>
          <a:lstStyle/>
          <a:p>
            <a:pPr marL="12700" marR="5080">
              <a:lnSpc>
                <a:spcPct val="102800"/>
              </a:lnSpc>
              <a:spcBef>
                <a:spcPts val="60"/>
              </a:spcBef>
            </a:pPr>
            <a:r>
              <a:rPr sz="1200" dirty="0">
                <a:latin typeface="Times New Roman"/>
                <a:cs typeface="Times New Roman"/>
              </a:rPr>
              <a:t>Clicking</a:t>
            </a:r>
            <a:r>
              <a:rPr sz="1200" spc="-3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b="1" dirty="0">
                <a:latin typeface="Times New Roman"/>
                <a:cs typeface="Times New Roman"/>
              </a:rPr>
              <a:t>+Create</a:t>
            </a:r>
            <a:r>
              <a:rPr sz="1200" b="1" spc="-20" dirty="0">
                <a:latin typeface="Times New Roman"/>
                <a:cs typeface="Times New Roman"/>
              </a:rPr>
              <a:t> </a:t>
            </a:r>
            <a:r>
              <a:rPr sz="1200" b="1" dirty="0">
                <a:latin typeface="Times New Roman"/>
                <a:cs typeface="Times New Roman"/>
              </a:rPr>
              <a:t>New</a:t>
            </a:r>
            <a:r>
              <a:rPr sz="1200" b="1" spc="-30"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initiate</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process</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creating</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spc="-25" dirty="0">
                <a:latin typeface="Times New Roman"/>
                <a:cs typeface="Times New Roman"/>
              </a:rPr>
              <a:t>new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feature</a:t>
            </a:r>
            <a:r>
              <a:rPr sz="1200" spc="-20"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form</a:t>
            </a:r>
            <a:r>
              <a:rPr sz="1200" spc="-20"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interface</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spc="-10" dirty="0">
                <a:latin typeface="Times New Roman"/>
                <a:cs typeface="Times New Roman"/>
              </a:rPr>
              <a:t>can:~</a:t>
            </a:r>
            <a:endParaRPr sz="1200">
              <a:latin typeface="Times New Roman"/>
              <a:cs typeface="Times New Roman"/>
            </a:endParaRPr>
          </a:p>
        </p:txBody>
      </p:sp>
      <p:pic>
        <p:nvPicPr>
          <p:cNvPr id="5" name="object 5"/>
          <p:cNvPicPr/>
          <p:nvPr/>
        </p:nvPicPr>
        <p:blipFill>
          <a:blip r:embed="rId2" cstate="print"/>
          <a:stretch>
            <a:fillRect/>
          </a:stretch>
        </p:blipFill>
        <p:spPr>
          <a:xfrm>
            <a:off x="304800" y="304800"/>
            <a:ext cx="7165084" cy="9451022"/>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94</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54025" y="911161"/>
            <a:ext cx="6870700" cy="8039734"/>
            <a:chOff x="454025" y="911161"/>
            <a:chExt cx="6870700" cy="803973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789392" y="5964300"/>
              <a:ext cx="1911929" cy="1208520"/>
            </a:xfrm>
            <a:prstGeom prst="rect">
              <a:avLst/>
            </a:prstGeom>
          </p:spPr>
        </p:pic>
        <p:pic>
          <p:nvPicPr>
            <p:cNvPr id="6" name="object 6"/>
            <p:cNvPicPr/>
            <p:nvPr/>
          </p:nvPicPr>
          <p:blipFill>
            <a:blip r:embed="rId3" cstate="print"/>
            <a:stretch>
              <a:fillRect/>
            </a:stretch>
          </p:blipFill>
          <p:spPr>
            <a:xfrm>
              <a:off x="2786829" y="7536612"/>
              <a:ext cx="1959711" cy="1124609"/>
            </a:xfrm>
            <a:prstGeom prst="rect">
              <a:avLst/>
            </a:prstGeom>
          </p:spPr>
        </p:pic>
        <p:pic>
          <p:nvPicPr>
            <p:cNvPr id="7" name="object 7"/>
            <p:cNvPicPr/>
            <p:nvPr/>
          </p:nvPicPr>
          <p:blipFill>
            <a:blip r:embed="rId4" cstate="print"/>
            <a:stretch>
              <a:fillRect/>
            </a:stretch>
          </p:blipFill>
          <p:spPr>
            <a:xfrm>
              <a:off x="514402" y="914400"/>
              <a:ext cx="6807147" cy="3124200"/>
            </a:xfrm>
            <a:prstGeom prst="rect">
              <a:avLst/>
            </a:prstGeom>
          </p:spPr>
        </p:pic>
        <p:sp>
          <p:nvSpPr>
            <p:cNvPr id="8" name="object 8"/>
            <p:cNvSpPr/>
            <p:nvPr/>
          </p:nvSpPr>
          <p:spPr>
            <a:xfrm>
              <a:off x="455612" y="912749"/>
              <a:ext cx="6867525" cy="3127375"/>
            </a:xfrm>
            <a:custGeom>
              <a:avLst/>
              <a:gdLst/>
              <a:ahLst/>
              <a:cxnLst/>
              <a:rect l="l" t="t" r="r" b="b"/>
              <a:pathLst>
                <a:path w="6867525" h="3127375">
                  <a:moveTo>
                    <a:pt x="0" y="3127375"/>
                  </a:moveTo>
                  <a:lnTo>
                    <a:pt x="6867525" y="3127375"/>
                  </a:lnTo>
                  <a:lnTo>
                    <a:pt x="6867525" y="0"/>
                  </a:lnTo>
                  <a:lnTo>
                    <a:pt x="0" y="0"/>
                  </a:lnTo>
                  <a:lnTo>
                    <a:pt x="0" y="3127375"/>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4438396"/>
            <a:ext cx="4580255" cy="1415415"/>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ticket</a:t>
            </a:r>
            <a:r>
              <a:rPr sz="1200" spc="-40" dirty="0">
                <a:latin typeface="Times New Roman"/>
                <a:cs typeface="Times New Roman"/>
              </a:rPr>
              <a:t> </a:t>
            </a:r>
            <a:r>
              <a:rPr sz="1200" dirty="0">
                <a:latin typeface="Times New Roman"/>
                <a:cs typeface="Times New Roman"/>
              </a:rPr>
              <a:t>creation</a:t>
            </a:r>
            <a:r>
              <a:rPr sz="1200" spc="-20" dirty="0">
                <a:latin typeface="Times New Roman"/>
                <a:cs typeface="Times New Roman"/>
              </a:rPr>
              <a:t> </a:t>
            </a:r>
            <a:r>
              <a:rPr sz="1200" dirty="0">
                <a:latin typeface="Times New Roman"/>
                <a:cs typeface="Times New Roman"/>
              </a:rPr>
              <a:t>process,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Subject</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brief</a:t>
            </a:r>
            <a:r>
              <a:rPr sz="1200" spc="-45" dirty="0">
                <a:latin typeface="Times New Roman"/>
                <a:cs typeface="Times New Roman"/>
              </a:rPr>
              <a:t> </a:t>
            </a:r>
            <a:r>
              <a:rPr sz="1200" dirty="0">
                <a:latin typeface="Times New Roman"/>
                <a:cs typeface="Times New Roman"/>
              </a:rPr>
              <a:t>title</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 </a:t>
            </a:r>
            <a:r>
              <a:rPr sz="1200" spc="-10" dirty="0">
                <a:latin typeface="Times New Roman"/>
                <a:cs typeface="Times New Roman"/>
              </a:rPr>
              <a:t>ticket.</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Description</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Provide</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detailed</a:t>
            </a:r>
            <a:r>
              <a:rPr sz="1200" spc="-20" dirty="0">
                <a:latin typeface="Times New Roman"/>
                <a:cs typeface="Times New Roman"/>
              </a:rPr>
              <a:t> </a:t>
            </a:r>
            <a:r>
              <a:rPr sz="1200" spc="-10" dirty="0">
                <a:latin typeface="Times New Roman"/>
                <a:cs typeface="Times New Roman"/>
              </a:rPr>
              <a:t>explanation</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issue</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Customer</a:t>
            </a:r>
            <a:r>
              <a:rPr sz="1200" b="1" spc="-50" dirty="0">
                <a:latin typeface="Times New Roman"/>
                <a:cs typeface="Times New Roman"/>
              </a:rPr>
              <a:t> </a:t>
            </a:r>
            <a:r>
              <a:rPr sz="1200" b="1" dirty="0">
                <a:latin typeface="Times New Roman"/>
                <a:cs typeface="Times New Roman"/>
              </a:rPr>
              <a:t>Name</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Select</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customer</a:t>
            </a:r>
            <a:r>
              <a:rPr sz="1200" spc="-50" dirty="0">
                <a:latin typeface="Times New Roman"/>
                <a:cs typeface="Times New Roman"/>
              </a:rPr>
              <a:t> </a:t>
            </a:r>
            <a:r>
              <a:rPr sz="1200" dirty="0">
                <a:latin typeface="Times New Roman"/>
                <a:cs typeface="Times New Roman"/>
              </a:rPr>
              <a:t>associated</a:t>
            </a:r>
            <a:r>
              <a:rPr sz="1200" spc="-35" dirty="0">
                <a:latin typeface="Times New Roman"/>
                <a:cs typeface="Times New Roman"/>
              </a:rPr>
              <a:t> </a:t>
            </a:r>
            <a:r>
              <a:rPr sz="1200" dirty="0">
                <a:latin typeface="Times New Roman"/>
                <a:cs typeface="Times New Roman"/>
              </a:rPr>
              <a:t>with</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469265" indent="-227965">
              <a:lnSpc>
                <a:spcPct val="100000"/>
              </a:lnSpc>
              <a:spcBef>
                <a:spcPts val="919"/>
              </a:spcBef>
              <a:buFont typeface="Symbol"/>
              <a:buChar char=""/>
              <a:tabLst>
                <a:tab pos="469265" algn="l"/>
              </a:tabLst>
            </a:pPr>
            <a:r>
              <a:rPr sz="1200" b="1" dirty="0">
                <a:latin typeface="Times New Roman"/>
                <a:cs typeface="Times New Roman"/>
              </a:rPr>
              <a:t>Status</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Choose</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initial</a:t>
            </a:r>
            <a:r>
              <a:rPr sz="1200" spc="-30"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dirty="0">
                <a:latin typeface="Times New Roman"/>
                <a:cs typeface="Times New Roman"/>
              </a:rPr>
              <a:t>status</a:t>
            </a:r>
            <a:r>
              <a:rPr sz="1200" spc="-45" dirty="0">
                <a:latin typeface="Times New Roman"/>
                <a:cs typeface="Times New Roman"/>
              </a:rPr>
              <a:t> </a:t>
            </a:r>
            <a:r>
              <a:rPr sz="1200" spc="-20" dirty="0">
                <a:latin typeface="Times New Roman"/>
                <a:cs typeface="Times New Roman"/>
              </a:rPr>
              <a:t>from:</a:t>
            </a:r>
            <a:endParaRPr sz="1200">
              <a:latin typeface="Times New Roman"/>
              <a:cs typeface="Times New Roman"/>
            </a:endParaRPr>
          </a:p>
        </p:txBody>
      </p:sp>
      <p:sp>
        <p:nvSpPr>
          <p:cNvPr id="10" name="object 10"/>
          <p:cNvSpPr txBox="1"/>
          <p:nvPr/>
        </p:nvSpPr>
        <p:spPr>
          <a:xfrm>
            <a:off x="1588135" y="7223125"/>
            <a:ext cx="4445635" cy="238760"/>
          </a:xfrm>
          <a:prstGeom prst="rect">
            <a:avLst/>
          </a:prstGeom>
        </p:spPr>
        <p:txBody>
          <a:bodyPr vert="horz" wrap="square" lIns="0" tIns="12700" rIns="0" bIns="0" rtlCol="0">
            <a:spAutoFit/>
          </a:bodyPr>
          <a:lstStyle/>
          <a:p>
            <a:pPr marL="241300" indent="-228600">
              <a:lnSpc>
                <a:spcPct val="100000"/>
              </a:lnSpc>
              <a:spcBef>
                <a:spcPts val="100"/>
              </a:spcBef>
              <a:buSzPct val="85714"/>
              <a:buFont typeface="Courier New"/>
              <a:buChar char="o"/>
              <a:tabLst>
                <a:tab pos="241300" algn="l"/>
              </a:tabLst>
            </a:pPr>
            <a:r>
              <a:rPr sz="1400" b="1" spc="-10" dirty="0">
                <a:latin typeface="Times New Roman"/>
                <a:cs typeface="Times New Roman"/>
              </a:rPr>
              <a:t>Priority</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dropdown</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select</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priority</a:t>
            </a:r>
            <a:r>
              <a:rPr sz="1200" spc="-15" dirty="0">
                <a:latin typeface="Times New Roman"/>
                <a:cs typeface="Times New Roman"/>
              </a:rPr>
              <a:t> </a:t>
            </a:r>
            <a:r>
              <a:rPr sz="1200" dirty="0">
                <a:latin typeface="Times New Roman"/>
                <a:cs typeface="Times New Roman"/>
              </a:rPr>
              <a:t>level.</a:t>
            </a:r>
            <a:r>
              <a:rPr sz="1200" spc="-15" dirty="0">
                <a:latin typeface="Times New Roman"/>
                <a:cs typeface="Times New Roman"/>
              </a:rPr>
              <a:t> </a:t>
            </a:r>
            <a:r>
              <a:rPr sz="1200" dirty="0">
                <a:latin typeface="Times New Roman"/>
                <a:cs typeface="Times New Roman"/>
              </a:rPr>
              <a:t>Options</a:t>
            </a:r>
            <a:r>
              <a:rPr sz="1200" spc="-25" dirty="0">
                <a:latin typeface="Times New Roman"/>
                <a:cs typeface="Times New Roman"/>
              </a:rPr>
              <a:t> </a:t>
            </a:r>
            <a:r>
              <a:rPr sz="1200" dirty="0">
                <a:latin typeface="Times New Roman"/>
                <a:cs typeface="Times New Roman"/>
              </a:rPr>
              <a:t>could</a:t>
            </a:r>
            <a:r>
              <a:rPr sz="1200" spc="-15" dirty="0">
                <a:latin typeface="Times New Roman"/>
                <a:cs typeface="Times New Roman"/>
              </a:rPr>
              <a:t> </a:t>
            </a:r>
            <a:r>
              <a:rPr sz="1200" spc="-25" dirty="0">
                <a:latin typeface="Times New Roman"/>
                <a:cs typeface="Times New Roman"/>
              </a:rPr>
              <a:t>be:</a:t>
            </a:r>
            <a:endParaRPr sz="1200">
              <a:latin typeface="Times New Roman"/>
              <a:cs typeface="Times New Roman"/>
            </a:endParaRPr>
          </a:p>
        </p:txBody>
      </p:sp>
      <p:pic>
        <p:nvPicPr>
          <p:cNvPr id="11" name="object 11"/>
          <p:cNvPicPr/>
          <p:nvPr/>
        </p:nvPicPr>
        <p:blipFill>
          <a:blip r:embed="rId5"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95</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648848"/>
            <a:ext cx="5981065" cy="7301865"/>
            <a:chOff x="896937" y="1648848"/>
            <a:chExt cx="5981065" cy="730186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713189" y="1648848"/>
              <a:ext cx="2221815" cy="1399015"/>
            </a:xfrm>
            <a:prstGeom prst="rect">
              <a:avLst/>
            </a:prstGeom>
          </p:spPr>
        </p:pic>
        <p:pic>
          <p:nvPicPr>
            <p:cNvPr id="6" name="object 6"/>
            <p:cNvPicPr/>
            <p:nvPr/>
          </p:nvPicPr>
          <p:blipFill>
            <a:blip r:embed="rId3" cstate="print"/>
            <a:stretch>
              <a:fillRect/>
            </a:stretch>
          </p:blipFill>
          <p:spPr>
            <a:xfrm>
              <a:off x="2662367" y="3866245"/>
              <a:ext cx="2351398" cy="921530"/>
            </a:xfrm>
            <a:prstGeom prst="rect">
              <a:avLst/>
            </a:prstGeom>
          </p:spPr>
        </p:pic>
      </p:grpSp>
      <p:sp>
        <p:nvSpPr>
          <p:cNvPr id="7" name="object 7"/>
          <p:cNvSpPr txBox="1"/>
          <p:nvPr/>
        </p:nvSpPr>
        <p:spPr>
          <a:xfrm>
            <a:off x="1130617" y="1214373"/>
            <a:ext cx="5588635" cy="429895"/>
          </a:xfrm>
          <a:prstGeom prst="rect">
            <a:avLst/>
          </a:prstGeom>
        </p:spPr>
        <p:txBody>
          <a:bodyPr vert="horz" wrap="square" lIns="0" tIns="5080" rIns="0" bIns="0" rtlCol="0">
            <a:spAutoFit/>
          </a:bodyPr>
          <a:lstStyle/>
          <a:p>
            <a:pPr marL="240665" marR="5080" indent="-228600">
              <a:lnSpc>
                <a:spcPct val="103600"/>
              </a:lnSpc>
              <a:spcBef>
                <a:spcPts val="40"/>
              </a:spcBef>
              <a:buSzPct val="85714"/>
              <a:buFont typeface="Symbol"/>
              <a:buChar char=""/>
              <a:tabLst>
                <a:tab pos="240665" algn="l"/>
              </a:tabLst>
            </a:pPr>
            <a:r>
              <a:rPr sz="1400" b="1" dirty="0">
                <a:latin typeface="Times New Roman"/>
                <a:cs typeface="Times New Roman"/>
              </a:rPr>
              <a:t>Category</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Specify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general</a:t>
            </a:r>
            <a:r>
              <a:rPr sz="1200" spc="-20" dirty="0">
                <a:latin typeface="Times New Roman"/>
                <a:cs typeface="Times New Roman"/>
              </a:rPr>
              <a:t> </a:t>
            </a:r>
            <a:r>
              <a:rPr sz="1200" dirty="0">
                <a:latin typeface="Times New Roman"/>
                <a:cs typeface="Times New Roman"/>
              </a:rPr>
              <a:t>category</a:t>
            </a:r>
            <a:r>
              <a:rPr sz="1200" spc="-4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categories</a:t>
            </a:r>
            <a:r>
              <a:rPr sz="1200" spc="-35"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spc="-10" dirty="0">
                <a:latin typeface="Times New Roman"/>
                <a:cs typeface="Times New Roman"/>
              </a:rPr>
              <a:t>fetched</a:t>
            </a:r>
            <a:r>
              <a:rPr sz="1200" spc="-45" dirty="0">
                <a:latin typeface="Times New Roman"/>
                <a:cs typeface="Times New Roman"/>
              </a:rPr>
              <a:t> </a:t>
            </a:r>
            <a:r>
              <a:rPr sz="1200" spc="-25" dirty="0">
                <a:latin typeface="Times New Roman"/>
                <a:cs typeface="Times New Roman"/>
              </a:rPr>
              <a:t>by </a:t>
            </a:r>
            <a:r>
              <a:rPr sz="1200" dirty="0">
                <a:latin typeface="Times New Roman"/>
                <a:cs typeface="Times New Roman"/>
              </a:rPr>
              <a:t>API</a:t>
            </a:r>
            <a:r>
              <a:rPr sz="1200" spc="-15" dirty="0">
                <a:latin typeface="Times New Roman"/>
                <a:cs typeface="Times New Roman"/>
              </a:rPr>
              <a:t> </a:t>
            </a:r>
            <a:r>
              <a:rPr sz="1200" dirty="0">
                <a:latin typeface="Times New Roman"/>
                <a:cs typeface="Times New Roman"/>
              </a:rPr>
              <a:t>call,</a:t>
            </a:r>
            <a:r>
              <a:rPr sz="1200" spc="-15" dirty="0">
                <a:latin typeface="Times New Roman"/>
                <a:cs typeface="Times New Roman"/>
              </a:rPr>
              <a:t> </a:t>
            </a:r>
            <a:r>
              <a:rPr sz="1200" dirty="0">
                <a:latin typeface="Times New Roman"/>
                <a:cs typeface="Times New Roman"/>
              </a:rPr>
              <a:t>such</a:t>
            </a:r>
            <a:r>
              <a:rPr sz="1200" spc="-15"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sp>
        <p:nvSpPr>
          <p:cNvPr id="8" name="object 8"/>
          <p:cNvSpPr txBox="1"/>
          <p:nvPr/>
        </p:nvSpPr>
        <p:spPr>
          <a:xfrm>
            <a:off x="1646554" y="3338448"/>
            <a:ext cx="5030470" cy="427355"/>
          </a:xfrm>
          <a:prstGeom prst="rect">
            <a:avLst/>
          </a:prstGeom>
        </p:spPr>
        <p:txBody>
          <a:bodyPr vert="horz" wrap="square" lIns="0" tIns="7620" rIns="0" bIns="0" rtlCol="0">
            <a:spAutoFit/>
          </a:bodyPr>
          <a:lstStyle/>
          <a:p>
            <a:pPr marL="241300" marR="5080" indent="-228600">
              <a:lnSpc>
                <a:spcPct val="102400"/>
              </a:lnSpc>
              <a:spcBef>
                <a:spcPts val="60"/>
              </a:spcBef>
              <a:buSzPct val="85714"/>
              <a:buFont typeface="Courier New"/>
              <a:buChar char="o"/>
              <a:tabLst>
                <a:tab pos="241300" algn="l"/>
              </a:tabLst>
            </a:pPr>
            <a:r>
              <a:rPr sz="1400" b="1" dirty="0">
                <a:latin typeface="Times New Roman"/>
                <a:cs typeface="Times New Roman"/>
              </a:rPr>
              <a:t>Subcategory</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Select</a:t>
            </a:r>
            <a:r>
              <a:rPr sz="1200" spc="-25"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dirty="0">
                <a:latin typeface="Times New Roman"/>
                <a:cs typeface="Times New Roman"/>
              </a:rPr>
              <a:t>create</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new</a:t>
            </a:r>
            <a:r>
              <a:rPr sz="1200" spc="-40"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dirty="0">
                <a:latin typeface="Times New Roman"/>
                <a:cs typeface="Times New Roman"/>
              </a:rPr>
              <a:t>subcategory</a:t>
            </a:r>
            <a:r>
              <a:rPr sz="1200" spc="-30"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chosen category,</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sub-</a:t>
            </a:r>
            <a:r>
              <a:rPr sz="1200" dirty="0">
                <a:latin typeface="Times New Roman"/>
                <a:cs typeface="Times New Roman"/>
              </a:rPr>
              <a:t>categories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fetched</a:t>
            </a:r>
            <a:r>
              <a:rPr sz="1200" spc="-20" dirty="0">
                <a:latin typeface="Times New Roman"/>
                <a:cs typeface="Times New Roman"/>
              </a:rPr>
              <a:t> </a:t>
            </a:r>
            <a:r>
              <a:rPr sz="1200" dirty="0">
                <a:latin typeface="Times New Roman"/>
                <a:cs typeface="Times New Roman"/>
              </a:rPr>
              <a:t>by</a:t>
            </a:r>
            <a:r>
              <a:rPr sz="1200" spc="-75" dirty="0">
                <a:latin typeface="Times New Roman"/>
                <a:cs typeface="Times New Roman"/>
              </a:rPr>
              <a:t> </a:t>
            </a:r>
            <a:r>
              <a:rPr sz="1200" dirty="0">
                <a:latin typeface="Times New Roman"/>
                <a:cs typeface="Times New Roman"/>
              </a:rPr>
              <a:t>API</a:t>
            </a:r>
            <a:r>
              <a:rPr sz="1200" spc="-20" dirty="0">
                <a:latin typeface="Times New Roman"/>
                <a:cs typeface="Times New Roman"/>
              </a:rPr>
              <a:t> </a:t>
            </a:r>
            <a:r>
              <a:rPr sz="1200" dirty="0">
                <a:latin typeface="Times New Roman"/>
                <a:cs typeface="Times New Roman"/>
              </a:rPr>
              <a:t>call</a:t>
            </a:r>
            <a:r>
              <a:rPr sz="1200" spc="-15"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sp>
        <p:nvSpPr>
          <p:cNvPr id="9" name="object 9"/>
          <p:cNvSpPr txBox="1"/>
          <p:nvPr/>
        </p:nvSpPr>
        <p:spPr>
          <a:xfrm>
            <a:off x="902017" y="5106670"/>
            <a:ext cx="5803265" cy="1245235"/>
          </a:xfrm>
          <a:prstGeom prst="rect">
            <a:avLst/>
          </a:prstGeom>
        </p:spPr>
        <p:txBody>
          <a:bodyPr vert="horz" wrap="square" lIns="0" tIns="5080" rIns="0" bIns="0" rtlCol="0">
            <a:spAutoFit/>
          </a:bodyPr>
          <a:lstStyle/>
          <a:p>
            <a:pPr marL="527685" marR="18415" indent="-228600">
              <a:lnSpc>
                <a:spcPct val="103600"/>
              </a:lnSpc>
              <a:spcBef>
                <a:spcPts val="40"/>
              </a:spcBef>
              <a:buSzPct val="85714"/>
              <a:buFont typeface="Symbol"/>
              <a:buChar char=""/>
              <a:tabLst>
                <a:tab pos="527685" algn="l"/>
              </a:tabLst>
            </a:pPr>
            <a:r>
              <a:rPr sz="1400" b="1" spc="-10" dirty="0">
                <a:latin typeface="Times New Roman"/>
                <a:cs typeface="Times New Roman"/>
              </a:rPr>
              <a:t>Upload</a:t>
            </a:r>
            <a:r>
              <a:rPr sz="1400" b="1" spc="-80" dirty="0">
                <a:latin typeface="Times New Roman"/>
                <a:cs typeface="Times New Roman"/>
              </a:rPr>
              <a:t> </a:t>
            </a:r>
            <a:r>
              <a:rPr sz="1400" b="1" dirty="0">
                <a:latin typeface="Times New Roman"/>
                <a:cs typeface="Times New Roman"/>
              </a:rPr>
              <a:t>Attachment:</a:t>
            </a:r>
            <a:r>
              <a:rPr sz="1400" b="1" spc="-40" dirty="0">
                <a:latin typeface="Times New Roman"/>
                <a:cs typeface="Times New Roman"/>
              </a:rPr>
              <a:t> </a:t>
            </a: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there</a:t>
            </a:r>
            <a:r>
              <a:rPr sz="1200" spc="-1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any</a:t>
            </a:r>
            <a:r>
              <a:rPr sz="1200" spc="-45" dirty="0">
                <a:latin typeface="Times New Roman"/>
                <a:cs typeface="Times New Roman"/>
              </a:rPr>
              <a:t> </a:t>
            </a:r>
            <a:r>
              <a:rPr sz="1200" dirty="0">
                <a:latin typeface="Times New Roman"/>
                <a:cs typeface="Times New Roman"/>
              </a:rPr>
              <a:t>attachment</a:t>
            </a:r>
            <a:r>
              <a:rPr sz="1200" spc="-15" dirty="0">
                <a:latin typeface="Times New Roman"/>
                <a:cs typeface="Times New Roman"/>
              </a:rPr>
              <a:t> </a:t>
            </a:r>
            <a:r>
              <a:rPr sz="1200" dirty="0">
                <a:latin typeface="Times New Roman"/>
                <a:cs typeface="Times New Roman"/>
              </a:rPr>
              <a:t>regarding</a:t>
            </a:r>
            <a:r>
              <a:rPr sz="1200" spc="-2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we</a:t>
            </a:r>
            <a:r>
              <a:rPr sz="1200" spc="-15"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attach</a:t>
            </a:r>
            <a:r>
              <a:rPr sz="1200" spc="-45" dirty="0">
                <a:latin typeface="Times New Roman"/>
                <a:cs typeface="Times New Roman"/>
              </a:rPr>
              <a:t> </a:t>
            </a:r>
            <a:r>
              <a:rPr sz="1200" spc="-25" dirty="0">
                <a:latin typeface="Times New Roman"/>
                <a:cs typeface="Times New Roman"/>
              </a:rPr>
              <a:t>it </a:t>
            </a:r>
            <a:r>
              <a:rPr sz="1200" dirty="0">
                <a:latin typeface="Times New Roman"/>
                <a:cs typeface="Times New Roman"/>
              </a:rPr>
              <a:t>during</a:t>
            </a:r>
            <a:r>
              <a:rPr sz="1200" spc="-25"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spc="-10" dirty="0">
                <a:latin typeface="Times New Roman"/>
                <a:cs typeface="Times New Roman"/>
              </a:rPr>
              <a:t>formation.</a:t>
            </a:r>
            <a:endParaRPr sz="1200">
              <a:latin typeface="Times New Roman"/>
              <a:cs typeface="Times New Roman"/>
            </a:endParaRPr>
          </a:p>
          <a:p>
            <a:pPr marL="527685" indent="-228600">
              <a:lnSpc>
                <a:spcPct val="100000"/>
              </a:lnSpc>
              <a:spcBef>
                <a:spcPts val="940"/>
              </a:spcBef>
              <a:buFont typeface="Symbol"/>
              <a:buChar char=""/>
              <a:tabLst>
                <a:tab pos="527685" algn="l"/>
              </a:tabLst>
            </a:pPr>
            <a:r>
              <a:rPr sz="1400" b="1" dirty="0">
                <a:latin typeface="Times New Roman"/>
                <a:cs typeface="Times New Roman"/>
              </a:rPr>
              <a:t>Save</a:t>
            </a:r>
            <a:r>
              <a:rPr sz="1400" b="1" spc="10" dirty="0">
                <a:latin typeface="Times New Roman"/>
                <a:cs typeface="Times New Roman"/>
              </a:rPr>
              <a:t> </a:t>
            </a:r>
            <a:r>
              <a:rPr sz="1400" b="1" spc="-10" dirty="0">
                <a:latin typeface="Times New Roman"/>
                <a:cs typeface="Times New Roman"/>
              </a:rPr>
              <a:t>Details:</a:t>
            </a:r>
            <a:endParaRPr sz="1400">
              <a:latin typeface="Times New Roman"/>
              <a:cs typeface="Times New Roman"/>
            </a:endParaRPr>
          </a:p>
          <a:p>
            <a:pPr marL="12700" marR="5080">
              <a:lnSpc>
                <a:spcPct val="104099"/>
              </a:lnSpc>
              <a:spcBef>
                <a:spcPts val="80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96</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13384" y="2888551"/>
            <a:ext cx="6918325" cy="6062345"/>
            <a:chOff x="413384" y="2888551"/>
            <a:chExt cx="6918325" cy="606234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74159" y="2891790"/>
              <a:ext cx="6854375" cy="3153155"/>
            </a:xfrm>
            <a:prstGeom prst="rect">
              <a:avLst/>
            </a:prstGeom>
          </p:spPr>
        </p:pic>
        <p:sp>
          <p:nvSpPr>
            <p:cNvPr id="6" name="object 6"/>
            <p:cNvSpPr/>
            <p:nvPr/>
          </p:nvSpPr>
          <p:spPr>
            <a:xfrm>
              <a:off x="414972" y="2890139"/>
              <a:ext cx="6915150" cy="3156585"/>
            </a:xfrm>
            <a:custGeom>
              <a:avLst/>
              <a:gdLst/>
              <a:ahLst/>
              <a:cxnLst/>
              <a:rect l="l" t="t" r="r" b="b"/>
              <a:pathLst>
                <a:path w="6915150" h="3156585">
                  <a:moveTo>
                    <a:pt x="0" y="3156330"/>
                  </a:moveTo>
                  <a:lnTo>
                    <a:pt x="6915150" y="3156330"/>
                  </a:lnTo>
                  <a:lnTo>
                    <a:pt x="6915150" y="0"/>
                  </a:lnTo>
                  <a:lnTo>
                    <a:pt x="0" y="0"/>
                  </a:lnTo>
                  <a:lnTo>
                    <a:pt x="0" y="315633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904493"/>
            <a:ext cx="1966595" cy="1092835"/>
          </a:xfrm>
          <a:prstGeom prst="rect">
            <a:avLst/>
          </a:prstGeom>
        </p:spPr>
        <p:txBody>
          <a:bodyPr vert="horz" wrap="square" lIns="0" tIns="12700" rIns="0" bIns="0" rtlCol="0">
            <a:spAutoFit/>
          </a:bodyPr>
          <a:lstStyle/>
          <a:p>
            <a:pPr marL="469265" indent="-227965">
              <a:lnSpc>
                <a:spcPct val="100000"/>
              </a:lnSpc>
              <a:spcBef>
                <a:spcPts val="100"/>
              </a:spcBef>
              <a:buFont typeface="Symbol"/>
              <a:buChar char=""/>
              <a:tabLst>
                <a:tab pos="469265" algn="l"/>
              </a:tabLst>
            </a:pPr>
            <a:r>
              <a:rPr sz="1600" b="1" dirty="0">
                <a:latin typeface="Times New Roman"/>
                <a:cs typeface="Times New Roman"/>
              </a:rPr>
              <a:t>Details</a:t>
            </a:r>
            <a:r>
              <a:rPr sz="1600" b="1" spc="-35" dirty="0">
                <a:latin typeface="Times New Roman"/>
                <a:cs typeface="Times New Roman"/>
              </a:rPr>
              <a:t> </a:t>
            </a:r>
            <a:r>
              <a:rPr sz="1600" b="1" dirty="0">
                <a:latin typeface="Times New Roman"/>
                <a:cs typeface="Times New Roman"/>
              </a:rPr>
              <a:t>of</a:t>
            </a:r>
            <a:r>
              <a:rPr sz="1600" b="1" spc="-40" dirty="0">
                <a:latin typeface="Times New Roman"/>
                <a:cs typeface="Times New Roman"/>
              </a:rPr>
              <a:t> </a:t>
            </a:r>
            <a:r>
              <a:rPr sz="1600" b="1" spc="-10" dirty="0">
                <a:latin typeface="Times New Roman"/>
                <a:cs typeface="Times New Roman"/>
              </a:rPr>
              <a:t>Ticket:</a:t>
            </a: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880"/>
              </a:spcBef>
            </a:pPr>
            <a:endParaRPr sz="16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Activity</a:t>
            </a:r>
            <a:r>
              <a:rPr sz="1600" b="1" spc="-6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p:txBody>
      </p:sp>
      <p:sp>
        <p:nvSpPr>
          <p:cNvPr id="8" name="object 8"/>
          <p:cNvSpPr txBox="1"/>
          <p:nvPr/>
        </p:nvSpPr>
        <p:spPr>
          <a:xfrm>
            <a:off x="902017" y="2436494"/>
            <a:ext cx="5946775" cy="398780"/>
          </a:xfrm>
          <a:prstGeom prst="rect">
            <a:avLst/>
          </a:prstGeom>
        </p:spPr>
        <p:txBody>
          <a:bodyPr vert="horz" wrap="square" lIns="0" tIns="5080" rIns="0" bIns="0" rtlCol="0">
            <a:spAutoFit/>
          </a:bodyPr>
          <a:lstStyle/>
          <a:p>
            <a:pPr marL="12700" marR="5080">
              <a:lnSpc>
                <a:spcPct val="104200"/>
              </a:lnSpc>
              <a:spcBef>
                <a:spcPts val="40"/>
              </a:spcBef>
            </a:pP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sections</a:t>
            </a:r>
            <a:r>
              <a:rPr sz="1200" spc="-30"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50" dirty="0">
                <a:latin typeface="Times New Roman"/>
                <a:cs typeface="Times New Roman"/>
              </a:rPr>
              <a:t> </a:t>
            </a:r>
            <a:r>
              <a:rPr sz="1200" dirty="0">
                <a:latin typeface="Times New Roman"/>
                <a:cs typeface="Times New Roman"/>
              </a:rPr>
              <a:t>the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improving</a:t>
            </a:r>
            <a:r>
              <a:rPr sz="1200" spc="-50"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9" name="object 9"/>
          <p:cNvSpPr txBox="1"/>
          <p:nvPr/>
        </p:nvSpPr>
        <p:spPr>
          <a:xfrm>
            <a:off x="1702435" y="6430390"/>
            <a:ext cx="4967605" cy="1270635"/>
          </a:xfrm>
          <a:prstGeom prst="rect">
            <a:avLst/>
          </a:prstGeom>
        </p:spPr>
        <p:txBody>
          <a:bodyPr vert="horz" wrap="square" lIns="0" tIns="12700" rIns="0" bIns="0" rtlCol="0">
            <a:spAutoFit/>
          </a:bodyPr>
          <a:lstStyle/>
          <a:p>
            <a:pPr marL="241300" indent="-228600">
              <a:lnSpc>
                <a:spcPct val="100000"/>
              </a:lnSpc>
              <a:spcBef>
                <a:spcPts val="100"/>
              </a:spcBef>
              <a:buFont typeface="Courier New"/>
              <a:buChar char="o"/>
              <a:tabLst>
                <a:tab pos="241300" algn="l"/>
              </a:tabLst>
            </a:pPr>
            <a:r>
              <a:rPr sz="1200" dirty="0">
                <a:latin typeface="Times New Roman"/>
                <a:cs typeface="Times New Roman"/>
              </a:rPr>
              <a:t>Displays</a:t>
            </a:r>
            <a:r>
              <a:rPr sz="1200" spc="-4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activities</a:t>
            </a:r>
            <a:r>
              <a:rPr sz="1200" spc="-35" dirty="0">
                <a:latin typeface="Times New Roman"/>
                <a:cs typeface="Times New Roman"/>
              </a:rPr>
              <a:t> </a:t>
            </a:r>
            <a:r>
              <a:rPr sz="1200" dirty="0">
                <a:latin typeface="Times New Roman"/>
                <a:cs typeface="Times New Roman"/>
              </a:rPr>
              <a:t>performed</a:t>
            </a:r>
            <a:r>
              <a:rPr sz="1200" spc="-25"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specific</a:t>
            </a:r>
            <a:r>
              <a:rPr sz="1200" spc="-4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spc="-10" dirty="0">
                <a:latin typeface="Times New Roman"/>
                <a:cs typeface="Times New Roman"/>
              </a:rPr>
              <a:t>timestamps.</a:t>
            </a:r>
            <a:endParaRPr sz="1200">
              <a:latin typeface="Times New Roman"/>
              <a:cs typeface="Times New Roman"/>
            </a:endParaRPr>
          </a:p>
          <a:p>
            <a:pPr marL="241300" indent="-228600">
              <a:lnSpc>
                <a:spcPct val="100000"/>
              </a:lnSpc>
              <a:spcBef>
                <a:spcPts val="860"/>
              </a:spcBef>
              <a:buFont typeface="Courier New"/>
              <a:buChar char="o"/>
              <a:tabLst>
                <a:tab pos="24130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drop</a:t>
            </a:r>
            <a:r>
              <a:rPr sz="1200" spc="-25" dirty="0">
                <a:latin typeface="Times New Roman"/>
                <a:cs typeface="Times New Roman"/>
              </a:rPr>
              <a:t> </a:t>
            </a:r>
            <a:r>
              <a:rPr sz="1200" dirty="0">
                <a:latin typeface="Times New Roman"/>
                <a:cs typeface="Times New Roman"/>
              </a:rPr>
              <a:t>down</a:t>
            </a:r>
            <a:r>
              <a:rPr sz="1200" spc="-2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selecting</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indent="-228600">
              <a:lnSpc>
                <a:spcPct val="100000"/>
              </a:lnSpc>
              <a:spcBef>
                <a:spcPts val="840"/>
              </a:spcBef>
              <a:buFont typeface="Courier New"/>
              <a:buChar char="o"/>
              <a:tabLst>
                <a:tab pos="241300" algn="l"/>
              </a:tabLst>
            </a:pPr>
            <a:r>
              <a:rPr sz="1200" dirty="0">
                <a:latin typeface="Times New Roman"/>
                <a:cs typeface="Times New Roman"/>
              </a:rPr>
              <a:t>Shows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associated</a:t>
            </a:r>
            <a:r>
              <a:rPr sz="1200" spc="-25" dirty="0">
                <a:latin typeface="Times New Roman"/>
                <a:cs typeface="Times New Roman"/>
              </a:rPr>
              <a:t> </a:t>
            </a:r>
            <a:r>
              <a:rPr sz="1200" dirty="0">
                <a:latin typeface="Times New Roman"/>
                <a:cs typeface="Times New Roman"/>
              </a:rPr>
              <a:t>with</a:t>
            </a:r>
            <a:r>
              <a:rPr sz="1200" spc="-5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marR="5080" indent="-228600">
              <a:lnSpc>
                <a:spcPct val="102800"/>
              </a:lnSpc>
              <a:spcBef>
                <a:spcPts val="819"/>
              </a:spcBef>
              <a:buFont typeface="Courier New"/>
              <a:buChar char="o"/>
              <a:tabLst>
                <a:tab pos="241300" algn="l"/>
              </a:tabLst>
            </a:pPr>
            <a:r>
              <a:rPr sz="1200" dirty="0">
                <a:latin typeface="Times New Roman"/>
                <a:cs typeface="Times New Roman"/>
              </a:rPr>
              <a:t>Includes</a:t>
            </a:r>
            <a:r>
              <a:rPr sz="1200" spc="-30"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ticket</a:t>
            </a:r>
            <a:r>
              <a:rPr sz="1200" spc="-10" dirty="0">
                <a:latin typeface="Times New Roman"/>
                <a:cs typeface="Times New Roman"/>
              </a:rPr>
              <a:t> "Category,"</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"Sub-category,"</a:t>
            </a:r>
            <a:r>
              <a:rPr sz="1200" spc="-25"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be</a:t>
            </a:r>
            <a:r>
              <a:rPr sz="1200" spc="-10" dirty="0">
                <a:latin typeface="Times New Roman"/>
                <a:cs typeface="Times New Roman"/>
              </a:rPr>
              <a:t> </a:t>
            </a:r>
            <a:r>
              <a:rPr sz="1200" dirty="0">
                <a:latin typeface="Times New Roman"/>
                <a:cs typeface="Times New Roman"/>
              </a:rPr>
              <a:t>set</a:t>
            </a:r>
            <a:r>
              <a:rPr sz="1200" spc="-15" dirty="0">
                <a:latin typeface="Times New Roman"/>
                <a:cs typeface="Times New Roman"/>
              </a:rPr>
              <a:t> </a:t>
            </a:r>
            <a:r>
              <a:rPr sz="1200" spc="-25" dirty="0">
                <a:latin typeface="Times New Roman"/>
                <a:cs typeface="Times New Roman"/>
              </a:rPr>
              <a:t>or </a:t>
            </a:r>
            <a:r>
              <a:rPr sz="1200" dirty="0">
                <a:latin typeface="Times New Roman"/>
                <a:cs typeface="Times New Roman"/>
              </a:rPr>
              <a:t>modified</a:t>
            </a:r>
            <a:r>
              <a:rPr sz="1200" spc="-2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when</a:t>
            </a:r>
            <a:r>
              <a:rPr sz="1200" spc="-40" dirty="0">
                <a:latin typeface="Times New Roman"/>
                <a:cs typeface="Times New Roman"/>
              </a:rPr>
              <a:t> </a:t>
            </a:r>
            <a:r>
              <a:rPr sz="1200" dirty="0">
                <a:latin typeface="Times New Roman"/>
                <a:cs typeface="Times New Roman"/>
              </a:rPr>
              <a:t>creating</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updating</a:t>
            </a:r>
            <a:r>
              <a:rPr sz="1200" spc="-1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97</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28625" y="1788604"/>
            <a:ext cx="6915150" cy="7162165"/>
            <a:chOff x="428625" y="1788604"/>
            <a:chExt cx="6915150" cy="716216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431800" y="1791843"/>
              <a:ext cx="6908800" cy="3159125"/>
            </a:xfrm>
            <a:prstGeom prst="rect">
              <a:avLst/>
            </a:prstGeom>
          </p:spPr>
        </p:pic>
        <p:sp>
          <p:nvSpPr>
            <p:cNvPr id="5" name="object 5"/>
            <p:cNvSpPr/>
            <p:nvPr/>
          </p:nvSpPr>
          <p:spPr>
            <a:xfrm>
              <a:off x="430212" y="1790192"/>
              <a:ext cx="6911975" cy="3162300"/>
            </a:xfrm>
            <a:custGeom>
              <a:avLst/>
              <a:gdLst/>
              <a:ahLst/>
              <a:cxnLst/>
              <a:rect l="l" t="t" r="r" b="b"/>
              <a:pathLst>
                <a:path w="6911975" h="3162300">
                  <a:moveTo>
                    <a:pt x="0" y="3162299"/>
                  </a:moveTo>
                  <a:lnTo>
                    <a:pt x="6911975" y="3162299"/>
                  </a:lnTo>
                  <a:lnTo>
                    <a:pt x="6911975" y="0"/>
                  </a:lnTo>
                  <a:lnTo>
                    <a:pt x="0" y="0"/>
                  </a:lnTo>
                  <a:lnTo>
                    <a:pt x="0" y="3162299"/>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12096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Query</a:t>
            </a:r>
            <a:r>
              <a:rPr sz="1600" b="1" spc="-7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a:p>
            <a:pPr marL="12700" marR="28575">
              <a:lnSpc>
                <a:spcPct val="104200"/>
              </a:lnSpc>
              <a:spcBef>
                <a:spcPts val="819"/>
              </a:spcBef>
            </a:pPr>
            <a:r>
              <a:rPr sz="1200" dirty="0">
                <a:latin typeface="Times New Roman"/>
                <a:cs typeface="Times New Roman"/>
              </a:rPr>
              <a:t>These</a:t>
            </a:r>
            <a:r>
              <a:rPr sz="1200" spc="-20" dirty="0">
                <a:latin typeface="Times New Roman"/>
                <a:cs typeface="Times New Roman"/>
              </a:rPr>
              <a:t> </a:t>
            </a:r>
            <a:r>
              <a:rPr sz="1200" dirty="0">
                <a:latin typeface="Times New Roman"/>
                <a:cs typeface="Times New Roman"/>
              </a:rPr>
              <a:t>sections</a:t>
            </a:r>
            <a:r>
              <a:rPr sz="1200" spc="-35"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improving</a:t>
            </a:r>
            <a:r>
              <a:rPr sz="1200" spc="-45"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7" name="object 7"/>
          <p:cNvSpPr txBox="1"/>
          <p:nvPr/>
        </p:nvSpPr>
        <p:spPr>
          <a:xfrm>
            <a:off x="902017" y="5220970"/>
            <a:ext cx="5803265" cy="1290955"/>
          </a:xfrm>
          <a:prstGeom prst="rect">
            <a:avLst/>
          </a:prstGeom>
        </p:spPr>
        <p:txBody>
          <a:bodyPr vert="horz" wrap="square" lIns="0" tIns="12700" rIns="0" bIns="0" rtlCol="0">
            <a:spAutoFit/>
          </a:bodyPr>
          <a:lstStyle/>
          <a:p>
            <a:pPr marL="698500" indent="-229235">
              <a:lnSpc>
                <a:spcPct val="100000"/>
              </a:lnSpc>
              <a:spcBef>
                <a:spcPts val="100"/>
              </a:spcBef>
              <a:buFont typeface="Symbol"/>
              <a:buChar char=""/>
              <a:tabLst>
                <a:tab pos="698500" algn="l"/>
              </a:tabLst>
            </a:pP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t>
            </a:r>
            <a:r>
              <a:rPr sz="1200" b="1" dirty="0">
                <a:latin typeface="Times New Roman"/>
                <a:cs typeface="Times New Roman"/>
              </a:rPr>
              <a:t>Subject</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t>
            </a:r>
            <a:r>
              <a:rPr sz="1200" b="1" dirty="0">
                <a:latin typeface="Times New Roman"/>
                <a:cs typeface="Times New Roman"/>
              </a:rPr>
              <a:t>Description</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698500" indent="-229235">
              <a:lnSpc>
                <a:spcPct val="100000"/>
              </a:lnSpc>
              <a:spcBef>
                <a:spcPts val="940"/>
              </a:spcBef>
              <a:buFont typeface="Symbol"/>
              <a:buChar char=""/>
              <a:tabLst>
                <a:tab pos="698500" algn="l"/>
              </a:tabLst>
            </a:pPr>
            <a:r>
              <a:rPr sz="1200" dirty="0">
                <a:latin typeface="Times New Roman"/>
                <a:cs typeface="Times New Roman"/>
              </a:rPr>
              <a:t>These</a:t>
            </a:r>
            <a:r>
              <a:rPr sz="1200" spc="-15"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likely</a:t>
            </a:r>
            <a:r>
              <a:rPr sz="1200" spc="-20" dirty="0">
                <a:latin typeface="Times New Roman"/>
                <a:cs typeface="Times New Roman"/>
              </a:rPr>
              <a:t> </a:t>
            </a:r>
            <a:r>
              <a:rPr sz="1200" dirty="0">
                <a:latin typeface="Times New Roman"/>
                <a:cs typeface="Times New Roman"/>
              </a:rPr>
              <a:t>defined</a:t>
            </a:r>
            <a:r>
              <a:rPr sz="1200" spc="5" dirty="0">
                <a:latin typeface="Times New Roman"/>
                <a:cs typeface="Times New Roman"/>
              </a:rPr>
              <a:t> </a:t>
            </a:r>
            <a:r>
              <a:rPr sz="1200" dirty="0">
                <a:latin typeface="Times New Roman"/>
                <a:cs typeface="Times New Roman"/>
              </a:rPr>
              <a:t>when</a:t>
            </a:r>
            <a:r>
              <a:rPr sz="1200" spc="-1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ticket</a:t>
            </a:r>
            <a:r>
              <a:rPr sz="1200" spc="-1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initially</a:t>
            </a:r>
            <a:r>
              <a:rPr sz="1200" spc="-40" dirty="0">
                <a:latin typeface="Times New Roman"/>
                <a:cs typeface="Times New Roman"/>
              </a:rPr>
              <a:t> </a:t>
            </a:r>
            <a:r>
              <a:rPr sz="1200" spc="-10" dirty="0">
                <a:latin typeface="Times New Roman"/>
                <a:cs typeface="Times New Roman"/>
              </a:rPr>
              <a:t>created.</a:t>
            </a:r>
            <a:endParaRPr sz="1200">
              <a:latin typeface="Times New Roman"/>
              <a:cs typeface="Times New Roman"/>
            </a:endParaRPr>
          </a:p>
          <a:p>
            <a:pPr marL="698500" indent="-229235">
              <a:lnSpc>
                <a:spcPct val="100000"/>
              </a:lnSpc>
              <a:spcBef>
                <a:spcPts val="919"/>
              </a:spcBef>
              <a:buFont typeface="Symbol"/>
              <a:buChar char=""/>
              <a:tabLst>
                <a:tab pos="698500" algn="l"/>
              </a:tabLst>
            </a:pPr>
            <a:r>
              <a:rPr sz="1200" b="1" dirty="0">
                <a:latin typeface="Times New Roman"/>
                <a:cs typeface="Times New Roman"/>
              </a:rPr>
              <a:t>Save</a:t>
            </a:r>
            <a:r>
              <a:rPr sz="1200" b="1" spc="-25" dirty="0">
                <a:latin typeface="Times New Roman"/>
                <a:cs typeface="Times New Roman"/>
              </a:rPr>
              <a:t> </a:t>
            </a:r>
            <a:r>
              <a:rPr sz="1200" b="1" spc="-10" dirty="0">
                <a:latin typeface="Times New Roman"/>
                <a:cs typeface="Times New Roman"/>
              </a:rPr>
              <a:t>Details:</a:t>
            </a:r>
            <a:endParaRPr sz="1200">
              <a:latin typeface="Times New Roman"/>
              <a:cs typeface="Times New Roman"/>
            </a:endParaRPr>
          </a:p>
          <a:p>
            <a:pPr marL="12700" marR="5080">
              <a:lnSpc>
                <a:spcPct val="104200"/>
              </a:lnSpc>
              <a:spcBef>
                <a:spcPts val="78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98</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2594" y="1913953"/>
            <a:ext cx="6894195" cy="7037070"/>
            <a:chOff x="442594" y="1913953"/>
            <a:chExt cx="6894195" cy="703707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883337" y="6439337"/>
              <a:ext cx="2008518" cy="2145152"/>
            </a:xfrm>
            <a:prstGeom prst="rect">
              <a:avLst/>
            </a:prstGeom>
          </p:spPr>
        </p:pic>
        <p:pic>
          <p:nvPicPr>
            <p:cNvPr id="5" name="object 5"/>
            <p:cNvPicPr/>
            <p:nvPr/>
          </p:nvPicPr>
          <p:blipFill>
            <a:blip r:embed="rId3" cstate="print"/>
            <a:stretch>
              <a:fillRect/>
            </a:stretch>
          </p:blipFill>
          <p:spPr>
            <a:xfrm>
              <a:off x="445769" y="1917065"/>
              <a:ext cx="6887845" cy="3153282"/>
            </a:xfrm>
            <a:prstGeom prst="rect">
              <a:avLst/>
            </a:prstGeom>
          </p:spPr>
        </p:pic>
        <p:sp>
          <p:nvSpPr>
            <p:cNvPr id="6" name="object 6"/>
            <p:cNvSpPr/>
            <p:nvPr/>
          </p:nvSpPr>
          <p:spPr>
            <a:xfrm>
              <a:off x="444182" y="1915541"/>
              <a:ext cx="6891020" cy="3156585"/>
            </a:xfrm>
            <a:custGeom>
              <a:avLst/>
              <a:gdLst/>
              <a:ahLst/>
              <a:cxnLst/>
              <a:rect l="l" t="t" r="r" b="b"/>
              <a:pathLst>
                <a:path w="6891020" h="3156585">
                  <a:moveTo>
                    <a:pt x="0" y="3156457"/>
                  </a:moveTo>
                  <a:lnTo>
                    <a:pt x="6891020" y="3156457"/>
                  </a:lnTo>
                  <a:lnTo>
                    <a:pt x="6891020" y="0"/>
                  </a:lnTo>
                  <a:lnTo>
                    <a:pt x="0" y="0"/>
                  </a:lnTo>
                  <a:lnTo>
                    <a:pt x="0" y="3156457"/>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434340"/>
            <a:ext cx="5969635" cy="13976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Note</a:t>
            </a:r>
            <a:r>
              <a:rPr sz="1600" b="1" spc="-60" dirty="0">
                <a:latin typeface="Times New Roman"/>
                <a:cs typeface="Times New Roman"/>
              </a:rPr>
              <a:t> </a:t>
            </a:r>
            <a:r>
              <a:rPr sz="1600" b="1" spc="-20" dirty="0">
                <a:latin typeface="Times New Roman"/>
                <a:cs typeface="Times New Roman"/>
              </a:rPr>
              <a:t>Tab:</a:t>
            </a:r>
            <a:endParaRPr sz="1600">
              <a:latin typeface="Times New Roman"/>
              <a:cs typeface="Times New Roman"/>
            </a:endParaRPr>
          </a:p>
          <a:p>
            <a:pPr marL="12700">
              <a:lnSpc>
                <a:spcPct val="100000"/>
              </a:lnSpc>
              <a:spcBef>
                <a:spcPts val="88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section</a:t>
            </a:r>
            <a:r>
              <a:rPr sz="1200" spc="-10"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ability</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document</a:t>
            </a:r>
            <a:r>
              <a:rPr sz="1200" spc="-15" dirty="0">
                <a:latin typeface="Times New Roman"/>
                <a:cs typeface="Times New Roman"/>
              </a:rPr>
              <a:t> </a:t>
            </a:r>
            <a:r>
              <a:rPr sz="1200" spc="-10" dirty="0">
                <a:latin typeface="Times New Roman"/>
                <a:cs typeface="Times New Roman"/>
              </a:rPr>
              <a:t>ticket-</a:t>
            </a:r>
            <a:r>
              <a:rPr sz="1200" dirty="0">
                <a:latin typeface="Times New Roman"/>
                <a:cs typeface="Times New Roman"/>
              </a:rPr>
              <a:t>related</a:t>
            </a:r>
            <a:r>
              <a:rPr sz="1200" spc="-45"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marR="159385">
              <a:lnSpc>
                <a:spcPct val="102800"/>
              </a:lnSpc>
              <a:spcBef>
                <a:spcPts val="20"/>
              </a:spcBef>
            </a:pPr>
            <a:r>
              <a:rPr sz="1200" spc="-10" dirty="0">
                <a:latin typeface="Times New Roman"/>
                <a:cs typeface="Times New Roman"/>
              </a:rPr>
              <a:t>comprehensively,</a:t>
            </a:r>
            <a:r>
              <a:rPr sz="1200" spc="-15" dirty="0">
                <a:latin typeface="Times New Roman"/>
                <a:cs typeface="Times New Roman"/>
              </a:rPr>
              <a:t> </a:t>
            </a:r>
            <a:r>
              <a:rPr sz="1200" dirty="0">
                <a:latin typeface="Times New Roman"/>
                <a:cs typeface="Times New Roman"/>
              </a:rPr>
              <a:t>including</a:t>
            </a:r>
            <a:r>
              <a:rPr sz="1200" spc="-35" dirty="0">
                <a:latin typeface="Times New Roman"/>
                <a:cs typeface="Times New Roman"/>
              </a:rPr>
              <a:t> </a:t>
            </a:r>
            <a:r>
              <a:rPr sz="1200" dirty="0">
                <a:latin typeface="Times New Roman"/>
                <a:cs typeface="Times New Roman"/>
              </a:rPr>
              <a:t>text</a:t>
            </a:r>
            <a:r>
              <a:rPr sz="1200" spc="-5" dirty="0">
                <a:latin typeface="Times New Roman"/>
                <a:cs typeface="Times New Roman"/>
              </a:rPr>
              <a:t> </a:t>
            </a:r>
            <a:r>
              <a:rPr sz="1200" spc="-10" dirty="0">
                <a:latin typeface="Times New Roman"/>
                <a:cs typeface="Times New Roman"/>
              </a:rPr>
              <a:t>descriptions</a:t>
            </a:r>
            <a:r>
              <a:rPr sz="1200" spc="-2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file</a:t>
            </a:r>
            <a:r>
              <a:rPr sz="1200" spc="-5" dirty="0">
                <a:latin typeface="Times New Roman"/>
                <a:cs typeface="Times New Roman"/>
              </a:rPr>
              <a:t> </a:t>
            </a:r>
            <a:r>
              <a:rPr sz="1200" spc="-10" dirty="0">
                <a:latin typeface="Times New Roman"/>
                <a:cs typeface="Times New Roman"/>
              </a:rPr>
              <a:t>attachments, </a:t>
            </a:r>
            <a:r>
              <a:rPr sz="1200" dirty="0">
                <a:latin typeface="Times New Roman"/>
                <a:cs typeface="Times New Roman"/>
              </a:rPr>
              <a:t>enhancing</a:t>
            </a:r>
            <a:r>
              <a:rPr sz="1200" spc="-15" dirty="0">
                <a:latin typeface="Times New Roman"/>
                <a:cs typeface="Times New Roman"/>
              </a:rPr>
              <a:t> </a:t>
            </a:r>
            <a:r>
              <a:rPr sz="1200" dirty="0">
                <a:latin typeface="Times New Roman"/>
                <a:cs typeface="Times New Roman"/>
              </a:rPr>
              <a:t>collaboration</a:t>
            </a:r>
            <a:r>
              <a:rPr sz="1200" spc="-10" dirty="0">
                <a:latin typeface="Times New Roman"/>
                <a:cs typeface="Times New Roman"/>
              </a:rPr>
              <a:t> </a:t>
            </a:r>
            <a:r>
              <a:rPr sz="1200" spc="-25" dirty="0">
                <a:latin typeface="Times New Roman"/>
                <a:cs typeface="Times New Roman"/>
              </a:rPr>
              <a:t>and </a:t>
            </a:r>
            <a:r>
              <a:rPr sz="1200" spc="-10" dirty="0">
                <a:latin typeface="Times New Roman"/>
                <a:cs typeface="Times New Roman"/>
              </a:rPr>
              <a:t>record-keeping.</a:t>
            </a:r>
            <a:endParaRPr sz="1200">
              <a:latin typeface="Times New Roman"/>
              <a:cs typeface="Times New Roman"/>
            </a:endParaRPr>
          </a:p>
        </p:txBody>
      </p:sp>
      <p:sp>
        <p:nvSpPr>
          <p:cNvPr id="8" name="object 8"/>
          <p:cNvSpPr txBox="1"/>
          <p:nvPr/>
        </p:nvSpPr>
        <p:spPr>
          <a:xfrm>
            <a:off x="902017" y="5327650"/>
            <a:ext cx="5909310" cy="104203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View</a:t>
            </a:r>
            <a:r>
              <a:rPr sz="1400" b="1" spc="-35" dirty="0">
                <a:latin typeface="Times New Roman"/>
                <a:cs typeface="Times New Roman"/>
              </a:rPr>
              <a:t> </a:t>
            </a:r>
            <a:r>
              <a:rPr sz="1400" b="1" dirty="0">
                <a:latin typeface="Times New Roman"/>
                <a:cs typeface="Times New Roman"/>
              </a:rPr>
              <a:t>Notes</a:t>
            </a:r>
            <a:r>
              <a:rPr sz="1400" b="1" spc="-45" dirty="0">
                <a:latin typeface="Times New Roman"/>
                <a:cs typeface="Times New Roman"/>
              </a:rPr>
              <a:t> </a:t>
            </a:r>
            <a:r>
              <a:rPr sz="1400" b="1" dirty="0">
                <a:latin typeface="Times New Roman"/>
                <a:cs typeface="Times New Roman"/>
              </a:rPr>
              <a:t>by</a:t>
            </a:r>
            <a:r>
              <a:rPr sz="1400" b="1" spc="-70" dirty="0">
                <a:latin typeface="Times New Roman"/>
                <a:cs typeface="Times New Roman"/>
              </a:rPr>
              <a:t> </a:t>
            </a:r>
            <a:r>
              <a:rPr sz="1400" b="1" dirty="0">
                <a:latin typeface="Times New Roman"/>
                <a:cs typeface="Times New Roman"/>
              </a:rPr>
              <a:t>Time</a:t>
            </a:r>
            <a:r>
              <a:rPr sz="1400" b="1" spc="-35" dirty="0">
                <a:latin typeface="Times New Roman"/>
                <a:cs typeface="Times New Roman"/>
              </a:rPr>
              <a:t> </a:t>
            </a:r>
            <a:r>
              <a:rPr sz="1400" b="1" dirty="0">
                <a:latin typeface="Times New Roman"/>
                <a:cs typeface="Times New Roman"/>
              </a:rPr>
              <a:t>and</a:t>
            </a:r>
            <a:r>
              <a:rPr sz="1400" b="1" spc="-70" dirty="0">
                <a:latin typeface="Times New Roman"/>
                <a:cs typeface="Times New Roman"/>
              </a:rPr>
              <a:t> </a:t>
            </a:r>
            <a:r>
              <a:rPr sz="1400" b="1" spc="-20" dirty="0">
                <a:latin typeface="Times New Roman"/>
                <a:cs typeface="Times New Roman"/>
              </a:rPr>
              <a:t>Type</a:t>
            </a:r>
            <a:r>
              <a:rPr sz="1400" spc="-20" dirty="0">
                <a:latin typeface="Times New Roman"/>
                <a:cs typeface="Times New Roman"/>
              </a:rPr>
              <a:t>:</a:t>
            </a:r>
            <a:endParaRPr sz="1400">
              <a:latin typeface="Times New Roman"/>
              <a:cs typeface="Times New Roman"/>
            </a:endParaRPr>
          </a:p>
          <a:p>
            <a:pPr marL="1099820" indent="-228600">
              <a:lnSpc>
                <a:spcPct val="100000"/>
              </a:lnSpc>
              <a:spcBef>
                <a:spcPts val="860"/>
              </a:spcBef>
              <a:buFont typeface="Courier New"/>
              <a:buChar char="o"/>
              <a:tabLst>
                <a:tab pos="109982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all</a:t>
            </a:r>
            <a:r>
              <a:rPr sz="1200" spc="-15" dirty="0">
                <a:latin typeface="Times New Roman"/>
                <a:cs typeface="Times New Roman"/>
              </a:rPr>
              <a:t> </a:t>
            </a:r>
            <a:r>
              <a:rPr sz="1200" dirty="0">
                <a:latin typeface="Times New Roman"/>
                <a:cs typeface="Times New Roman"/>
              </a:rPr>
              <a:t>notes</a:t>
            </a:r>
            <a:r>
              <a:rPr sz="1200" spc="-15"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5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organised</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type.</a:t>
            </a:r>
            <a:endParaRPr sz="1200">
              <a:latin typeface="Times New Roman"/>
              <a:cs typeface="Times New Roman"/>
            </a:endParaRPr>
          </a:p>
          <a:p>
            <a:pPr marL="1099820" marR="5080" indent="-228600">
              <a:lnSpc>
                <a:spcPct val="103499"/>
              </a:lnSpc>
              <a:spcBef>
                <a:spcPts val="785"/>
              </a:spcBef>
              <a:buSzPct val="85714"/>
              <a:buFont typeface="Courier New"/>
              <a:buChar char="o"/>
              <a:tabLst>
                <a:tab pos="1099820" algn="l"/>
              </a:tabLst>
            </a:pPr>
            <a:r>
              <a:rPr sz="1400" b="1" dirty="0">
                <a:latin typeface="Times New Roman"/>
                <a:cs typeface="Times New Roman"/>
              </a:rPr>
              <a:t>Note</a:t>
            </a:r>
            <a:r>
              <a:rPr sz="1400" b="1" spc="-60" dirty="0">
                <a:latin typeface="Times New Roman"/>
                <a:cs typeface="Times New Roman"/>
              </a:rPr>
              <a:t> </a:t>
            </a:r>
            <a:r>
              <a:rPr sz="1400" b="1" spc="-20" dirty="0">
                <a:latin typeface="Times New Roman"/>
                <a:cs typeface="Times New Roman"/>
              </a:rPr>
              <a:t>Type </a:t>
            </a:r>
            <a:r>
              <a:rPr sz="1400" b="1" dirty="0">
                <a:latin typeface="Times New Roman"/>
                <a:cs typeface="Times New Roman"/>
              </a:rPr>
              <a:t>Filter</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choose</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specific</a:t>
            </a:r>
            <a:r>
              <a:rPr sz="1200" spc="-20" dirty="0">
                <a:latin typeface="Times New Roman"/>
                <a:cs typeface="Times New Roman"/>
              </a:rPr>
              <a:t> </a:t>
            </a:r>
            <a:r>
              <a:rPr sz="1200" dirty="0">
                <a:latin typeface="Times New Roman"/>
                <a:cs typeface="Times New Roman"/>
              </a:rPr>
              <a:t>types</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notes,</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spc="-25" dirty="0">
                <a:latin typeface="Times New Roman"/>
                <a:cs typeface="Times New Roman"/>
              </a:rPr>
              <a:t>as "Your </a:t>
            </a:r>
            <a:r>
              <a:rPr sz="1200" dirty="0">
                <a:latin typeface="Times New Roman"/>
                <a:cs typeface="Times New Roman"/>
              </a:rPr>
              <a:t>Notes,"</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"Other</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Notes."</a:t>
            </a:r>
            <a:endParaRPr sz="12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83820">
              <a:lnSpc>
                <a:spcPts val="1300"/>
              </a:lnSpc>
            </a:pPr>
            <a:r>
              <a:rPr dirty="0">
                <a:solidFill>
                  <a:srgbClr val="000000"/>
                </a:solidFill>
              </a:rPr>
              <a:t>99</a:t>
            </a:r>
            <a:r>
              <a:rPr spc="10" dirty="0">
                <a:solidFill>
                  <a:srgbClr val="000000"/>
                </a:solidFill>
              </a:rPr>
              <a:t> </a:t>
            </a:r>
            <a:r>
              <a:rPr dirty="0">
                <a:solidFill>
                  <a:srgbClr val="000000"/>
                </a:solidFill>
              </a:rPr>
              <a:t>|</a:t>
            </a:r>
            <a:r>
              <a:rPr spc="-20" dirty="0">
                <a:solidFill>
                  <a:srgbClr val="000000"/>
                </a:solidFill>
              </a:rPr>
              <a:t> </a:t>
            </a:r>
            <a:r>
              <a:rPr dirty="0"/>
              <a:t>P</a:t>
            </a:r>
            <a:r>
              <a:rPr spc="30" dirty="0"/>
              <a:t> </a:t>
            </a:r>
            <a:r>
              <a:rPr dirty="0"/>
              <a:t>a</a:t>
            </a:r>
            <a:r>
              <a:rPr spc="15" dirty="0"/>
              <a:t> </a:t>
            </a:r>
            <a:r>
              <a:rPr dirty="0"/>
              <a:t>g</a:t>
            </a:r>
            <a:r>
              <a:rPr spc="30" dirty="0"/>
              <a:t> </a:t>
            </a:r>
            <a:r>
              <a:rPr spc="-50" dirty="0"/>
              <a:t>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509224"/>
            <a:ext cx="5981065" cy="7441565"/>
            <a:chOff x="896937" y="1509224"/>
            <a:chExt cx="5981065" cy="744156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929049" y="1509224"/>
              <a:ext cx="1912014" cy="2417404"/>
            </a:xfrm>
            <a:prstGeom prst="rect">
              <a:avLst/>
            </a:prstGeom>
          </p:spPr>
        </p:pic>
        <p:pic>
          <p:nvPicPr>
            <p:cNvPr id="5" name="object 5"/>
            <p:cNvPicPr/>
            <p:nvPr/>
          </p:nvPicPr>
          <p:blipFill>
            <a:blip r:embed="rId3" cstate="print"/>
            <a:stretch>
              <a:fillRect/>
            </a:stretch>
          </p:blipFill>
          <p:spPr>
            <a:xfrm>
              <a:off x="1821814" y="4821307"/>
              <a:ext cx="3877945" cy="3753084"/>
            </a:xfrm>
            <a:prstGeom prst="rect">
              <a:avLst/>
            </a:prstGeom>
          </p:spPr>
        </p:pic>
        <p:sp>
          <p:nvSpPr>
            <p:cNvPr id="6" name="object 6"/>
            <p:cNvSpPr/>
            <p:nvPr/>
          </p:nvSpPr>
          <p:spPr>
            <a:xfrm>
              <a:off x="1820163" y="4734179"/>
              <a:ext cx="3881120" cy="3918585"/>
            </a:xfrm>
            <a:custGeom>
              <a:avLst/>
              <a:gdLst/>
              <a:ahLst/>
              <a:cxnLst/>
              <a:rect l="l" t="t" r="r" b="b"/>
              <a:pathLst>
                <a:path w="3881120" h="3918584">
                  <a:moveTo>
                    <a:pt x="0" y="3918458"/>
                  </a:moveTo>
                  <a:lnTo>
                    <a:pt x="3881120" y="3918458"/>
                  </a:lnTo>
                  <a:lnTo>
                    <a:pt x="3881120" y="0"/>
                  </a:lnTo>
                  <a:lnTo>
                    <a:pt x="0" y="0"/>
                  </a:lnTo>
                  <a:lnTo>
                    <a:pt x="0" y="3918458"/>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359153" y="434340"/>
            <a:ext cx="5512435" cy="887094"/>
          </a:xfrm>
          <a:prstGeom prst="rect">
            <a:avLst/>
          </a:prstGeom>
        </p:spPr>
        <p:txBody>
          <a:bodyPr vert="horz" wrap="square" lIns="0" tIns="12700" rIns="0" bIns="0" rtlCol="0">
            <a:spAutoFit/>
          </a:bodyPr>
          <a:lstStyle/>
          <a:p>
            <a:pPr marL="31965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241300" marR="142875" indent="-229235">
              <a:lnSpc>
                <a:spcPct val="103600"/>
              </a:lnSpc>
              <a:buSzPct val="85714"/>
              <a:buFont typeface="Symbol"/>
              <a:buChar char=""/>
              <a:tabLst>
                <a:tab pos="241300" algn="l"/>
              </a:tabLst>
            </a:pPr>
            <a:r>
              <a:rPr sz="1400" b="1" dirty="0">
                <a:latin typeface="Times New Roman"/>
                <a:cs typeface="Times New Roman"/>
              </a:rPr>
              <a:t>Time</a:t>
            </a:r>
            <a:r>
              <a:rPr sz="1400" b="1" spc="-25" dirty="0">
                <a:latin typeface="Times New Roman"/>
                <a:cs typeface="Times New Roman"/>
              </a:rPr>
              <a:t> </a:t>
            </a:r>
            <a:r>
              <a:rPr sz="1400" b="1" dirty="0">
                <a:latin typeface="Times New Roman"/>
                <a:cs typeface="Times New Roman"/>
              </a:rPr>
              <a:t>Filter</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Options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notes</a:t>
            </a:r>
            <a:r>
              <a:rPr sz="1200" spc="-30" dirty="0">
                <a:latin typeface="Times New Roman"/>
                <a:cs typeface="Times New Roman"/>
              </a:rPr>
              <a:t> </a:t>
            </a:r>
            <a:r>
              <a:rPr sz="1200" dirty="0">
                <a:latin typeface="Times New Roman"/>
                <a:cs typeface="Times New Roman"/>
              </a:rPr>
              <a:t>by</a:t>
            </a:r>
            <a:r>
              <a:rPr sz="1200" spc="-20" dirty="0">
                <a:latin typeface="Times New Roman"/>
                <a:cs typeface="Times New Roman"/>
              </a:rPr>
              <a:t> </a:t>
            </a:r>
            <a:r>
              <a:rPr sz="1200" dirty="0">
                <a:latin typeface="Times New Roman"/>
                <a:cs typeface="Times New Roman"/>
              </a:rPr>
              <a:t>time</a:t>
            </a:r>
            <a:r>
              <a:rPr sz="1200" spc="-20" dirty="0">
                <a:latin typeface="Times New Roman"/>
                <a:cs typeface="Times New Roman"/>
              </a:rPr>
              <a:t> </a:t>
            </a:r>
            <a:r>
              <a:rPr sz="1200" dirty="0">
                <a:latin typeface="Times New Roman"/>
                <a:cs typeface="Times New Roman"/>
              </a:rPr>
              <a:t>periods</a:t>
            </a:r>
            <a:r>
              <a:rPr sz="1200" spc="-3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10" dirty="0">
                <a:latin typeface="Times New Roman"/>
                <a:cs typeface="Times New Roman"/>
              </a:rPr>
              <a:t> </a:t>
            </a:r>
            <a:r>
              <a:rPr sz="1200" spc="-25" dirty="0">
                <a:latin typeface="Times New Roman"/>
                <a:cs typeface="Times New Roman"/>
              </a:rPr>
              <a:t>"Today,"</a:t>
            </a:r>
            <a:r>
              <a:rPr sz="1200" spc="-30" dirty="0">
                <a:latin typeface="Times New Roman"/>
                <a:cs typeface="Times New Roman"/>
              </a:rPr>
              <a:t> </a:t>
            </a:r>
            <a:r>
              <a:rPr sz="1200" spc="-10" dirty="0">
                <a:latin typeface="Times New Roman"/>
                <a:cs typeface="Times New Roman"/>
              </a:rPr>
              <a:t>"Yesterday," </a:t>
            </a:r>
            <a:r>
              <a:rPr sz="1200" dirty="0">
                <a:latin typeface="Times New Roman"/>
                <a:cs typeface="Times New Roman"/>
              </a:rPr>
              <a:t>"This</a:t>
            </a:r>
            <a:r>
              <a:rPr sz="1200" spc="-50" dirty="0">
                <a:latin typeface="Times New Roman"/>
                <a:cs typeface="Times New Roman"/>
              </a:rPr>
              <a:t> </a:t>
            </a:r>
            <a:r>
              <a:rPr sz="1200" spc="-20" dirty="0">
                <a:latin typeface="Times New Roman"/>
                <a:cs typeface="Times New Roman"/>
              </a:rPr>
              <a:t>Week,"</a:t>
            </a:r>
            <a:r>
              <a:rPr sz="1200" spc="-25" dirty="0">
                <a:latin typeface="Times New Roman"/>
                <a:cs typeface="Times New Roman"/>
              </a:rPr>
              <a:t> </a:t>
            </a:r>
            <a:r>
              <a:rPr sz="1200" dirty="0">
                <a:latin typeface="Times New Roman"/>
                <a:cs typeface="Times New Roman"/>
              </a:rPr>
              <a:t>"Past</a:t>
            </a:r>
            <a:r>
              <a:rPr sz="1200" spc="-15" dirty="0">
                <a:latin typeface="Times New Roman"/>
                <a:cs typeface="Times New Roman"/>
              </a:rPr>
              <a:t> </a:t>
            </a:r>
            <a:r>
              <a:rPr sz="1200" dirty="0">
                <a:latin typeface="Times New Roman"/>
                <a:cs typeface="Times New Roman"/>
              </a:rPr>
              <a:t>Notes”</a:t>
            </a:r>
            <a:r>
              <a:rPr sz="1200" spc="-15" dirty="0">
                <a:latin typeface="Times New Roman"/>
                <a:cs typeface="Times New Roman"/>
              </a:rPr>
              <a:t> </a:t>
            </a:r>
            <a:r>
              <a:rPr sz="1200" dirty="0">
                <a:latin typeface="Times New Roman"/>
                <a:cs typeface="Times New Roman"/>
              </a:rPr>
              <a:t>allow</a:t>
            </a:r>
            <a:r>
              <a:rPr sz="1200" spc="-2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focus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recent</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p:txBody>
      </p:sp>
      <p:sp>
        <p:nvSpPr>
          <p:cNvPr id="8" name="object 8"/>
          <p:cNvSpPr txBox="1"/>
          <p:nvPr/>
        </p:nvSpPr>
        <p:spPr>
          <a:xfrm>
            <a:off x="902017" y="4303648"/>
            <a:ext cx="1030605" cy="238760"/>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Add</a:t>
            </a:r>
            <a:r>
              <a:rPr sz="1400" b="1" spc="-25" dirty="0">
                <a:latin typeface="Times New Roman"/>
                <a:cs typeface="Times New Roman"/>
              </a:rPr>
              <a:t> </a:t>
            </a:r>
            <a:r>
              <a:rPr sz="1400" b="1" spc="-10" dirty="0">
                <a:latin typeface="Times New Roman"/>
                <a:cs typeface="Times New Roman"/>
              </a:rPr>
              <a:t>Note</a:t>
            </a:r>
            <a:r>
              <a:rPr sz="1400" spc="-10" dirty="0">
                <a:latin typeface="Times New Roman"/>
                <a:cs typeface="Times New Roman"/>
              </a:rPr>
              <a:t>:</a:t>
            </a:r>
            <a:endParaRPr sz="14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p:nvPr/>
        </p:nvSpPr>
        <p:spPr>
          <a:xfrm>
            <a:off x="6115684" y="9275733"/>
            <a:ext cx="72199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100</a:t>
            </a:r>
            <a:r>
              <a:rPr sz="1100" spc="-5" dirty="0">
                <a:latin typeface="Times New Roman"/>
                <a:cs typeface="Times New Roman"/>
              </a:rPr>
              <a:t> </a:t>
            </a:r>
            <a:r>
              <a:rPr sz="110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20"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07365" y="5038661"/>
            <a:ext cx="6788150" cy="3912235"/>
            <a:chOff x="507365" y="5038661"/>
            <a:chExt cx="6788150" cy="391223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67052" y="5041772"/>
              <a:ext cx="6725033" cy="3083560"/>
            </a:xfrm>
            <a:prstGeom prst="rect">
              <a:avLst/>
            </a:prstGeom>
          </p:spPr>
        </p:pic>
        <p:sp>
          <p:nvSpPr>
            <p:cNvPr id="5" name="object 5"/>
            <p:cNvSpPr/>
            <p:nvPr/>
          </p:nvSpPr>
          <p:spPr>
            <a:xfrm>
              <a:off x="508952" y="5040248"/>
              <a:ext cx="6784975" cy="3086735"/>
            </a:xfrm>
            <a:custGeom>
              <a:avLst/>
              <a:gdLst/>
              <a:ahLst/>
              <a:cxnLst/>
              <a:rect l="l" t="t" r="r" b="b"/>
              <a:pathLst>
                <a:path w="6784975" h="3086734">
                  <a:moveTo>
                    <a:pt x="0" y="3086735"/>
                  </a:moveTo>
                  <a:lnTo>
                    <a:pt x="6784721" y="3086735"/>
                  </a:lnTo>
                  <a:lnTo>
                    <a:pt x="6784721" y="0"/>
                  </a:lnTo>
                  <a:lnTo>
                    <a:pt x="0" y="0"/>
                  </a:lnTo>
                  <a:lnTo>
                    <a:pt x="0" y="3086735"/>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449961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40"/>
              </a:spcBef>
            </a:pPr>
            <a:endParaRPr sz="1200">
              <a:latin typeface="Times New Roman"/>
              <a:cs typeface="Times New Roman"/>
            </a:endParaRPr>
          </a:p>
          <a:p>
            <a:pPr marL="1155700" marR="193040" indent="-228600">
              <a:lnSpc>
                <a:spcPct val="102800"/>
              </a:lnSpc>
              <a:buFont typeface="Courier New"/>
              <a:buChar char="o"/>
              <a:tabLst>
                <a:tab pos="1155700" algn="l"/>
              </a:tabLst>
            </a:pPr>
            <a:r>
              <a:rPr sz="1200" dirty="0">
                <a:latin typeface="Times New Roman"/>
                <a:cs typeface="Times New Roman"/>
              </a:rPr>
              <a:t>When</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clicks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 </a:t>
            </a:r>
            <a:r>
              <a:rPr sz="1200" b="1" dirty="0">
                <a:latin typeface="Times New Roman"/>
                <a:cs typeface="Times New Roman"/>
              </a:rPr>
              <a:t>"Add</a:t>
            </a:r>
            <a:r>
              <a:rPr sz="1200" b="1" spc="-30" dirty="0">
                <a:latin typeface="Times New Roman"/>
                <a:cs typeface="Times New Roman"/>
              </a:rPr>
              <a:t> </a:t>
            </a:r>
            <a:r>
              <a:rPr sz="1200" b="1" dirty="0">
                <a:latin typeface="Times New Roman"/>
                <a:cs typeface="Times New Roman"/>
              </a:rPr>
              <a:t>Note"</a:t>
            </a:r>
            <a:r>
              <a:rPr sz="1200" b="1" spc="-25" dirty="0">
                <a:latin typeface="Times New Roman"/>
                <a:cs typeface="Times New Roman"/>
              </a:rPr>
              <a:t> </a:t>
            </a:r>
            <a:r>
              <a:rPr sz="1200" dirty="0">
                <a:latin typeface="Times New Roman"/>
                <a:cs typeface="Times New Roman"/>
              </a:rPr>
              <a:t>button,</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appears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allows </a:t>
            </a:r>
            <a:r>
              <a:rPr sz="1200" dirty="0">
                <a:latin typeface="Times New Roman"/>
                <a:cs typeface="Times New Roman"/>
              </a:rPr>
              <a:t>them</a:t>
            </a:r>
            <a:r>
              <a:rPr sz="1200" spc="-1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add</a:t>
            </a:r>
            <a:r>
              <a:rPr sz="1200" spc="-1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description</a:t>
            </a:r>
            <a:r>
              <a:rPr sz="1200" spc="-40" dirty="0">
                <a:latin typeface="Times New Roman"/>
                <a:cs typeface="Times New Roman"/>
              </a:rPr>
              <a:t> </a:t>
            </a:r>
            <a:r>
              <a:rPr sz="1200" dirty="0">
                <a:latin typeface="Times New Roman"/>
                <a:cs typeface="Times New Roman"/>
              </a:rPr>
              <a:t>related</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155700" marR="186055" indent="-228600">
              <a:lnSpc>
                <a:spcPct val="102800"/>
              </a:lnSpc>
              <a:spcBef>
                <a:spcPts val="819"/>
              </a:spcBef>
              <a:buFont typeface="Courier New"/>
              <a:buChar char="o"/>
              <a:tabLst>
                <a:tab pos="1155700" algn="l"/>
              </a:tabLst>
            </a:pPr>
            <a:r>
              <a:rPr sz="1200" spc="-10" dirty="0">
                <a:latin typeface="Times New Roman"/>
                <a:cs typeface="Times New Roman"/>
              </a:rPr>
              <a:t>Additionally,</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10" dirty="0">
                <a:latin typeface="Times New Roman"/>
                <a:cs typeface="Times New Roman"/>
              </a:rPr>
              <a:t> </a:t>
            </a:r>
            <a:r>
              <a:rPr sz="1200" b="1" dirty="0">
                <a:latin typeface="Times New Roman"/>
                <a:cs typeface="Times New Roman"/>
              </a:rPr>
              <a:t>upload</a:t>
            </a:r>
            <a:r>
              <a:rPr sz="1200" b="1" spc="-25" dirty="0">
                <a:latin typeface="Times New Roman"/>
                <a:cs typeface="Times New Roman"/>
              </a:rPr>
              <a:t> </a:t>
            </a:r>
            <a:r>
              <a:rPr sz="1200" b="1" dirty="0">
                <a:latin typeface="Times New Roman"/>
                <a:cs typeface="Times New Roman"/>
              </a:rPr>
              <a:t>files</a:t>
            </a:r>
            <a:r>
              <a:rPr sz="1200" b="1" spc="-20"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note,</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spc="-10" dirty="0">
                <a:latin typeface="Times New Roman"/>
                <a:cs typeface="Times New Roman"/>
              </a:rPr>
              <a:t>screenshots, </a:t>
            </a:r>
            <a:r>
              <a:rPr sz="1200" dirty="0">
                <a:latin typeface="Times New Roman"/>
                <a:cs typeface="Times New Roman"/>
              </a:rPr>
              <a:t>documents,</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20"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spc="-10" dirty="0">
                <a:latin typeface="Times New Roman"/>
                <a:cs typeface="Times New Roman"/>
              </a:rPr>
              <a:t>attachments,</a:t>
            </a:r>
            <a:r>
              <a:rPr sz="1200" spc="-40"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then</a:t>
            </a:r>
            <a:r>
              <a:rPr sz="1200" spc="-15" dirty="0">
                <a:latin typeface="Times New Roman"/>
                <a:cs typeface="Times New Roman"/>
              </a:rPr>
              <a:t> </a:t>
            </a:r>
            <a:r>
              <a:rPr sz="1200" dirty="0">
                <a:latin typeface="Times New Roman"/>
                <a:cs typeface="Times New Roman"/>
              </a:rPr>
              <a:t>linked</a:t>
            </a:r>
            <a:r>
              <a:rPr sz="1200" spc="-2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note.</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20"/>
              </a:spcBef>
            </a:pPr>
            <a:endParaRPr sz="1200">
              <a:latin typeface="Times New Roman"/>
              <a:cs typeface="Times New Roman"/>
            </a:endParaRPr>
          </a:p>
          <a:p>
            <a:pPr marL="240665" indent="-227965">
              <a:lnSpc>
                <a:spcPct val="100000"/>
              </a:lnSpc>
              <a:buFont typeface="Courier New"/>
              <a:buChar char="o"/>
              <a:tabLst>
                <a:tab pos="240665" algn="l"/>
              </a:tabLst>
            </a:pPr>
            <a:r>
              <a:rPr sz="1600" b="1" dirty="0">
                <a:latin typeface="Times New Roman"/>
                <a:cs typeface="Times New Roman"/>
              </a:rPr>
              <a:t>Time</a:t>
            </a:r>
            <a:r>
              <a:rPr sz="1600" b="1" spc="-45" dirty="0">
                <a:latin typeface="Times New Roman"/>
                <a:cs typeface="Times New Roman"/>
              </a:rPr>
              <a:t> </a:t>
            </a:r>
            <a:r>
              <a:rPr sz="1600" b="1" dirty="0">
                <a:latin typeface="Times New Roman"/>
                <a:cs typeface="Times New Roman"/>
              </a:rPr>
              <a:t>Spent</a:t>
            </a:r>
            <a:r>
              <a:rPr sz="1600" b="1" spc="-60" dirty="0">
                <a:latin typeface="Times New Roman"/>
                <a:cs typeface="Times New Roman"/>
              </a:rPr>
              <a:t> </a:t>
            </a:r>
            <a:r>
              <a:rPr sz="1600" b="1" spc="-20" dirty="0">
                <a:latin typeface="Times New Roman"/>
                <a:cs typeface="Times New Roman"/>
              </a:rPr>
              <a:t>Tab:</a:t>
            </a:r>
            <a:endParaRPr sz="1600">
              <a:latin typeface="Times New Roman"/>
              <a:cs typeface="Times New Roman"/>
            </a:endParaRPr>
          </a:p>
          <a:p>
            <a:pPr marL="12700">
              <a:lnSpc>
                <a:spcPct val="100000"/>
              </a:lnSpc>
              <a:spcBef>
                <a:spcPts val="88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enables</a:t>
            </a:r>
            <a:r>
              <a:rPr sz="1200" spc="-35" dirty="0">
                <a:latin typeface="Times New Roman"/>
                <a:cs typeface="Times New Roman"/>
              </a:rPr>
              <a:t> </a:t>
            </a:r>
            <a:r>
              <a:rPr sz="1200" spc="-10" dirty="0">
                <a:latin typeface="Times New Roman"/>
                <a:cs typeface="Times New Roman"/>
              </a:rPr>
              <a:t>efficient</a:t>
            </a:r>
            <a:r>
              <a:rPr sz="1200" spc="-15" dirty="0">
                <a:latin typeface="Times New Roman"/>
                <a:cs typeface="Times New Roman"/>
              </a:rPr>
              <a:t> </a:t>
            </a:r>
            <a:r>
              <a:rPr sz="1200" dirty="0">
                <a:latin typeface="Times New Roman"/>
                <a:cs typeface="Times New Roman"/>
              </a:rPr>
              <a:t>tracking</a:t>
            </a:r>
            <a:r>
              <a:rPr sz="1200" spc="-25"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management</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work</a:t>
            </a:r>
            <a:r>
              <a:rPr sz="1200" spc="-40" dirty="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allowing</a:t>
            </a:r>
            <a:r>
              <a:rPr sz="1200" spc="-2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spc="-25" dirty="0">
                <a:latin typeface="Times New Roman"/>
                <a:cs typeface="Times New Roman"/>
              </a:rPr>
              <a:t>to</a:t>
            </a:r>
            <a:endParaRPr sz="1200">
              <a:latin typeface="Times New Roman"/>
              <a:cs typeface="Times New Roman"/>
            </a:endParaRPr>
          </a:p>
          <a:p>
            <a:pPr marL="12700" marR="132080">
              <a:lnSpc>
                <a:spcPts val="1500"/>
              </a:lnSpc>
              <a:spcBef>
                <a:spcPts val="40"/>
              </a:spcBef>
            </a:pPr>
            <a:r>
              <a:rPr sz="1200" dirty="0">
                <a:latin typeface="Times New Roman"/>
                <a:cs typeface="Times New Roman"/>
              </a:rPr>
              <a:t>accurately</a:t>
            </a:r>
            <a:r>
              <a:rPr sz="1200" spc="-20" dirty="0">
                <a:latin typeface="Times New Roman"/>
                <a:cs typeface="Times New Roman"/>
              </a:rPr>
              <a:t> </a:t>
            </a:r>
            <a:r>
              <a:rPr sz="1200" dirty="0">
                <a:latin typeface="Times New Roman"/>
                <a:cs typeface="Times New Roman"/>
              </a:rPr>
              <a:t>log,</a:t>
            </a:r>
            <a:r>
              <a:rPr sz="1200" spc="-15" dirty="0">
                <a:latin typeface="Times New Roman"/>
                <a:cs typeface="Times New Roman"/>
              </a:rPr>
              <a:t> </a:t>
            </a:r>
            <a:r>
              <a:rPr sz="1200" dirty="0">
                <a:latin typeface="Times New Roman"/>
                <a:cs typeface="Times New Roman"/>
              </a:rPr>
              <a:t>edit,</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review</a:t>
            </a:r>
            <a:r>
              <a:rPr sz="1200" spc="-30"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spent</a:t>
            </a:r>
            <a:r>
              <a:rPr sz="1200" spc="-3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ensuring</a:t>
            </a:r>
            <a:r>
              <a:rPr sz="1200" spc="-40" dirty="0">
                <a:latin typeface="Times New Roman"/>
                <a:cs typeface="Times New Roman"/>
              </a:rPr>
              <a:t> </a:t>
            </a:r>
            <a:r>
              <a:rPr sz="1200" spc="-10" dirty="0">
                <a:latin typeface="Times New Roman"/>
                <a:cs typeface="Times New Roman"/>
              </a:rPr>
              <a:t>accountability</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clarity</a:t>
            </a:r>
            <a:r>
              <a:rPr sz="1200" spc="-1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spc="-25" dirty="0">
                <a:latin typeface="Times New Roman"/>
                <a:cs typeface="Times New Roman"/>
              </a:rPr>
              <a:t>the </a:t>
            </a:r>
            <a:r>
              <a:rPr sz="1200" dirty="0">
                <a:latin typeface="Times New Roman"/>
                <a:cs typeface="Times New Roman"/>
              </a:rPr>
              <a:t>work</a:t>
            </a:r>
            <a:r>
              <a:rPr sz="1200" spc="-30" dirty="0">
                <a:latin typeface="Times New Roman"/>
                <a:cs typeface="Times New Roman"/>
              </a:rPr>
              <a:t> </a:t>
            </a:r>
            <a:r>
              <a:rPr sz="1200" spc="-10" dirty="0">
                <a:latin typeface="Times New Roman"/>
                <a:cs typeface="Times New Roman"/>
              </a:rPr>
              <a:t>performed.</a:t>
            </a:r>
            <a:endParaRPr sz="1200">
              <a:latin typeface="Times New Roman"/>
              <a:cs typeface="Times New Roman"/>
            </a:endParaRPr>
          </a:p>
          <a:p>
            <a:pPr marL="12700">
              <a:lnSpc>
                <a:spcPct val="100000"/>
              </a:lnSpc>
              <a:spcBef>
                <a:spcPts val="785"/>
              </a:spcBef>
            </a:pPr>
            <a:r>
              <a:rPr sz="1400" b="1" spc="-20" dirty="0">
                <a:latin typeface="Times New Roman"/>
                <a:cs typeface="Times New Roman"/>
              </a:rPr>
              <a:t>View</a:t>
            </a:r>
            <a:r>
              <a:rPr sz="1400" b="1" spc="-70" dirty="0">
                <a:latin typeface="Times New Roman"/>
                <a:cs typeface="Times New Roman"/>
              </a:rPr>
              <a:t> </a:t>
            </a:r>
            <a:r>
              <a:rPr sz="1400" b="1" dirty="0">
                <a:latin typeface="Times New Roman"/>
                <a:cs typeface="Times New Roman"/>
              </a:rPr>
              <a:t>Work</a:t>
            </a:r>
            <a:r>
              <a:rPr sz="1400" b="1" spc="-60" dirty="0">
                <a:latin typeface="Times New Roman"/>
                <a:cs typeface="Times New Roman"/>
              </a:rPr>
              <a:t> </a:t>
            </a:r>
            <a:r>
              <a:rPr sz="1400" b="1" spc="-20" dirty="0">
                <a:latin typeface="Times New Roman"/>
                <a:cs typeface="Times New Roman"/>
              </a:rPr>
              <a:t>Logs:</a:t>
            </a:r>
            <a:endParaRPr sz="1400">
              <a:latin typeface="Times New Roman"/>
              <a:cs typeface="Times New Roman"/>
            </a:endParaRPr>
          </a:p>
          <a:p>
            <a:pPr marL="698500" lvl="1" indent="-229235">
              <a:lnSpc>
                <a:spcPct val="100000"/>
              </a:lnSpc>
              <a:spcBef>
                <a:spcPts val="960"/>
              </a:spcBef>
              <a:buFont typeface="Symbol"/>
              <a:buChar char=""/>
              <a:tabLst>
                <a:tab pos="698500" algn="l"/>
              </a:tabLst>
            </a:pPr>
            <a:r>
              <a:rPr sz="1400" b="1" dirty="0">
                <a:latin typeface="Times New Roman"/>
                <a:cs typeface="Times New Roman"/>
              </a:rPr>
              <a:t>Displays</a:t>
            </a:r>
            <a:r>
              <a:rPr sz="1400" b="1" spc="-20" dirty="0">
                <a:latin typeface="Times New Roman"/>
                <a:cs typeface="Times New Roman"/>
              </a:rPr>
              <a:t> </a:t>
            </a:r>
            <a:r>
              <a:rPr sz="1400" b="1" dirty="0">
                <a:latin typeface="Times New Roman"/>
                <a:cs typeface="Times New Roman"/>
              </a:rPr>
              <a:t>a</a:t>
            </a:r>
            <a:r>
              <a:rPr sz="1400" b="1" spc="-15" dirty="0">
                <a:latin typeface="Times New Roman"/>
                <a:cs typeface="Times New Roman"/>
              </a:rPr>
              <a:t> </a:t>
            </a:r>
            <a:r>
              <a:rPr sz="1400" b="1" dirty="0">
                <a:latin typeface="Times New Roman"/>
                <a:cs typeface="Times New Roman"/>
              </a:rPr>
              <a:t>detailed</a:t>
            </a:r>
            <a:r>
              <a:rPr sz="1400" b="1" spc="-15" dirty="0">
                <a:latin typeface="Times New Roman"/>
                <a:cs typeface="Times New Roman"/>
              </a:rPr>
              <a:t> </a:t>
            </a:r>
            <a:r>
              <a:rPr sz="1400" b="1" dirty="0">
                <a:latin typeface="Times New Roman"/>
                <a:cs typeface="Times New Roman"/>
              </a:rPr>
              <a:t>log</a:t>
            </a:r>
            <a:r>
              <a:rPr sz="1400" b="1" spc="-10" dirty="0">
                <a:latin typeface="Times New Roman"/>
                <a:cs typeface="Times New Roman"/>
              </a:rPr>
              <a:t> </a:t>
            </a:r>
            <a:r>
              <a:rPr sz="1400" b="1" dirty="0">
                <a:latin typeface="Times New Roman"/>
                <a:cs typeface="Times New Roman"/>
              </a:rPr>
              <a:t>of</a:t>
            </a:r>
            <a:r>
              <a:rPr sz="1400" b="1" spc="-5" dirty="0">
                <a:latin typeface="Times New Roman"/>
                <a:cs typeface="Times New Roman"/>
              </a:rPr>
              <a:t> </a:t>
            </a:r>
            <a:r>
              <a:rPr sz="1400" b="1" dirty="0">
                <a:latin typeface="Times New Roman"/>
                <a:cs typeface="Times New Roman"/>
              </a:rPr>
              <a:t>time</a:t>
            </a:r>
            <a:r>
              <a:rPr sz="1400" b="1" spc="-15" dirty="0">
                <a:latin typeface="Times New Roman"/>
                <a:cs typeface="Times New Roman"/>
              </a:rPr>
              <a:t> </a:t>
            </a:r>
            <a:r>
              <a:rPr sz="1400" b="1" dirty="0">
                <a:latin typeface="Times New Roman"/>
                <a:cs typeface="Times New Roman"/>
              </a:rPr>
              <a:t>spent</a:t>
            </a:r>
            <a:r>
              <a:rPr sz="1400" b="1" spc="-20" dirty="0">
                <a:latin typeface="Times New Roman"/>
                <a:cs typeface="Times New Roman"/>
              </a:rPr>
              <a:t> </a:t>
            </a:r>
            <a:r>
              <a:rPr sz="1400" b="1" dirty="0">
                <a:latin typeface="Times New Roman"/>
                <a:cs typeface="Times New Roman"/>
              </a:rPr>
              <a:t>on</a:t>
            </a:r>
            <a:r>
              <a:rPr sz="1400" b="1" spc="-10" dirty="0">
                <a:latin typeface="Times New Roman"/>
                <a:cs typeface="Times New Roman"/>
              </a:rPr>
              <a:t> </a:t>
            </a:r>
            <a:r>
              <a:rPr sz="1400" b="1" dirty="0">
                <a:latin typeface="Times New Roman"/>
                <a:cs typeface="Times New Roman"/>
              </a:rPr>
              <a:t>the</a:t>
            </a:r>
            <a:r>
              <a:rPr sz="1400" b="1" spc="-15" dirty="0">
                <a:latin typeface="Times New Roman"/>
                <a:cs typeface="Times New Roman"/>
              </a:rPr>
              <a:t> </a:t>
            </a:r>
            <a:r>
              <a:rPr sz="1400" b="1" dirty="0">
                <a:latin typeface="Times New Roman"/>
                <a:cs typeface="Times New Roman"/>
              </a:rPr>
              <a:t>ticket,</a:t>
            </a:r>
            <a:r>
              <a:rPr sz="1400" b="1" spc="-5" dirty="0">
                <a:latin typeface="Times New Roman"/>
                <a:cs typeface="Times New Roman"/>
              </a:rPr>
              <a:t> </a:t>
            </a:r>
            <a:r>
              <a:rPr sz="1400" b="1" spc="-10" dirty="0">
                <a:latin typeface="Times New Roman"/>
                <a:cs typeface="Times New Roman"/>
              </a:rPr>
              <a:t>including:</a:t>
            </a:r>
            <a:endParaRPr sz="1400">
              <a:latin typeface="Times New Roman"/>
              <a:cs typeface="Times New Roman"/>
            </a:endParaRPr>
          </a:p>
          <a:p>
            <a:pPr marL="1155700" lvl="2" indent="-228600">
              <a:lnSpc>
                <a:spcPct val="100000"/>
              </a:lnSpc>
              <a:spcBef>
                <a:spcPts val="860"/>
              </a:spcBef>
              <a:buFont typeface="Courier New"/>
              <a:buChar char="o"/>
              <a:tabLst>
                <a:tab pos="1155700" algn="l"/>
              </a:tabLst>
            </a:pPr>
            <a:r>
              <a:rPr sz="1200" dirty="0">
                <a:latin typeface="Times New Roman"/>
                <a:cs typeface="Times New Roman"/>
              </a:rPr>
              <a:t>Who</a:t>
            </a:r>
            <a:r>
              <a:rPr sz="1200" spc="-20" dirty="0">
                <a:latin typeface="Times New Roman"/>
                <a:cs typeface="Times New Roman"/>
              </a:rPr>
              <a:t> </a:t>
            </a:r>
            <a:r>
              <a:rPr sz="1200" dirty="0">
                <a:latin typeface="Times New Roman"/>
                <a:cs typeface="Times New Roman"/>
              </a:rPr>
              <a:t>performed</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spc="-20" dirty="0">
                <a:latin typeface="Times New Roman"/>
                <a:cs typeface="Times New Roman"/>
              </a:rPr>
              <a:t>work?</a:t>
            </a:r>
            <a:endParaRPr sz="1200">
              <a:latin typeface="Times New Roman"/>
              <a:cs typeface="Times New Roman"/>
            </a:endParaRPr>
          </a:p>
          <a:p>
            <a:pPr marL="1155700" lvl="2" indent="-228600">
              <a:lnSpc>
                <a:spcPct val="100000"/>
              </a:lnSpc>
              <a:spcBef>
                <a:spcPts val="860"/>
              </a:spcBef>
              <a:buFont typeface="Courier New"/>
              <a:buChar char="o"/>
              <a:tabLst>
                <a:tab pos="1155700" algn="l"/>
              </a:tabLst>
            </a:pPr>
            <a:r>
              <a:rPr sz="1200" dirty="0">
                <a:latin typeface="Times New Roman"/>
                <a:cs typeface="Times New Roman"/>
              </a:rPr>
              <a:t>Duration</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10" dirty="0">
                <a:latin typeface="Times New Roman"/>
                <a:cs typeface="Times New Roman"/>
              </a:rPr>
              <a:t>hours).</a:t>
            </a:r>
            <a:endParaRPr sz="1200">
              <a:latin typeface="Times New Roman"/>
              <a:cs typeface="Times New Roman"/>
            </a:endParaRPr>
          </a:p>
          <a:p>
            <a:pPr marL="1155700" lvl="2" indent="-228600">
              <a:lnSpc>
                <a:spcPct val="100000"/>
              </a:lnSpc>
              <a:spcBef>
                <a:spcPts val="840"/>
              </a:spcBef>
              <a:buFont typeface="Courier New"/>
              <a:buChar char="o"/>
              <a:tabLst>
                <a:tab pos="1155700" algn="l"/>
              </a:tabLst>
            </a:pPr>
            <a:r>
              <a:rPr sz="1200" dirty="0">
                <a:latin typeface="Times New Roman"/>
                <a:cs typeface="Times New Roman"/>
              </a:rPr>
              <a:t>Start</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End</a:t>
            </a:r>
            <a:r>
              <a:rPr sz="1200" spc="-55" dirty="0">
                <a:latin typeface="Times New Roman"/>
                <a:cs typeface="Times New Roman"/>
              </a:rPr>
              <a:t> </a:t>
            </a:r>
            <a:r>
              <a:rPr sz="1200" spc="-10" dirty="0">
                <a:latin typeface="Times New Roman"/>
                <a:cs typeface="Times New Roman"/>
              </a:rPr>
              <a:t>Times</a:t>
            </a:r>
            <a:r>
              <a:rPr sz="1200" spc="-2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spc="-10" dirty="0">
                <a:latin typeface="Times New Roman"/>
                <a:cs typeface="Times New Roman"/>
              </a:rPr>
              <a:t>session.</a:t>
            </a:r>
            <a:endParaRPr sz="1200">
              <a:latin typeface="Times New Roman"/>
              <a:cs typeface="Times New Roman"/>
            </a:endParaRPr>
          </a:p>
          <a:p>
            <a:pPr marL="1155700" lvl="2" indent="-228600">
              <a:lnSpc>
                <a:spcPct val="100000"/>
              </a:lnSpc>
              <a:spcBef>
                <a:spcPts val="840"/>
              </a:spcBef>
              <a:buFont typeface="Courier New"/>
              <a:buChar char="o"/>
              <a:tabLst>
                <a:tab pos="1155700" algn="l"/>
              </a:tabLst>
            </a:pPr>
            <a:r>
              <a:rPr sz="1200" dirty="0">
                <a:latin typeface="Times New Roman"/>
                <a:cs typeface="Times New Roman"/>
              </a:rPr>
              <a:t>Date</a:t>
            </a:r>
            <a:r>
              <a:rPr sz="1200" spc="-25"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(e.g.,</a:t>
            </a:r>
            <a:r>
              <a:rPr sz="1200" spc="-25" dirty="0">
                <a:latin typeface="Times New Roman"/>
                <a:cs typeface="Times New Roman"/>
              </a:rPr>
              <a:t> "Today,"</a:t>
            </a:r>
            <a:r>
              <a:rPr sz="1200" spc="-40" dirty="0">
                <a:latin typeface="Times New Roman"/>
                <a:cs typeface="Times New Roman"/>
              </a:rPr>
              <a:t> </a:t>
            </a:r>
            <a:r>
              <a:rPr sz="1200" spc="-10" dirty="0">
                <a:latin typeface="Times New Roman"/>
                <a:cs typeface="Times New Roman"/>
              </a:rPr>
              <a:t>"Yesterday")</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quick</a:t>
            </a:r>
            <a:r>
              <a:rPr sz="1200" spc="-25" dirty="0">
                <a:latin typeface="Times New Roman"/>
                <a:cs typeface="Times New Roman"/>
              </a:rPr>
              <a:t> </a:t>
            </a:r>
            <a:r>
              <a:rPr sz="1200" spc="-10" dirty="0">
                <a:latin typeface="Times New Roman"/>
                <a:cs typeface="Times New Roman"/>
              </a:rPr>
              <a:t>reference.</a:t>
            </a:r>
            <a:endParaRPr sz="1200">
              <a:latin typeface="Times New Roman"/>
              <a:cs typeface="Times New Roman"/>
            </a:endParaRPr>
          </a:p>
        </p:txBody>
      </p:sp>
      <p:sp>
        <p:nvSpPr>
          <p:cNvPr id="7" name="object 7"/>
          <p:cNvSpPr txBox="1"/>
          <p:nvPr/>
        </p:nvSpPr>
        <p:spPr>
          <a:xfrm>
            <a:off x="1875154" y="8241665"/>
            <a:ext cx="4838700" cy="396240"/>
          </a:xfrm>
          <a:prstGeom prst="rect">
            <a:avLst/>
          </a:prstGeom>
        </p:spPr>
        <p:txBody>
          <a:bodyPr vert="horz" wrap="square" lIns="0" tIns="7620" rIns="0" bIns="0" rtlCol="0">
            <a:spAutoFit/>
          </a:bodyPr>
          <a:lstStyle/>
          <a:p>
            <a:pPr marL="241300" marR="5080" indent="-228600">
              <a:lnSpc>
                <a:spcPct val="102800"/>
              </a:lnSpc>
              <a:spcBef>
                <a:spcPts val="60"/>
              </a:spcBef>
              <a:buFont typeface="Courier New"/>
              <a:buChar char="o"/>
              <a:tabLst>
                <a:tab pos="241300" algn="l"/>
              </a:tabLst>
            </a:pP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entry</a:t>
            </a:r>
            <a:r>
              <a:rPr sz="1200" spc="-25" dirty="0">
                <a:latin typeface="Times New Roman"/>
                <a:cs typeface="Times New Roman"/>
              </a:rPr>
              <a:t> </a:t>
            </a:r>
            <a:r>
              <a:rPr sz="1200" dirty="0">
                <a:latin typeface="Times New Roman"/>
                <a:cs typeface="Times New Roman"/>
              </a:rPr>
              <a:t>includes</a:t>
            </a:r>
            <a:r>
              <a:rPr sz="1200" spc="-35" dirty="0">
                <a:latin typeface="Times New Roman"/>
                <a:cs typeface="Times New Roman"/>
              </a:rPr>
              <a:t> </a:t>
            </a:r>
            <a:r>
              <a:rPr sz="1200" dirty="0">
                <a:latin typeface="Times New Roman"/>
                <a:cs typeface="Times New Roman"/>
              </a:rPr>
              <a:t>an</a:t>
            </a:r>
            <a:r>
              <a:rPr sz="1200" spc="-10" dirty="0">
                <a:latin typeface="Times New Roman"/>
                <a:cs typeface="Times New Roman"/>
              </a:rPr>
              <a:t> </a:t>
            </a:r>
            <a:r>
              <a:rPr sz="1200" b="1" dirty="0">
                <a:latin typeface="Times New Roman"/>
                <a:cs typeface="Times New Roman"/>
              </a:rPr>
              <a:t>Edit</a:t>
            </a:r>
            <a:r>
              <a:rPr sz="1200" b="1" spc="-25" dirty="0">
                <a:latin typeface="Times New Roman"/>
                <a:cs typeface="Times New Roman"/>
              </a:rPr>
              <a:t> </a:t>
            </a:r>
            <a:r>
              <a:rPr sz="1200" b="1" dirty="0">
                <a:latin typeface="Times New Roman"/>
                <a:cs typeface="Times New Roman"/>
              </a:rPr>
              <a:t>and</a:t>
            </a:r>
            <a:r>
              <a:rPr sz="1200" b="1" spc="-35" dirty="0">
                <a:latin typeface="Times New Roman"/>
                <a:cs typeface="Times New Roman"/>
              </a:rPr>
              <a:t> </a:t>
            </a:r>
            <a:r>
              <a:rPr sz="1200" b="1" dirty="0">
                <a:latin typeface="Times New Roman"/>
                <a:cs typeface="Times New Roman"/>
              </a:rPr>
              <a:t>Delete</a:t>
            </a:r>
            <a:r>
              <a:rPr sz="1200" b="1" spc="-10" dirty="0">
                <a:latin typeface="Times New Roman"/>
                <a:cs typeface="Times New Roman"/>
              </a:rPr>
              <a:t> </a:t>
            </a:r>
            <a:r>
              <a:rPr sz="1200" dirty="0">
                <a:latin typeface="Times New Roman"/>
                <a:cs typeface="Times New Roman"/>
              </a:rPr>
              <a:t>option,</a:t>
            </a:r>
            <a:r>
              <a:rPr sz="1200" spc="-25" dirty="0">
                <a:latin typeface="Times New Roman"/>
                <a:cs typeface="Times New Roman"/>
              </a:rPr>
              <a:t>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update</a:t>
            </a:r>
            <a:r>
              <a:rPr sz="1200" spc="-20" dirty="0">
                <a:latin typeface="Times New Roman"/>
                <a:cs typeface="Times New Roman"/>
              </a:rPr>
              <a:t> </a:t>
            </a:r>
            <a:r>
              <a:rPr sz="1200" spc="-25" dirty="0">
                <a:latin typeface="Times New Roman"/>
                <a:cs typeface="Times New Roman"/>
              </a:rPr>
              <a:t>or </a:t>
            </a:r>
            <a:r>
              <a:rPr sz="1200" dirty="0">
                <a:latin typeface="Times New Roman"/>
                <a:cs typeface="Times New Roman"/>
              </a:rPr>
              <a:t>remove</a:t>
            </a:r>
            <a:r>
              <a:rPr sz="1200" spc="-15"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logs</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spc="-10" dirty="0">
                <a:latin typeface="Times New Roman"/>
                <a:cs typeface="Times New Roman"/>
              </a:rPr>
              <a:t>needed.</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101</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4284522"/>
            <a:ext cx="5981065" cy="4666615"/>
            <a:chOff x="896937" y="4284522"/>
            <a:chExt cx="5981065" cy="466661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593215" y="4394223"/>
              <a:ext cx="4584827" cy="4442096"/>
            </a:xfrm>
            <a:prstGeom prst="rect">
              <a:avLst/>
            </a:prstGeom>
          </p:spPr>
        </p:pic>
        <p:sp>
          <p:nvSpPr>
            <p:cNvPr id="5" name="object 5"/>
            <p:cNvSpPr/>
            <p:nvPr/>
          </p:nvSpPr>
          <p:spPr>
            <a:xfrm>
              <a:off x="1591563" y="4286110"/>
              <a:ext cx="4588510" cy="4631690"/>
            </a:xfrm>
            <a:custGeom>
              <a:avLst/>
              <a:gdLst/>
              <a:ahLst/>
              <a:cxnLst/>
              <a:rect l="l" t="t" r="r" b="b"/>
              <a:pathLst>
                <a:path w="4588510" h="4631690">
                  <a:moveTo>
                    <a:pt x="0" y="4631689"/>
                  </a:moveTo>
                  <a:lnTo>
                    <a:pt x="4588002" y="4631689"/>
                  </a:lnTo>
                  <a:lnTo>
                    <a:pt x="4588002" y="0"/>
                  </a:lnTo>
                  <a:lnTo>
                    <a:pt x="0" y="0"/>
                  </a:lnTo>
                  <a:lnTo>
                    <a:pt x="0" y="4631689"/>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3671570"/>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1212850" marR="92075" indent="-227329">
              <a:lnSpc>
                <a:spcPct val="103600"/>
              </a:lnSpc>
              <a:buFont typeface="Courier New"/>
              <a:buChar char="o"/>
              <a:tabLst>
                <a:tab pos="1214120" algn="l"/>
              </a:tabLst>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information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securely</a:t>
            </a:r>
            <a:r>
              <a:rPr sz="1200" spc="-30" dirty="0">
                <a:latin typeface="Times New Roman"/>
                <a:cs typeface="Times New Roman"/>
              </a:rPr>
              <a:t> </a:t>
            </a:r>
            <a:r>
              <a:rPr sz="1200" dirty="0">
                <a:latin typeface="Times New Roman"/>
                <a:cs typeface="Times New Roman"/>
              </a:rPr>
              <a:t>stored</a:t>
            </a:r>
            <a:r>
              <a:rPr sz="1200" spc="-5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0" dirty="0">
                <a:latin typeface="Times New Roman"/>
                <a:cs typeface="Times New Roman"/>
              </a:rPr>
              <a:t> </a:t>
            </a:r>
            <a:r>
              <a:rPr sz="1200" dirty="0">
                <a:latin typeface="Times New Roman"/>
                <a:cs typeface="Times New Roman"/>
              </a:rPr>
              <a:t>within</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spc="-25" dirty="0">
                <a:latin typeface="Times New Roman"/>
                <a:cs typeface="Times New Roman"/>
              </a:rPr>
              <a:t>the</a:t>
            </a:r>
            <a:endParaRPr sz="1200">
              <a:latin typeface="Times New Roman"/>
              <a:cs typeface="Times New Roman"/>
            </a:endParaRPr>
          </a:p>
          <a:p>
            <a:pPr marL="1214120">
              <a:lnSpc>
                <a:spcPct val="100000"/>
              </a:lnSpc>
              <a:spcBef>
                <a:spcPts val="40"/>
              </a:spcBef>
            </a:pPr>
            <a:r>
              <a:rPr sz="1200" dirty="0">
                <a:latin typeface="Times New Roman"/>
                <a:cs typeface="Times New Roman"/>
              </a:rPr>
              <a:t>integrity</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40"/>
              </a:spcBef>
            </a:pPr>
            <a:endParaRPr sz="1200">
              <a:latin typeface="Times New Roman"/>
              <a:cs typeface="Times New Roman"/>
            </a:endParaRPr>
          </a:p>
          <a:p>
            <a:pPr marL="240029" indent="-227329">
              <a:lnSpc>
                <a:spcPct val="100000"/>
              </a:lnSpc>
              <a:spcBef>
                <a:spcPts val="5"/>
              </a:spcBef>
              <a:buFont typeface="Courier New"/>
              <a:buChar char="o"/>
              <a:tabLst>
                <a:tab pos="240029" algn="l"/>
              </a:tabLst>
            </a:pPr>
            <a:r>
              <a:rPr sz="1400" b="1" dirty="0">
                <a:latin typeface="Times New Roman"/>
                <a:cs typeface="Times New Roman"/>
              </a:rPr>
              <a:t>Add</a:t>
            </a:r>
            <a:r>
              <a:rPr sz="1400" b="1" spc="-70" dirty="0">
                <a:latin typeface="Times New Roman"/>
                <a:cs typeface="Times New Roman"/>
              </a:rPr>
              <a:t> </a:t>
            </a:r>
            <a:r>
              <a:rPr sz="1400" b="1" dirty="0">
                <a:latin typeface="Times New Roman"/>
                <a:cs typeface="Times New Roman"/>
              </a:rPr>
              <a:t>Time</a:t>
            </a:r>
            <a:r>
              <a:rPr sz="1400" b="1" spc="-40" dirty="0">
                <a:latin typeface="Times New Roman"/>
                <a:cs typeface="Times New Roman"/>
              </a:rPr>
              <a:t> </a:t>
            </a:r>
            <a:r>
              <a:rPr sz="1400" b="1" spc="-10" dirty="0">
                <a:latin typeface="Times New Roman"/>
                <a:cs typeface="Times New Roman"/>
              </a:rPr>
              <a:t>Spent</a:t>
            </a:r>
            <a:r>
              <a:rPr sz="1400" spc="-10" dirty="0">
                <a:latin typeface="Times New Roman"/>
                <a:cs typeface="Times New Roman"/>
              </a:rPr>
              <a:t>:</a:t>
            </a:r>
            <a:endParaRPr sz="1400">
              <a:latin typeface="Times New Roman"/>
              <a:cs typeface="Times New Roman"/>
            </a:endParaRPr>
          </a:p>
          <a:p>
            <a:pPr marL="1270000" marR="99060" lvl="1" indent="-228600">
              <a:lnSpc>
                <a:spcPct val="102800"/>
              </a:lnSpc>
              <a:spcBef>
                <a:spcPts val="820"/>
              </a:spcBef>
              <a:buFont typeface="Courier New"/>
              <a:buChar char="o"/>
              <a:tabLst>
                <a:tab pos="1270000" algn="l"/>
              </a:tabLst>
            </a:pP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clicking</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"Add</a:t>
            </a:r>
            <a:r>
              <a:rPr sz="1200" spc="-50"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Spent"</a:t>
            </a:r>
            <a:r>
              <a:rPr sz="1200" spc="-3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form</a:t>
            </a:r>
            <a:r>
              <a:rPr sz="1200" spc="-20"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spc="-25" dirty="0">
                <a:latin typeface="Times New Roman"/>
                <a:cs typeface="Times New Roman"/>
              </a:rPr>
              <a:t>can </a:t>
            </a:r>
            <a:r>
              <a:rPr sz="1200" dirty="0">
                <a:latin typeface="Times New Roman"/>
                <a:cs typeface="Times New Roman"/>
              </a:rPr>
              <a:t>enter</a:t>
            </a:r>
            <a:r>
              <a:rPr sz="1200" spc="-40" dirty="0">
                <a:latin typeface="Times New Roman"/>
                <a:cs typeface="Times New Roman"/>
              </a:rPr>
              <a:t> </a:t>
            </a:r>
            <a:r>
              <a:rPr sz="1200" dirty="0">
                <a:latin typeface="Times New Roman"/>
                <a:cs typeface="Times New Roman"/>
              </a:rPr>
              <a:t>specific</a:t>
            </a:r>
            <a:r>
              <a:rPr sz="1200" spc="-3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a:p>
            <a:pPr marL="1328420" lvl="2" indent="-228600">
              <a:lnSpc>
                <a:spcPct val="100000"/>
              </a:lnSpc>
              <a:spcBef>
                <a:spcPts val="840"/>
              </a:spcBef>
              <a:buFont typeface="Courier New"/>
              <a:buChar char="o"/>
              <a:tabLst>
                <a:tab pos="1328420" algn="l"/>
              </a:tabLst>
            </a:pPr>
            <a:r>
              <a:rPr sz="1200" b="1" dirty="0">
                <a:latin typeface="Times New Roman"/>
                <a:cs typeface="Times New Roman"/>
              </a:rPr>
              <a:t>Start</a:t>
            </a:r>
            <a:r>
              <a:rPr sz="1200" b="1" spc="-45" dirty="0">
                <a:latin typeface="Times New Roman"/>
                <a:cs typeface="Times New Roman"/>
              </a:rPr>
              <a:t> </a:t>
            </a:r>
            <a:r>
              <a:rPr sz="1200" b="1" dirty="0">
                <a:latin typeface="Times New Roman"/>
                <a:cs typeface="Times New Roman"/>
              </a:rPr>
              <a:t>Time</a:t>
            </a:r>
            <a:r>
              <a:rPr sz="1200" b="1" spc="-1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b="1" dirty="0">
                <a:latin typeface="Times New Roman"/>
                <a:cs typeface="Times New Roman"/>
              </a:rPr>
              <a:t>End</a:t>
            </a:r>
            <a:r>
              <a:rPr sz="1200" b="1" spc="-50" dirty="0">
                <a:latin typeface="Times New Roman"/>
                <a:cs typeface="Times New Roman"/>
              </a:rPr>
              <a:t> </a:t>
            </a:r>
            <a:r>
              <a:rPr sz="1200" b="1" dirty="0">
                <a:latin typeface="Times New Roman"/>
                <a:cs typeface="Times New Roman"/>
              </a:rPr>
              <a:t>Time</a:t>
            </a:r>
            <a:r>
              <a:rPr sz="1200" b="1" spc="-15"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work</a:t>
            </a:r>
            <a:r>
              <a:rPr sz="1200" spc="-25" dirty="0">
                <a:latin typeface="Times New Roman"/>
                <a:cs typeface="Times New Roman"/>
              </a:rPr>
              <a:t> </a:t>
            </a:r>
            <a:r>
              <a:rPr sz="1200" spc="-10" dirty="0">
                <a:latin typeface="Times New Roman"/>
                <a:cs typeface="Times New Roman"/>
              </a:rPr>
              <a:t>session.</a:t>
            </a:r>
            <a:endParaRPr sz="1200">
              <a:latin typeface="Times New Roman"/>
              <a:cs typeface="Times New Roman"/>
            </a:endParaRPr>
          </a:p>
          <a:p>
            <a:pPr marL="1328420" marR="15875" lvl="2" indent="-228600">
              <a:lnSpc>
                <a:spcPct val="102899"/>
              </a:lnSpc>
              <a:spcBef>
                <a:spcPts val="815"/>
              </a:spcBef>
              <a:buFont typeface="Courier New"/>
              <a:buChar char="o"/>
              <a:tabLst>
                <a:tab pos="1328420" algn="l"/>
              </a:tabLst>
            </a:pPr>
            <a:r>
              <a:rPr sz="1200" b="1" dirty="0">
                <a:latin typeface="Times New Roman"/>
                <a:cs typeface="Times New Roman"/>
              </a:rPr>
              <a:t>Description</a:t>
            </a:r>
            <a:r>
              <a:rPr sz="1200" b="1" spc="-3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work</a:t>
            </a:r>
            <a:r>
              <a:rPr sz="1200" spc="-30" dirty="0">
                <a:latin typeface="Times New Roman"/>
                <a:cs typeface="Times New Roman"/>
              </a:rPr>
              <a:t> </a:t>
            </a:r>
            <a:r>
              <a:rPr sz="1200" dirty="0">
                <a:latin typeface="Times New Roman"/>
                <a:cs typeface="Times New Roman"/>
              </a:rPr>
              <a:t>performed,</a:t>
            </a:r>
            <a:r>
              <a:rPr sz="1200" spc="-30" dirty="0">
                <a:latin typeface="Times New Roman"/>
                <a:cs typeface="Times New Roman"/>
              </a:rPr>
              <a:t> </a:t>
            </a:r>
            <a:r>
              <a:rPr sz="1200" dirty="0">
                <a:latin typeface="Times New Roman"/>
                <a:cs typeface="Times New Roman"/>
              </a:rPr>
              <a:t>providing</a:t>
            </a:r>
            <a:r>
              <a:rPr sz="1200" spc="-30" dirty="0">
                <a:latin typeface="Times New Roman"/>
                <a:cs typeface="Times New Roman"/>
              </a:rPr>
              <a:t> </a:t>
            </a:r>
            <a:r>
              <a:rPr sz="1200" dirty="0">
                <a:latin typeface="Times New Roman"/>
                <a:cs typeface="Times New Roman"/>
              </a:rPr>
              <a:t>context</a:t>
            </a:r>
            <a:r>
              <a:rPr sz="1200" spc="-2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about</a:t>
            </a:r>
            <a:r>
              <a:rPr sz="1200" spc="-50" dirty="0">
                <a:latin typeface="Times New Roman"/>
                <a:cs typeface="Times New Roman"/>
              </a:rPr>
              <a:t> </a:t>
            </a:r>
            <a:r>
              <a:rPr sz="1200" spc="-25" dirty="0">
                <a:latin typeface="Times New Roman"/>
                <a:cs typeface="Times New Roman"/>
              </a:rPr>
              <a:t>the </a:t>
            </a:r>
            <a:r>
              <a:rPr sz="1200" dirty="0">
                <a:latin typeface="Times New Roman"/>
                <a:cs typeface="Times New Roman"/>
              </a:rPr>
              <a:t>tasks</a:t>
            </a:r>
            <a:r>
              <a:rPr sz="1200" spc="-30" dirty="0">
                <a:latin typeface="Times New Roman"/>
                <a:cs typeface="Times New Roman"/>
              </a:rPr>
              <a:t> </a:t>
            </a:r>
            <a:r>
              <a:rPr sz="1200" spc="-10" dirty="0">
                <a:latin typeface="Times New Roman"/>
                <a:cs typeface="Times New Roman"/>
              </a:rPr>
              <a:t>completed.</a:t>
            </a:r>
            <a:endParaRPr sz="1200">
              <a:latin typeface="Times New Roman"/>
              <a:cs typeface="Times New Roman"/>
            </a:endParaRPr>
          </a:p>
          <a:p>
            <a:pPr marL="1268730" marR="36195" lvl="2" indent="-227329">
              <a:lnSpc>
                <a:spcPct val="103600"/>
              </a:lnSpc>
              <a:spcBef>
                <a:spcPts val="800"/>
              </a:spcBef>
              <a:buFont typeface="Courier New"/>
              <a:buChar char="o"/>
              <a:tabLst>
                <a:tab pos="1270000" algn="l"/>
              </a:tabLst>
            </a:pPr>
            <a:r>
              <a:rPr sz="1400" b="1" dirty="0">
                <a:latin typeface="Times New Roman"/>
                <a:cs typeface="Times New Roman"/>
              </a:rPr>
              <a:t>Save</a:t>
            </a:r>
            <a:r>
              <a:rPr sz="1400" b="1" spc="-20" dirty="0">
                <a:latin typeface="Times New Roman"/>
                <a:cs typeface="Times New Roman"/>
              </a:rPr>
              <a:t> </a:t>
            </a:r>
            <a:r>
              <a:rPr sz="1400" b="1" dirty="0">
                <a:latin typeface="Times New Roman"/>
                <a:cs typeface="Times New Roman"/>
              </a:rPr>
              <a:t>Details:</a:t>
            </a:r>
            <a:r>
              <a:rPr sz="1400" b="1"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2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information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securely</a:t>
            </a:r>
            <a:r>
              <a:rPr sz="1200" spc="-30" dirty="0">
                <a:latin typeface="Times New Roman"/>
                <a:cs typeface="Times New Roman"/>
              </a:rPr>
              <a:t> </a:t>
            </a:r>
            <a:r>
              <a:rPr sz="1200" dirty="0">
                <a:latin typeface="Times New Roman"/>
                <a:cs typeface="Times New Roman"/>
              </a:rPr>
              <a:t>stored</a:t>
            </a:r>
            <a:r>
              <a:rPr sz="1200" spc="-5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0" dirty="0">
                <a:latin typeface="Times New Roman"/>
                <a:cs typeface="Times New Roman"/>
              </a:rPr>
              <a:t> </a:t>
            </a:r>
            <a:r>
              <a:rPr sz="1200" dirty="0">
                <a:latin typeface="Times New Roman"/>
                <a:cs typeface="Times New Roman"/>
              </a:rPr>
              <a:t>within</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spc="-25" dirty="0">
                <a:latin typeface="Times New Roman"/>
                <a:cs typeface="Times New Roman"/>
              </a:rPr>
              <a:t>the</a:t>
            </a:r>
            <a:endParaRPr sz="1200">
              <a:latin typeface="Times New Roman"/>
              <a:cs typeface="Times New Roman"/>
            </a:endParaRPr>
          </a:p>
          <a:p>
            <a:pPr marL="1270000">
              <a:lnSpc>
                <a:spcPct val="100000"/>
              </a:lnSpc>
              <a:spcBef>
                <a:spcPts val="40"/>
              </a:spcBef>
            </a:pPr>
            <a:r>
              <a:rPr sz="1200" dirty="0">
                <a:latin typeface="Times New Roman"/>
                <a:cs typeface="Times New Roman"/>
              </a:rPr>
              <a:t>integrity</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p:txBody>
      </p:sp>
      <p:pic>
        <p:nvPicPr>
          <p:cNvPr id="7" name="object 7"/>
          <p:cNvPicPr/>
          <p:nvPr/>
        </p:nvPicPr>
        <p:blipFill>
          <a:blip r:embed="rId3" cstate="print"/>
          <a:stretch>
            <a:fillRect/>
          </a:stretch>
        </p:blipFill>
        <p:spPr>
          <a:xfrm>
            <a:off x="304800" y="304800"/>
            <a:ext cx="7165084" cy="945102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102</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235773"/>
            <a:ext cx="5981065" cy="7715250"/>
            <a:chOff x="896937" y="1235773"/>
            <a:chExt cx="5981065" cy="771525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419225" y="1392780"/>
              <a:ext cx="4924933" cy="4753657"/>
            </a:xfrm>
            <a:prstGeom prst="rect">
              <a:avLst/>
            </a:prstGeom>
          </p:spPr>
        </p:pic>
        <p:sp>
          <p:nvSpPr>
            <p:cNvPr id="6" name="object 6"/>
            <p:cNvSpPr/>
            <p:nvPr/>
          </p:nvSpPr>
          <p:spPr>
            <a:xfrm>
              <a:off x="1417701" y="1237361"/>
              <a:ext cx="4928235" cy="5013325"/>
            </a:xfrm>
            <a:custGeom>
              <a:avLst/>
              <a:gdLst/>
              <a:ahLst/>
              <a:cxnLst/>
              <a:rect l="l" t="t" r="r" b="b"/>
              <a:pathLst>
                <a:path w="4928235" h="5013325">
                  <a:moveTo>
                    <a:pt x="0" y="5013324"/>
                  </a:moveTo>
                  <a:lnTo>
                    <a:pt x="4928108" y="5013324"/>
                  </a:lnTo>
                  <a:lnTo>
                    <a:pt x="4928108" y="0"/>
                  </a:lnTo>
                  <a:lnTo>
                    <a:pt x="0" y="0"/>
                  </a:lnTo>
                  <a:lnTo>
                    <a:pt x="0" y="5013324"/>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875154" y="891793"/>
            <a:ext cx="1205865" cy="238760"/>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Edit</a:t>
            </a:r>
            <a:r>
              <a:rPr sz="1400" b="1" spc="-20" dirty="0">
                <a:latin typeface="Times New Roman"/>
                <a:cs typeface="Times New Roman"/>
              </a:rPr>
              <a:t> </a:t>
            </a:r>
            <a:r>
              <a:rPr sz="1400" b="1" spc="-10" dirty="0">
                <a:latin typeface="Times New Roman"/>
                <a:cs typeface="Times New Roman"/>
              </a:rPr>
              <a:t>Option</a:t>
            </a:r>
            <a:r>
              <a:rPr sz="1400" spc="-10" dirty="0">
                <a:latin typeface="Times New Roman"/>
                <a:cs typeface="Times New Roman"/>
              </a:rPr>
              <a:t>:</a:t>
            </a:r>
            <a:endParaRPr sz="1400">
              <a:latin typeface="Times New Roman"/>
              <a:cs typeface="Times New Roman"/>
            </a:endParaRPr>
          </a:p>
        </p:txBody>
      </p:sp>
      <p:sp>
        <p:nvSpPr>
          <p:cNvPr id="8" name="object 8"/>
          <p:cNvSpPr txBox="1"/>
          <p:nvPr/>
        </p:nvSpPr>
        <p:spPr>
          <a:xfrm>
            <a:off x="1359153" y="6707123"/>
            <a:ext cx="5499735" cy="2091689"/>
          </a:xfrm>
          <a:prstGeom prst="rect">
            <a:avLst/>
          </a:prstGeom>
        </p:spPr>
        <p:txBody>
          <a:bodyPr vert="horz" wrap="square" lIns="0" tIns="10160" rIns="0" bIns="0" rtlCol="0">
            <a:spAutoFit/>
          </a:bodyPr>
          <a:lstStyle/>
          <a:p>
            <a:pPr marL="241300" marR="227965" indent="-229235">
              <a:lnSpc>
                <a:spcPct val="101400"/>
              </a:lnSpc>
              <a:spcBef>
                <a:spcPts val="80"/>
              </a:spcBef>
              <a:buFont typeface="Symbol"/>
              <a:buChar char=""/>
              <a:tabLst>
                <a:tab pos="241300" algn="l"/>
              </a:tabLst>
            </a:pP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wants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edit</a:t>
            </a:r>
            <a:r>
              <a:rPr sz="1200" spc="-15" dirty="0">
                <a:latin typeface="Times New Roman"/>
                <a:cs typeface="Times New Roman"/>
              </a:rPr>
              <a:t> </a:t>
            </a:r>
            <a:r>
              <a:rPr sz="1200" dirty="0">
                <a:latin typeface="Times New Roman"/>
                <a:cs typeface="Times New Roman"/>
              </a:rPr>
              <a:t>an</a:t>
            </a:r>
            <a:r>
              <a:rPr sz="1200" spc="-45" dirty="0">
                <a:latin typeface="Times New Roman"/>
                <a:cs typeface="Times New Roman"/>
              </a:rPr>
              <a:t> </a:t>
            </a:r>
            <a:r>
              <a:rPr sz="1200" dirty="0">
                <a:latin typeface="Times New Roman"/>
                <a:cs typeface="Times New Roman"/>
              </a:rPr>
              <a:t>existing</a:t>
            </a:r>
            <a:r>
              <a:rPr sz="1200" spc="-40"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spc="-10" dirty="0">
                <a:latin typeface="Times New Roman"/>
                <a:cs typeface="Times New Roman"/>
              </a:rPr>
              <a:t>entry,</a:t>
            </a:r>
            <a:r>
              <a:rPr sz="1200" spc="-20" dirty="0">
                <a:latin typeface="Times New Roman"/>
                <a:cs typeface="Times New Roman"/>
              </a:rPr>
              <a:t> </a:t>
            </a:r>
            <a:r>
              <a:rPr sz="1200" dirty="0">
                <a:latin typeface="Times New Roman"/>
                <a:cs typeface="Times New Roman"/>
              </a:rPr>
              <a:t>they</a:t>
            </a:r>
            <a:r>
              <a:rPr sz="1200" spc="-20" dirty="0">
                <a:latin typeface="Times New Roman"/>
                <a:cs typeface="Times New Roman"/>
              </a:rPr>
              <a:t> </a:t>
            </a:r>
            <a:r>
              <a:rPr sz="1200" dirty="0">
                <a:latin typeface="Times New Roman"/>
                <a:cs typeface="Times New Roman"/>
              </a:rPr>
              <a:t>can</a:t>
            </a:r>
            <a:r>
              <a:rPr sz="1200" spc="-40" dirty="0">
                <a:latin typeface="Times New Roman"/>
                <a:cs typeface="Times New Roman"/>
              </a:rPr>
              <a:t> </a:t>
            </a:r>
            <a:r>
              <a:rPr sz="1200" dirty="0">
                <a:latin typeface="Times New Roman"/>
                <a:cs typeface="Times New Roman"/>
              </a:rPr>
              <a:t>click</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Edit</a:t>
            </a:r>
            <a:r>
              <a:rPr sz="1200" b="1" spc="-20" dirty="0">
                <a:latin typeface="Times New Roman"/>
                <a:cs typeface="Times New Roman"/>
              </a:rPr>
              <a:t> </a:t>
            </a:r>
            <a:r>
              <a:rPr sz="1200" dirty="0">
                <a:latin typeface="Times New Roman"/>
                <a:cs typeface="Times New Roman"/>
              </a:rPr>
              <a:t>button</a:t>
            </a:r>
            <a:r>
              <a:rPr sz="1200" spc="-20" dirty="0">
                <a:latin typeface="Times New Roman"/>
                <a:cs typeface="Times New Roman"/>
              </a:rPr>
              <a:t> </a:t>
            </a:r>
            <a:r>
              <a:rPr sz="1200" dirty="0">
                <a:latin typeface="Times New Roman"/>
                <a:cs typeface="Times New Roman"/>
              </a:rPr>
              <a:t>next</a:t>
            </a:r>
            <a:r>
              <a:rPr sz="1200" spc="-15" dirty="0">
                <a:latin typeface="Times New Roman"/>
                <a:cs typeface="Times New Roman"/>
              </a:rPr>
              <a:t> </a:t>
            </a:r>
            <a:r>
              <a:rPr sz="1200" spc="-25" dirty="0">
                <a:latin typeface="Times New Roman"/>
                <a:cs typeface="Times New Roman"/>
              </a:rPr>
              <a:t>to </a:t>
            </a:r>
            <a:r>
              <a:rPr sz="1200" dirty="0">
                <a:latin typeface="Times New Roman"/>
                <a:cs typeface="Times New Roman"/>
              </a:rPr>
              <a:t>that</a:t>
            </a:r>
            <a:r>
              <a:rPr sz="1200" spc="-10" dirty="0">
                <a:latin typeface="Times New Roman"/>
                <a:cs typeface="Times New Roman"/>
              </a:rPr>
              <a:t> entry.</a:t>
            </a:r>
            <a:endParaRPr sz="1200">
              <a:latin typeface="Times New Roman"/>
              <a:cs typeface="Times New Roman"/>
            </a:endParaRPr>
          </a:p>
          <a:p>
            <a:pPr marL="241300" marR="5080" indent="-229235">
              <a:lnSpc>
                <a:spcPct val="102800"/>
              </a:lnSpc>
              <a:spcBef>
                <a:spcPts val="919"/>
              </a:spcBef>
              <a:buFont typeface="Symbol"/>
              <a:buChar char=""/>
              <a:tabLst>
                <a:tab pos="241300" algn="l"/>
              </a:tabLst>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action</a:t>
            </a:r>
            <a:r>
              <a:rPr sz="1200" spc="-20" dirty="0">
                <a:latin typeface="Times New Roman"/>
                <a:cs typeface="Times New Roman"/>
              </a:rPr>
              <a:t> </a:t>
            </a:r>
            <a:r>
              <a:rPr sz="1200" dirty="0">
                <a:latin typeface="Times New Roman"/>
                <a:cs typeface="Times New Roman"/>
              </a:rPr>
              <a:t>opens</a:t>
            </a:r>
            <a:r>
              <a:rPr sz="1200" spc="-3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form</a:t>
            </a:r>
            <a:r>
              <a:rPr sz="1200" spc="-35" dirty="0">
                <a:latin typeface="Times New Roman"/>
                <a:cs typeface="Times New Roman"/>
              </a:rPr>
              <a:t> </a:t>
            </a:r>
            <a:r>
              <a:rPr sz="1200" dirty="0">
                <a:latin typeface="Times New Roman"/>
                <a:cs typeface="Times New Roman"/>
              </a:rPr>
              <a:t>allowing</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modify</a:t>
            </a:r>
            <a:r>
              <a:rPr sz="1200" spc="-20"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5" dirty="0">
                <a:latin typeface="Times New Roman"/>
                <a:cs typeface="Times New Roman"/>
              </a:rPr>
              <a:t> </a:t>
            </a:r>
            <a:r>
              <a:rPr sz="1200" b="1" dirty="0">
                <a:latin typeface="Times New Roman"/>
                <a:cs typeface="Times New Roman"/>
              </a:rPr>
              <a:t>Start</a:t>
            </a:r>
            <a:r>
              <a:rPr sz="1200" b="1" spc="-40" dirty="0">
                <a:latin typeface="Times New Roman"/>
                <a:cs typeface="Times New Roman"/>
              </a:rPr>
              <a:t> </a:t>
            </a:r>
            <a:r>
              <a:rPr sz="1200" b="1" dirty="0">
                <a:latin typeface="Times New Roman"/>
                <a:cs typeface="Times New Roman"/>
              </a:rPr>
              <a:t>Time</a:t>
            </a:r>
            <a:r>
              <a:rPr sz="1200" dirty="0">
                <a:latin typeface="Times New Roman"/>
                <a:cs typeface="Times New Roman"/>
              </a:rPr>
              <a:t>,</a:t>
            </a:r>
            <a:r>
              <a:rPr sz="1200" spc="-20" dirty="0">
                <a:latin typeface="Times New Roman"/>
                <a:cs typeface="Times New Roman"/>
              </a:rPr>
              <a:t> </a:t>
            </a:r>
            <a:r>
              <a:rPr sz="1200" b="1" spc="-25" dirty="0">
                <a:latin typeface="Times New Roman"/>
                <a:cs typeface="Times New Roman"/>
              </a:rPr>
              <a:t>End </a:t>
            </a:r>
            <a:r>
              <a:rPr sz="1200" b="1" dirty="0">
                <a:latin typeface="Times New Roman"/>
                <a:cs typeface="Times New Roman"/>
              </a:rPr>
              <a:t>Time</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b="1" dirty="0">
                <a:latin typeface="Times New Roman"/>
                <a:cs typeface="Times New Roman"/>
              </a:rPr>
              <a:t>Description</a:t>
            </a:r>
            <a:r>
              <a:rPr sz="1200" b="1"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work</a:t>
            </a:r>
            <a:r>
              <a:rPr sz="1200" spc="-25" dirty="0">
                <a:latin typeface="Times New Roman"/>
                <a:cs typeface="Times New Roman"/>
              </a:rPr>
              <a:t> </a:t>
            </a:r>
            <a:r>
              <a:rPr sz="1200" spc="-10" dirty="0">
                <a:latin typeface="Times New Roman"/>
                <a:cs typeface="Times New Roman"/>
              </a:rPr>
              <a:t>performed.</a:t>
            </a:r>
            <a:endParaRPr sz="1200">
              <a:latin typeface="Times New Roman"/>
              <a:cs typeface="Times New Roman"/>
            </a:endParaRPr>
          </a:p>
          <a:p>
            <a:pPr marL="241300" marR="530225" indent="-229235">
              <a:lnSpc>
                <a:spcPct val="102800"/>
              </a:lnSpc>
              <a:spcBef>
                <a:spcPts val="900"/>
              </a:spcBef>
              <a:buFont typeface="Symbol"/>
              <a:buChar char=""/>
              <a:tabLst>
                <a:tab pos="241300" algn="l"/>
              </a:tabLst>
            </a:pPr>
            <a:r>
              <a:rPr sz="1200" dirty="0">
                <a:latin typeface="Times New Roman"/>
                <a:cs typeface="Times New Roman"/>
              </a:rPr>
              <a:t>Once</a:t>
            </a:r>
            <a:r>
              <a:rPr sz="1200" spc="-25" dirty="0">
                <a:latin typeface="Times New Roman"/>
                <a:cs typeface="Times New Roman"/>
              </a:rPr>
              <a:t> </a:t>
            </a:r>
            <a:r>
              <a:rPr sz="1200" dirty="0">
                <a:latin typeface="Times New Roman"/>
                <a:cs typeface="Times New Roman"/>
              </a:rPr>
              <a:t>changes</a:t>
            </a:r>
            <a:r>
              <a:rPr sz="1200" spc="-3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made,</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updated</a:t>
            </a:r>
            <a:r>
              <a:rPr sz="1200" spc="-25" dirty="0">
                <a:latin typeface="Times New Roman"/>
                <a:cs typeface="Times New Roman"/>
              </a:rPr>
              <a:t> </a:t>
            </a:r>
            <a:r>
              <a:rPr sz="1200" dirty="0">
                <a:latin typeface="Times New Roman"/>
                <a:cs typeface="Times New Roman"/>
              </a:rPr>
              <a:t>information</a:t>
            </a:r>
            <a:r>
              <a:rPr sz="1200" spc="-5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saved,</a:t>
            </a:r>
            <a:r>
              <a:rPr sz="1200" spc="-30" dirty="0">
                <a:latin typeface="Times New Roman"/>
                <a:cs typeface="Times New Roman"/>
              </a:rPr>
              <a:t> </a:t>
            </a:r>
            <a:r>
              <a:rPr sz="1200" dirty="0">
                <a:latin typeface="Times New Roman"/>
                <a:cs typeface="Times New Roman"/>
              </a:rPr>
              <a:t>providing</a:t>
            </a:r>
            <a:r>
              <a:rPr sz="1200" spc="-50" dirty="0">
                <a:latin typeface="Times New Roman"/>
                <a:cs typeface="Times New Roman"/>
              </a:rPr>
              <a:t> </a:t>
            </a:r>
            <a:r>
              <a:rPr sz="1200" spc="-10" dirty="0">
                <a:latin typeface="Times New Roman"/>
                <a:cs typeface="Times New Roman"/>
              </a:rPr>
              <a:t>accurate </a:t>
            </a:r>
            <a:r>
              <a:rPr sz="1200" dirty="0">
                <a:latin typeface="Times New Roman"/>
                <a:cs typeface="Times New Roman"/>
              </a:rPr>
              <a:t>tracking</a:t>
            </a:r>
            <a:r>
              <a:rPr sz="1200" spc="-1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tasks.</a:t>
            </a:r>
            <a:endParaRPr sz="1200">
              <a:latin typeface="Times New Roman"/>
              <a:cs typeface="Times New Roman"/>
            </a:endParaRPr>
          </a:p>
          <a:p>
            <a:pPr marL="241300" marR="347980" indent="-229235">
              <a:lnSpc>
                <a:spcPct val="104000"/>
              </a:lnSpc>
              <a:spcBef>
                <a:spcPts val="875"/>
              </a:spcBef>
              <a:buFont typeface="Symbol"/>
              <a:buChar char=""/>
              <a:tabLst>
                <a:tab pos="241300" algn="l"/>
              </a:tabLst>
            </a:pPr>
            <a:r>
              <a:rPr sz="1400" b="1" dirty="0">
                <a:latin typeface="Times New Roman"/>
                <a:cs typeface="Times New Roman"/>
              </a:rPr>
              <a:t>Edit</a:t>
            </a:r>
            <a:r>
              <a:rPr sz="1400" b="1" spc="-30" dirty="0">
                <a:latin typeface="Times New Roman"/>
                <a:cs typeface="Times New Roman"/>
              </a:rPr>
              <a:t> </a:t>
            </a:r>
            <a:r>
              <a:rPr sz="1400" b="1" dirty="0">
                <a:latin typeface="Times New Roman"/>
                <a:cs typeface="Times New Roman"/>
              </a:rPr>
              <a:t>Details:</a:t>
            </a:r>
            <a:r>
              <a:rPr sz="1400" b="1" spc="-15"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spc="-25" dirty="0">
                <a:latin typeface="Times New Roman"/>
                <a:cs typeface="Times New Roman"/>
              </a:rPr>
              <a:t>are </a:t>
            </a:r>
            <a:r>
              <a:rPr sz="1200" dirty="0">
                <a:latin typeface="Times New Roman"/>
                <a:cs typeface="Times New Roman"/>
              </a:rPr>
              <a:t>securely</a:t>
            </a:r>
            <a:r>
              <a:rPr sz="1200" spc="-35" dirty="0">
                <a:latin typeface="Times New Roman"/>
                <a:cs typeface="Times New Roman"/>
              </a:rPr>
              <a:t> </a:t>
            </a:r>
            <a:r>
              <a:rPr sz="1200" dirty="0">
                <a:latin typeface="Times New Roman"/>
                <a:cs typeface="Times New Roman"/>
              </a:rPr>
              <a:t>stored</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maintained</a:t>
            </a:r>
            <a:r>
              <a:rPr sz="1200" spc="-35"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system,</a:t>
            </a:r>
            <a:r>
              <a:rPr sz="1200" spc="-35" dirty="0">
                <a:latin typeface="Times New Roman"/>
                <a:cs typeface="Times New Roman"/>
              </a:rPr>
              <a:t> </a:t>
            </a:r>
            <a:r>
              <a:rPr sz="1200" dirty="0">
                <a:latin typeface="Times New Roman"/>
                <a:cs typeface="Times New Roman"/>
              </a:rPr>
              <a:t>safeguarding</a:t>
            </a:r>
            <a:r>
              <a:rPr sz="1200" spc="-5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5" dirty="0">
                <a:latin typeface="Times New Roman"/>
                <a:cs typeface="Times New Roman"/>
              </a:rPr>
              <a:t> </a:t>
            </a:r>
            <a:r>
              <a:rPr sz="1200" spc="-25" dirty="0">
                <a:latin typeface="Times New Roman"/>
                <a:cs typeface="Times New Roman"/>
              </a:rPr>
              <a:t>and </a:t>
            </a:r>
            <a:r>
              <a:rPr sz="1200" dirty="0">
                <a:latin typeface="Times New Roman"/>
                <a:cs typeface="Times New Roman"/>
              </a:rPr>
              <a:t>privacy</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data.</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103</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1214373"/>
            <a:ext cx="5811520" cy="1031875"/>
          </a:xfrm>
          <a:prstGeom prst="rect">
            <a:avLst/>
          </a:prstGeom>
        </p:spPr>
        <p:txBody>
          <a:bodyPr vert="horz" wrap="square" lIns="0" tIns="12700" rIns="0" bIns="0" rtlCol="0">
            <a:spAutoFit/>
          </a:bodyPr>
          <a:lstStyle/>
          <a:p>
            <a:pPr marL="240029" indent="-227329">
              <a:lnSpc>
                <a:spcPct val="100000"/>
              </a:lnSpc>
              <a:spcBef>
                <a:spcPts val="100"/>
              </a:spcBef>
              <a:buFont typeface="Courier New"/>
              <a:buChar char="o"/>
              <a:tabLst>
                <a:tab pos="240029" algn="l"/>
              </a:tabLst>
            </a:pPr>
            <a:r>
              <a:rPr sz="1400" b="1" dirty="0">
                <a:latin typeface="Times New Roman"/>
                <a:cs typeface="Times New Roman"/>
              </a:rPr>
              <a:t>Delete</a:t>
            </a:r>
            <a:r>
              <a:rPr sz="1400" b="1" spc="-45" dirty="0">
                <a:latin typeface="Times New Roman"/>
                <a:cs typeface="Times New Roman"/>
              </a:rPr>
              <a:t> </a:t>
            </a:r>
            <a:r>
              <a:rPr sz="1400" b="1" spc="-10" dirty="0">
                <a:latin typeface="Times New Roman"/>
                <a:cs typeface="Times New Roman"/>
              </a:rPr>
              <a:t>Option:</a:t>
            </a:r>
            <a:endParaRPr sz="1400">
              <a:latin typeface="Times New Roman"/>
              <a:cs typeface="Times New Roman"/>
            </a:endParaRPr>
          </a:p>
          <a:p>
            <a:pPr marL="469265" lvl="1" indent="-227965">
              <a:lnSpc>
                <a:spcPct val="100000"/>
              </a:lnSpc>
              <a:spcBef>
                <a:spcPts val="960"/>
              </a:spcBef>
              <a:buFont typeface="Symbol"/>
              <a:buChar char=""/>
              <a:tabLst>
                <a:tab pos="469265" algn="l"/>
              </a:tabLst>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needs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delete</a:t>
            </a:r>
            <a:r>
              <a:rPr sz="1200" spc="-20"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spc="-10" dirty="0">
                <a:latin typeface="Times New Roman"/>
                <a:cs typeface="Times New Roman"/>
              </a:rPr>
              <a:t>entry,</a:t>
            </a:r>
            <a:r>
              <a:rPr sz="1200" spc="-2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click</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Delete</a:t>
            </a:r>
            <a:r>
              <a:rPr sz="1200" spc="-15" dirty="0">
                <a:latin typeface="Times New Roman"/>
                <a:cs typeface="Times New Roman"/>
              </a:rPr>
              <a:t> </a:t>
            </a:r>
            <a:r>
              <a:rPr sz="1200" dirty="0">
                <a:latin typeface="Times New Roman"/>
                <a:cs typeface="Times New Roman"/>
              </a:rPr>
              <a:t>button</a:t>
            </a:r>
            <a:r>
              <a:rPr sz="1200" spc="-25" dirty="0">
                <a:latin typeface="Times New Roman"/>
                <a:cs typeface="Times New Roman"/>
              </a:rPr>
              <a:t> </a:t>
            </a:r>
            <a:r>
              <a:rPr sz="1200" dirty="0">
                <a:latin typeface="Times New Roman"/>
                <a:cs typeface="Times New Roman"/>
              </a:rPr>
              <a:t>next</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5" dirty="0">
                <a:latin typeface="Times New Roman"/>
                <a:cs typeface="Times New Roman"/>
              </a:rPr>
              <a:t>it.</a:t>
            </a:r>
            <a:endParaRPr sz="1200">
              <a:latin typeface="Times New Roman"/>
              <a:cs typeface="Times New Roman"/>
            </a:endParaRPr>
          </a:p>
          <a:p>
            <a:pPr marL="469265" marR="5080" lvl="1" indent="-228600">
              <a:lnSpc>
                <a:spcPct val="102800"/>
              </a:lnSpc>
              <a:spcBef>
                <a:spcPts val="880"/>
              </a:spcBef>
              <a:buFont typeface="Symbol"/>
              <a:buChar char=""/>
              <a:tabLst>
                <a:tab pos="469265" algn="l"/>
              </a:tabLst>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action</a:t>
            </a:r>
            <a:r>
              <a:rPr sz="1200" spc="-30" dirty="0">
                <a:latin typeface="Times New Roman"/>
                <a:cs typeface="Times New Roman"/>
              </a:rPr>
              <a:t> </a:t>
            </a:r>
            <a:r>
              <a:rPr sz="1200" dirty="0">
                <a:latin typeface="Times New Roman"/>
                <a:cs typeface="Times New Roman"/>
              </a:rPr>
              <a:t>permanently</a:t>
            </a:r>
            <a:r>
              <a:rPr sz="1200" spc="-30" dirty="0">
                <a:latin typeface="Times New Roman"/>
                <a:cs typeface="Times New Roman"/>
              </a:rPr>
              <a:t> </a:t>
            </a:r>
            <a:r>
              <a:rPr sz="1200" dirty="0">
                <a:latin typeface="Times New Roman"/>
                <a:cs typeface="Times New Roman"/>
              </a:rPr>
              <a:t>removes</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selected</a:t>
            </a:r>
            <a:r>
              <a:rPr sz="1200" spc="-30" dirty="0">
                <a:latin typeface="Times New Roman"/>
                <a:cs typeface="Times New Roman"/>
              </a:rPr>
              <a:t> </a:t>
            </a:r>
            <a:r>
              <a:rPr sz="1200" dirty="0">
                <a:latin typeface="Times New Roman"/>
                <a:cs typeface="Times New Roman"/>
              </a:rPr>
              <a:t>time</a:t>
            </a:r>
            <a:r>
              <a:rPr sz="1200" spc="-40" dirty="0">
                <a:latin typeface="Times New Roman"/>
                <a:cs typeface="Times New Roman"/>
              </a:rPr>
              <a:t> </a:t>
            </a:r>
            <a:r>
              <a:rPr sz="1200" dirty="0">
                <a:latin typeface="Times New Roman"/>
                <a:cs typeface="Times New Roman"/>
              </a:rPr>
              <a:t>log</a:t>
            </a:r>
            <a:r>
              <a:rPr sz="1200" spc="-30" dirty="0">
                <a:latin typeface="Times New Roman"/>
                <a:cs typeface="Times New Roman"/>
              </a:rPr>
              <a:t> </a:t>
            </a:r>
            <a:r>
              <a:rPr sz="1200" dirty="0">
                <a:latin typeface="Times New Roman"/>
                <a:cs typeface="Times New Roman"/>
              </a:rPr>
              <a:t>from</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record,</a:t>
            </a:r>
            <a:r>
              <a:rPr sz="1200" spc="-30" dirty="0">
                <a:latin typeface="Times New Roman"/>
                <a:cs typeface="Times New Roman"/>
              </a:rPr>
              <a:t> </a:t>
            </a:r>
            <a:r>
              <a:rPr sz="1200" dirty="0">
                <a:latin typeface="Times New Roman"/>
                <a:cs typeface="Times New Roman"/>
              </a:rPr>
              <a:t>helping</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spc="-20" dirty="0">
                <a:latin typeface="Times New Roman"/>
                <a:cs typeface="Times New Roman"/>
              </a:rPr>
              <a:t>keep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log</a:t>
            </a:r>
            <a:r>
              <a:rPr sz="1200" spc="-55" dirty="0">
                <a:latin typeface="Times New Roman"/>
                <a:cs typeface="Times New Roman"/>
              </a:rPr>
              <a:t> </a:t>
            </a:r>
            <a:r>
              <a:rPr sz="1200" dirty="0">
                <a:latin typeface="Times New Roman"/>
                <a:cs typeface="Times New Roman"/>
              </a:rPr>
              <a:t>accurate</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relevant</a:t>
            </a:r>
            <a:r>
              <a:rPr sz="1200" spc="-25"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eliminating</a:t>
            </a:r>
            <a:r>
              <a:rPr sz="1200" spc="-30" dirty="0">
                <a:latin typeface="Times New Roman"/>
                <a:cs typeface="Times New Roman"/>
              </a:rPr>
              <a:t> </a:t>
            </a:r>
            <a:r>
              <a:rPr sz="1200" dirty="0">
                <a:latin typeface="Times New Roman"/>
                <a:cs typeface="Times New Roman"/>
              </a:rPr>
              <a:t>unnecessary</a:t>
            </a:r>
            <a:r>
              <a:rPr sz="1200" spc="-30"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dirty="0">
                <a:latin typeface="Times New Roman"/>
                <a:cs typeface="Times New Roman"/>
              </a:rPr>
              <a:t>incorrect</a:t>
            </a:r>
            <a:r>
              <a:rPr sz="1200" spc="-30" dirty="0">
                <a:latin typeface="Times New Roman"/>
                <a:cs typeface="Times New Roman"/>
              </a:rPr>
              <a:t> </a:t>
            </a:r>
            <a:r>
              <a:rPr sz="1200" spc="-10" dirty="0">
                <a:latin typeface="Times New Roman"/>
                <a:cs typeface="Times New Roman"/>
              </a:rPr>
              <a:t>entries.</a:t>
            </a:r>
            <a:endParaRPr sz="1200">
              <a:latin typeface="Times New Roman"/>
              <a:cs typeface="Times New Roman"/>
            </a:endParaRPr>
          </a:p>
        </p:txBody>
      </p:sp>
      <p:pic>
        <p:nvPicPr>
          <p:cNvPr id="5" name="object 5"/>
          <p:cNvPicPr/>
          <p:nvPr/>
        </p:nvPicPr>
        <p:blipFill>
          <a:blip r:embed="rId2" cstate="print"/>
          <a:stretch>
            <a:fillRect/>
          </a:stretch>
        </p:blipFill>
        <p:spPr>
          <a:xfrm>
            <a:off x="304800" y="304800"/>
            <a:ext cx="7165084" cy="9451022"/>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104</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24815" y="2218245"/>
            <a:ext cx="6889750" cy="6732905"/>
            <a:chOff x="424815" y="2218245"/>
            <a:chExt cx="6889750" cy="6732905"/>
          </a:xfrm>
        </p:grpSpPr>
        <p:sp>
          <p:nvSpPr>
            <p:cNvPr id="4" name="object 4"/>
            <p:cNvSpPr/>
            <p:nvPr/>
          </p:nvSpPr>
          <p:spPr>
            <a:xfrm>
              <a:off x="896937" y="8945561"/>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85351" y="2221356"/>
              <a:ext cx="6826038" cy="3129914"/>
            </a:xfrm>
            <a:prstGeom prst="rect">
              <a:avLst/>
            </a:prstGeom>
          </p:spPr>
        </p:pic>
        <p:sp>
          <p:nvSpPr>
            <p:cNvPr id="6" name="object 6"/>
            <p:cNvSpPr/>
            <p:nvPr/>
          </p:nvSpPr>
          <p:spPr>
            <a:xfrm>
              <a:off x="426402" y="2219832"/>
              <a:ext cx="6886575" cy="3133090"/>
            </a:xfrm>
            <a:custGeom>
              <a:avLst/>
              <a:gdLst/>
              <a:ahLst/>
              <a:cxnLst/>
              <a:rect l="l" t="t" r="r" b="b"/>
              <a:pathLst>
                <a:path w="6886575" h="3133090">
                  <a:moveTo>
                    <a:pt x="0" y="3133090"/>
                  </a:moveTo>
                  <a:lnTo>
                    <a:pt x="6886575" y="3133090"/>
                  </a:lnTo>
                  <a:lnTo>
                    <a:pt x="6886575" y="0"/>
                  </a:lnTo>
                  <a:lnTo>
                    <a:pt x="0" y="0"/>
                  </a:lnTo>
                  <a:lnTo>
                    <a:pt x="0" y="313309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5518785" cy="1227455"/>
          </a:xfrm>
          <a:prstGeom prst="rect">
            <a:avLst/>
          </a:prstGeom>
        </p:spPr>
        <p:txBody>
          <a:bodyPr vert="horz" wrap="square" lIns="0" tIns="12700" rIns="0" bIns="0" rtlCol="0">
            <a:spAutoFit/>
          </a:bodyPr>
          <a:lstStyle/>
          <a:p>
            <a:pPr marL="12700" algn="just">
              <a:lnSpc>
                <a:spcPct val="100000"/>
              </a:lnSpc>
              <a:spcBef>
                <a:spcPts val="100"/>
              </a:spcBef>
            </a:pPr>
            <a:r>
              <a:rPr sz="1600" b="1" dirty="0">
                <a:latin typeface="Times New Roman"/>
                <a:cs typeface="Times New Roman"/>
              </a:rPr>
              <a:t>Reports</a:t>
            </a:r>
            <a:r>
              <a:rPr sz="1600" b="1" spc="-3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a:lnSpc>
                <a:spcPct val="100000"/>
              </a:lnSpc>
              <a:spcBef>
                <a:spcPts val="1225"/>
              </a:spcBef>
            </a:pPr>
            <a:endParaRPr sz="1600">
              <a:latin typeface="Times New Roman"/>
              <a:cs typeface="Times New Roman"/>
            </a:endParaRPr>
          </a:p>
          <a:p>
            <a:pPr marL="12700" marR="5080" algn="just">
              <a:lnSpc>
                <a:spcPct val="103600"/>
              </a:lnSpc>
            </a:pPr>
            <a:r>
              <a:rPr sz="1200" dirty="0">
                <a:latin typeface="Times New Roman"/>
                <a:cs typeface="Times New Roman"/>
              </a:rPr>
              <a:t>The</a:t>
            </a:r>
            <a:r>
              <a:rPr sz="1200" spc="-15" dirty="0">
                <a:latin typeface="Times New Roman"/>
                <a:cs typeface="Times New Roman"/>
              </a:rPr>
              <a:t> </a:t>
            </a:r>
            <a:r>
              <a:rPr sz="1200" b="1" dirty="0">
                <a:latin typeface="Times New Roman"/>
                <a:cs typeface="Times New Roman"/>
              </a:rPr>
              <a:t>Reports</a:t>
            </a:r>
            <a:r>
              <a:rPr sz="1200" b="1" spc="-30" dirty="0">
                <a:latin typeface="Times New Roman"/>
                <a:cs typeface="Times New Roman"/>
              </a:rPr>
              <a:t> </a:t>
            </a:r>
            <a:r>
              <a:rPr sz="1200" b="1" dirty="0">
                <a:latin typeface="Times New Roman"/>
                <a:cs typeface="Times New Roman"/>
              </a:rPr>
              <a:t>Section</a:t>
            </a:r>
            <a:r>
              <a:rPr sz="1200" b="1" spc="-25" dirty="0">
                <a:latin typeface="Times New Roman"/>
                <a:cs typeface="Times New Roman"/>
              </a:rPr>
              <a:t> </a:t>
            </a:r>
            <a:r>
              <a:rPr sz="1200" dirty="0">
                <a:latin typeface="Times New Roman"/>
                <a:cs typeface="Times New Roman"/>
              </a:rPr>
              <a:t>allows</a:t>
            </a:r>
            <a:r>
              <a:rPr sz="1200" spc="-25" dirty="0">
                <a:latin typeface="Times New Roman"/>
                <a:cs typeface="Times New Roman"/>
              </a:rPr>
              <a:t> </a:t>
            </a:r>
            <a:r>
              <a:rPr sz="1200" dirty="0">
                <a:latin typeface="Times New Roman"/>
                <a:cs typeface="Times New Roman"/>
              </a:rPr>
              <a:t>admins</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filter</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15" dirty="0">
                <a:latin typeface="Times New Roman"/>
                <a:cs typeface="Times New Roman"/>
              </a:rPr>
              <a:t> </a:t>
            </a:r>
            <a:r>
              <a:rPr sz="1200" dirty="0">
                <a:latin typeface="Times New Roman"/>
                <a:cs typeface="Times New Roman"/>
              </a:rPr>
              <a:t>specific</a:t>
            </a:r>
            <a:r>
              <a:rPr sz="1200" spc="-15" dirty="0">
                <a:latin typeface="Times New Roman"/>
                <a:cs typeface="Times New Roman"/>
              </a:rPr>
              <a:t> </a:t>
            </a:r>
            <a:r>
              <a:rPr sz="1200" spc="-10" dirty="0">
                <a:latin typeface="Times New Roman"/>
                <a:cs typeface="Times New Roman"/>
              </a:rPr>
              <a:t>criteria.</a:t>
            </a:r>
            <a:r>
              <a:rPr sz="1200" spc="-65" dirty="0">
                <a:latin typeface="Times New Roman"/>
                <a:cs typeface="Times New Roman"/>
              </a:rPr>
              <a:t> </a:t>
            </a:r>
            <a:r>
              <a:rPr sz="1200" spc="-20" dirty="0">
                <a:latin typeface="Times New Roman"/>
                <a:cs typeface="Times New Roman"/>
              </a:rPr>
              <a:t>This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includes</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panel</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top</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below</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display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filtered</a:t>
            </a:r>
            <a:r>
              <a:rPr sz="1200" spc="-25" dirty="0">
                <a:latin typeface="Times New Roman"/>
                <a:cs typeface="Times New Roman"/>
              </a:rPr>
              <a:t> </a:t>
            </a:r>
            <a:r>
              <a:rPr sz="1200" spc="-10" dirty="0">
                <a:latin typeface="Times New Roman"/>
                <a:cs typeface="Times New Roman"/>
              </a:rPr>
              <a:t>report details.</a:t>
            </a:r>
            <a:endParaRPr sz="1200">
              <a:latin typeface="Times New Roman"/>
              <a:cs typeface="Times New Roman"/>
            </a:endParaRPr>
          </a:p>
        </p:txBody>
      </p:sp>
      <p:sp>
        <p:nvSpPr>
          <p:cNvPr id="8" name="object 8"/>
          <p:cNvSpPr txBox="1"/>
          <p:nvPr/>
        </p:nvSpPr>
        <p:spPr>
          <a:xfrm>
            <a:off x="902017" y="5609590"/>
            <a:ext cx="5939790" cy="310261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Filter</a:t>
            </a:r>
            <a:r>
              <a:rPr sz="1400" b="1" spc="-65" dirty="0">
                <a:latin typeface="Times New Roman"/>
                <a:cs typeface="Times New Roman"/>
              </a:rPr>
              <a:t> </a:t>
            </a:r>
            <a:r>
              <a:rPr sz="1400" b="1" spc="-10" dirty="0">
                <a:latin typeface="Times New Roman"/>
                <a:cs typeface="Times New Roman"/>
              </a:rPr>
              <a:t>Panel:</a:t>
            </a:r>
            <a:endParaRPr sz="1400">
              <a:latin typeface="Times New Roman"/>
              <a:cs typeface="Times New Roman"/>
            </a:endParaRPr>
          </a:p>
          <a:p>
            <a:pPr marL="12700" marR="5080">
              <a:lnSpc>
                <a:spcPct val="104200"/>
              </a:lnSpc>
              <a:spcBef>
                <a:spcPts val="80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upper</a:t>
            </a:r>
            <a:r>
              <a:rPr sz="1200" spc="-20"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contains</a:t>
            </a:r>
            <a:r>
              <a:rPr sz="1200" spc="-30" dirty="0">
                <a:latin typeface="Times New Roman"/>
                <a:cs typeface="Times New Roman"/>
              </a:rPr>
              <a:t> </a:t>
            </a:r>
            <a:r>
              <a:rPr sz="1200" dirty="0">
                <a:latin typeface="Times New Roman"/>
                <a:cs typeface="Times New Roman"/>
              </a:rPr>
              <a:t>filters</a:t>
            </a:r>
            <a:r>
              <a:rPr sz="1200" spc="-35"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allow</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1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narrow</a:t>
            </a:r>
            <a:r>
              <a:rPr sz="1200" spc="-35" dirty="0">
                <a:latin typeface="Times New Roman"/>
                <a:cs typeface="Times New Roman"/>
              </a:rPr>
              <a:t> </a:t>
            </a:r>
            <a:r>
              <a:rPr sz="1200" dirty="0">
                <a:latin typeface="Times New Roman"/>
                <a:cs typeface="Times New Roman"/>
              </a:rPr>
              <a:t>down</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report</a:t>
            </a:r>
            <a:r>
              <a:rPr sz="1200" spc="-20" dirty="0">
                <a:latin typeface="Times New Roman"/>
                <a:cs typeface="Times New Roman"/>
              </a:rPr>
              <a:t> </a:t>
            </a:r>
            <a:r>
              <a:rPr sz="1200" dirty="0">
                <a:latin typeface="Times New Roman"/>
                <a:cs typeface="Times New Roman"/>
              </a:rPr>
              <a:t>data</a:t>
            </a:r>
            <a:r>
              <a:rPr sz="1200" spc="-35" dirty="0">
                <a:latin typeface="Times New Roman"/>
                <a:cs typeface="Times New Roman"/>
              </a:rPr>
              <a:t> </a:t>
            </a:r>
            <a:r>
              <a:rPr sz="1200" dirty="0">
                <a:latin typeface="Times New Roman"/>
                <a:cs typeface="Times New Roman"/>
              </a:rPr>
              <a:t>based</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the </a:t>
            </a:r>
            <a:r>
              <a:rPr sz="1200" dirty="0">
                <a:latin typeface="Times New Roman"/>
                <a:cs typeface="Times New Roman"/>
              </a:rPr>
              <a:t>following</a:t>
            </a:r>
            <a:r>
              <a:rPr sz="1200" spc="-30" dirty="0">
                <a:latin typeface="Times New Roman"/>
                <a:cs typeface="Times New Roman"/>
              </a:rPr>
              <a:t> </a:t>
            </a:r>
            <a:r>
              <a:rPr sz="1200" spc="-10" dirty="0">
                <a:latin typeface="Times New Roman"/>
                <a:cs typeface="Times New Roman"/>
              </a:rPr>
              <a:t>criteria:</a:t>
            </a:r>
            <a:endParaRPr sz="1200">
              <a:latin typeface="Times New Roman"/>
              <a:cs typeface="Times New Roman"/>
            </a:endParaRPr>
          </a:p>
          <a:p>
            <a:pPr marL="12700">
              <a:lnSpc>
                <a:spcPct val="100000"/>
              </a:lnSpc>
              <a:spcBef>
                <a:spcPts val="840"/>
              </a:spcBef>
            </a:pPr>
            <a:r>
              <a:rPr sz="1400" b="1" dirty="0">
                <a:latin typeface="Times New Roman"/>
                <a:cs typeface="Times New Roman"/>
              </a:rPr>
              <a:t>From</a:t>
            </a:r>
            <a:r>
              <a:rPr sz="1400" b="1" spc="-30" dirty="0">
                <a:latin typeface="Times New Roman"/>
                <a:cs typeface="Times New Roman"/>
              </a:rPr>
              <a:t> </a:t>
            </a:r>
            <a:r>
              <a:rPr sz="1400" b="1" dirty="0">
                <a:latin typeface="Times New Roman"/>
                <a:cs typeface="Times New Roman"/>
              </a:rPr>
              <a:t>Date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start</a:t>
            </a:r>
            <a:r>
              <a:rPr sz="1200" spc="-20" dirty="0">
                <a:latin typeface="Times New Roman"/>
                <a:cs typeface="Times New Roman"/>
              </a:rPr>
              <a:t> </a:t>
            </a:r>
            <a:r>
              <a:rPr sz="1200" dirty="0">
                <a:latin typeface="Times New Roman"/>
                <a:cs typeface="Times New Roman"/>
              </a:rPr>
              <a:t>date</a:t>
            </a:r>
            <a:r>
              <a:rPr sz="1200" spc="-2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4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spc="-10" dirty="0">
                <a:latin typeface="Times New Roman"/>
                <a:cs typeface="Times New Roman"/>
              </a:rPr>
              <a:t>range</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400" b="1" spc="-55" dirty="0">
                <a:latin typeface="Times New Roman"/>
                <a:cs typeface="Times New Roman"/>
              </a:rPr>
              <a:t>To</a:t>
            </a:r>
            <a:r>
              <a:rPr sz="1400" b="1" spc="-30" dirty="0">
                <a:latin typeface="Times New Roman"/>
                <a:cs typeface="Times New Roman"/>
              </a:rPr>
              <a:t> </a:t>
            </a:r>
            <a:r>
              <a:rPr sz="1400" b="1" dirty="0">
                <a:latin typeface="Times New Roman"/>
                <a:cs typeface="Times New Roman"/>
              </a:rPr>
              <a:t>Date</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end</a:t>
            </a:r>
            <a:r>
              <a:rPr sz="1200" spc="-25" dirty="0">
                <a:latin typeface="Times New Roman"/>
                <a:cs typeface="Times New Roman"/>
              </a:rPr>
              <a:t> </a:t>
            </a:r>
            <a:r>
              <a:rPr sz="1200" dirty="0">
                <a:latin typeface="Times New Roman"/>
                <a:cs typeface="Times New Roman"/>
              </a:rPr>
              <a:t>date</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2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spc="-10" dirty="0">
                <a:latin typeface="Times New Roman"/>
                <a:cs typeface="Times New Roman"/>
              </a:rPr>
              <a:t>range.</a:t>
            </a:r>
            <a:endParaRPr sz="1200">
              <a:latin typeface="Times New Roman"/>
              <a:cs typeface="Times New Roman"/>
            </a:endParaRPr>
          </a:p>
          <a:p>
            <a:pPr marL="12700">
              <a:lnSpc>
                <a:spcPct val="100000"/>
              </a:lnSpc>
              <a:spcBef>
                <a:spcPts val="860"/>
              </a:spcBef>
            </a:pPr>
            <a:r>
              <a:rPr sz="1400" b="1" dirty="0">
                <a:latin typeface="Times New Roman"/>
                <a:cs typeface="Times New Roman"/>
              </a:rPr>
              <a:t>Customer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Select</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whom</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report</a:t>
            </a:r>
            <a:r>
              <a:rPr sz="1200" spc="-2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being</a:t>
            </a:r>
            <a:r>
              <a:rPr sz="1200" spc="-25" dirty="0">
                <a:latin typeface="Times New Roman"/>
                <a:cs typeface="Times New Roman"/>
              </a:rPr>
              <a:t> </a:t>
            </a:r>
            <a:r>
              <a:rPr sz="1200" spc="-10" dirty="0">
                <a:latin typeface="Times New Roman"/>
                <a:cs typeface="Times New Roman"/>
              </a:rPr>
              <a:t>generated.</a:t>
            </a:r>
            <a:endParaRPr sz="1200">
              <a:latin typeface="Times New Roman"/>
              <a:cs typeface="Times New Roman"/>
            </a:endParaRPr>
          </a:p>
          <a:p>
            <a:pPr marL="12700">
              <a:lnSpc>
                <a:spcPct val="100000"/>
              </a:lnSpc>
              <a:spcBef>
                <a:spcPts val="865"/>
              </a:spcBef>
            </a:pPr>
            <a:r>
              <a:rPr sz="1400" b="1" dirty="0">
                <a:latin typeface="Times New Roman"/>
                <a:cs typeface="Times New Roman"/>
              </a:rPr>
              <a:t>User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Select</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dirty="0">
                <a:latin typeface="Times New Roman"/>
                <a:cs typeface="Times New Roman"/>
              </a:rPr>
              <a:t>whose</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you</a:t>
            </a:r>
            <a:r>
              <a:rPr sz="1200" spc="-20" dirty="0">
                <a:latin typeface="Times New Roman"/>
                <a:cs typeface="Times New Roman"/>
              </a:rPr>
              <a:t> </a:t>
            </a:r>
            <a:r>
              <a:rPr sz="1200" dirty="0">
                <a:latin typeface="Times New Roman"/>
                <a:cs typeface="Times New Roman"/>
              </a:rPr>
              <a:t>want</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include</a:t>
            </a:r>
            <a:r>
              <a:rPr sz="1200" spc="-20"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report.</a:t>
            </a:r>
            <a:endParaRPr sz="1200">
              <a:latin typeface="Times New Roman"/>
              <a:cs typeface="Times New Roman"/>
            </a:endParaRPr>
          </a:p>
          <a:p>
            <a:pPr marL="12700" marR="243204">
              <a:lnSpc>
                <a:spcPct val="102800"/>
              </a:lnSpc>
              <a:spcBef>
                <a:spcPts val="820"/>
              </a:spcBef>
            </a:pP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selecting</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appropriate</a:t>
            </a:r>
            <a:r>
              <a:rPr sz="1200" spc="-15" dirty="0">
                <a:latin typeface="Times New Roman"/>
                <a:cs typeface="Times New Roman"/>
              </a:rPr>
              <a:t> </a:t>
            </a:r>
            <a:r>
              <a:rPr sz="1200" dirty="0">
                <a:latin typeface="Times New Roman"/>
                <a:cs typeface="Times New Roman"/>
              </a:rPr>
              <a:t>filters,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below</a:t>
            </a:r>
            <a:r>
              <a:rPr sz="1200" spc="-30" dirty="0">
                <a:latin typeface="Times New Roman"/>
                <a:cs typeface="Times New Roman"/>
              </a:rPr>
              <a:t> </a:t>
            </a:r>
            <a:r>
              <a:rPr sz="1200" dirty="0">
                <a:latin typeface="Times New Roman"/>
                <a:cs typeface="Times New Roman"/>
              </a:rPr>
              <a:t>will</a:t>
            </a:r>
            <a:r>
              <a:rPr sz="1200" spc="-20" dirty="0">
                <a:latin typeface="Times New Roman"/>
                <a:cs typeface="Times New Roman"/>
              </a:rPr>
              <a:t> </a:t>
            </a:r>
            <a:r>
              <a:rPr sz="1200" spc="-10" dirty="0">
                <a:latin typeface="Times New Roman"/>
                <a:cs typeface="Times New Roman"/>
              </a:rPr>
              <a:t>automatically</a:t>
            </a:r>
            <a:r>
              <a:rPr sz="1200" spc="-20" dirty="0">
                <a:latin typeface="Times New Roman"/>
                <a:cs typeface="Times New Roman"/>
              </a:rPr>
              <a:t> </a:t>
            </a:r>
            <a:r>
              <a:rPr sz="1200" dirty="0">
                <a:latin typeface="Times New Roman"/>
                <a:cs typeface="Times New Roman"/>
              </a:rPr>
              <a:t>update</a:t>
            </a:r>
            <a:r>
              <a:rPr sz="1200" spc="-4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show</a:t>
            </a:r>
            <a:r>
              <a:rPr sz="1200" spc="-30" dirty="0">
                <a:latin typeface="Times New Roman"/>
                <a:cs typeface="Times New Roman"/>
              </a:rPr>
              <a:t> </a:t>
            </a:r>
            <a:r>
              <a:rPr sz="1200" spc="-25" dirty="0">
                <a:latin typeface="Times New Roman"/>
                <a:cs typeface="Times New Roman"/>
              </a:rPr>
              <a:t>the </a:t>
            </a:r>
            <a:r>
              <a:rPr sz="1200" dirty="0">
                <a:latin typeface="Times New Roman"/>
                <a:cs typeface="Times New Roman"/>
              </a:rPr>
              <a:t>relevant</a:t>
            </a:r>
            <a:r>
              <a:rPr sz="1200" spc="-4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a:lnSpc>
                <a:spcPct val="100000"/>
              </a:lnSpc>
              <a:spcBef>
                <a:spcPts val="860"/>
              </a:spcBef>
            </a:pPr>
            <a:r>
              <a:rPr sz="1400" b="1" dirty="0">
                <a:latin typeface="Times New Roman"/>
                <a:cs typeface="Times New Roman"/>
              </a:rPr>
              <a:t>Data</a:t>
            </a:r>
            <a:r>
              <a:rPr sz="1400" b="1" spc="-15" dirty="0">
                <a:latin typeface="Times New Roman"/>
                <a:cs typeface="Times New Roman"/>
              </a:rPr>
              <a:t> </a:t>
            </a:r>
            <a:r>
              <a:rPr sz="1400" b="1" spc="-20" dirty="0">
                <a:latin typeface="Times New Roman"/>
                <a:cs typeface="Times New Roman"/>
              </a:rPr>
              <a:t>Grid:</a:t>
            </a:r>
            <a:endParaRPr sz="1400">
              <a:latin typeface="Times New Roman"/>
              <a:cs typeface="Times New Roman"/>
            </a:endParaRPr>
          </a:p>
          <a:p>
            <a:pPr marL="12700">
              <a:lnSpc>
                <a:spcPct val="100000"/>
              </a:lnSpc>
              <a:spcBef>
                <a:spcPts val="840"/>
              </a:spcBef>
            </a:pPr>
            <a:r>
              <a:rPr sz="1200" dirty="0">
                <a:latin typeface="Times New Roman"/>
                <a:cs typeface="Times New Roman"/>
              </a:rPr>
              <a:t>The</a:t>
            </a:r>
            <a:r>
              <a:rPr sz="1200" spc="-25" dirty="0">
                <a:latin typeface="Times New Roman"/>
                <a:cs typeface="Times New Roman"/>
              </a:rPr>
              <a:t> </a:t>
            </a:r>
            <a:r>
              <a:rPr sz="1200" b="1" dirty="0">
                <a:latin typeface="Times New Roman"/>
                <a:cs typeface="Times New Roman"/>
              </a:rPr>
              <a:t>Data</a:t>
            </a:r>
            <a:r>
              <a:rPr sz="1200" b="1" spc="-30" dirty="0">
                <a:latin typeface="Times New Roman"/>
                <a:cs typeface="Times New Roman"/>
              </a:rPr>
              <a:t> </a:t>
            </a:r>
            <a:r>
              <a:rPr sz="1200" b="1" dirty="0">
                <a:latin typeface="Times New Roman"/>
                <a:cs typeface="Times New Roman"/>
              </a:rPr>
              <a:t>Grid</a:t>
            </a:r>
            <a:r>
              <a:rPr sz="1200" b="1" spc="-30" dirty="0">
                <a:latin typeface="Times New Roman"/>
                <a:cs typeface="Times New Roman"/>
              </a:rPr>
              <a:t> </a:t>
            </a:r>
            <a:r>
              <a:rPr sz="1200" dirty="0">
                <a:latin typeface="Times New Roman"/>
                <a:cs typeface="Times New Roman"/>
              </a:rPr>
              <a:t>below</a:t>
            </a:r>
            <a:r>
              <a:rPr sz="1200" spc="-4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section</a:t>
            </a:r>
            <a:r>
              <a:rPr sz="1200" spc="-30" dirty="0">
                <a:latin typeface="Times New Roman"/>
                <a:cs typeface="Times New Roman"/>
              </a:rPr>
              <a:t> </a:t>
            </a: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following</a:t>
            </a:r>
            <a:r>
              <a:rPr sz="1200" spc="-30"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72325"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105</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5969635" cy="655510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marL="12700" marR="1279525">
              <a:lnSpc>
                <a:spcPct val="151200"/>
              </a:lnSpc>
              <a:spcBef>
                <a:spcPts val="1300"/>
              </a:spcBef>
            </a:pPr>
            <a:r>
              <a:rPr sz="1400" b="1" dirty="0">
                <a:latin typeface="Times New Roman"/>
                <a:cs typeface="Times New Roman"/>
              </a:rPr>
              <a:t>Customer</a:t>
            </a:r>
            <a:r>
              <a:rPr sz="1400" b="1" spc="-55" dirty="0">
                <a:latin typeface="Times New Roman"/>
                <a:cs typeface="Times New Roman"/>
              </a:rPr>
              <a:t> </a:t>
            </a:r>
            <a:r>
              <a:rPr sz="1400" b="1" dirty="0">
                <a:latin typeface="Times New Roman"/>
                <a:cs typeface="Times New Roman"/>
              </a:rPr>
              <a:t>Name</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dirty="0">
                <a:latin typeface="Times New Roman"/>
                <a:cs typeface="Times New Roman"/>
              </a:rPr>
              <a:t>associated</a:t>
            </a:r>
            <a:r>
              <a:rPr sz="1200" spc="-30"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ticket. </a:t>
            </a:r>
            <a:r>
              <a:rPr sz="1400" b="1" dirty="0">
                <a:latin typeface="Times New Roman"/>
                <a:cs typeface="Times New Roman"/>
              </a:rPr>
              <a:t>Status</a:t>
            </a:r>
            <a:r>
              <a:rPr sz="1400" dirty="0">
                <a:latin typeface="Times New Roman"/>
                <a:cs typeface="Times New Roman"/>
              </a:rPr>
              <a:t>:</a:t>
            </a:r>
            <a:r>
              <a:rPr sz="1400" spc="3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current</a:t>
            </a:r>
            <a:r>
              <a:rPr sz="1200" spc="-15" dirty="0">
                <a:latin typeface="Times New Roman"/>
                <a:cs typeface="Times New Roman"/>
              </a:rPr>
              <a:t> </a:t>
            </a:r>
            <a:r>
              <a:rPr sz="1200" dirty="0">
                <a:latin typeface="Times New Roman"/>
                <a:cs typeface="Times New Roman"/>
              </a:rPr>
              <a:t>status</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which</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one</a:t>
            </a:r>
            <a:r>
              <a:rPr sz="1200" spc="-1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following: </a:t>
            </a:r>
            <a:r>
              <a:rPr sz="1200" spc="-20"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Progress</a:t>
            </a:r>
            <a:endParaRPr sz="1200">
              <a:latin typeface="Times New Roman"/>
              <a:cs typeface="Times New Roman"/>
            </a:endParaRPr>
          </a:p>
          <a:p>
            <a:pPr marL="12700" marR="5524500">
              <a:lnSpc>
                <a:spcPts val="2300"/>
              </a:lnSpc>
              <a:spcBef>
                <a:spcPts val="200"/>
              </a:spcBef>
            </a:pPr>
            <a:r>
              <a:rPr sz="1200" spc="-20" dirty="0">
                <a:latin typeface="Times New Roman"/>
                <a:cs typeface="Times New Roman"/>
              </a:rPr>
              <a:t>Open </a:t>
            </a:r>
            <a:r>
              <a:rPr sz="1200" spc="-10" dirty="0">
                <a:latin typeface="Times New Roman"/>
                <a:cs typeface="Times New Roman"/>
              </a:rPr>
              <a:t>Solved</a:t>
            </a:r>
            <a:endParaRPr sz="1200">
              <a:latin typeface="Times New Roman"/>
              <a:cs typeface="Times New Roman"/>
            </a:endParaRPr>
          </a:p>
          <a:p>
            <a:pPr marL="12700">
              <a:lnSpc>
                <a:spcPct val="100000"/>
              </a:lnSpc>
              <a:spcBef>
                <a:spcPts val="620"/>
              </a:spcBef>
            </a:pPr>
            <a:r>
              <a:rPr sz="1200" spc="-10" dirty="0">
                <a:latin typeface="Times New Roman"/>
                <a:cs typeface="Times New Roman"/>
              </a:rPr>
              <a:t>Escalated</a:t>
            </a:r>
            <a:endParaRPr sz="1200">
              <a:latin typeface="Times New Roman"/>
              <a:cs typeface="Times New Roman"/>
            </a:endParaRPr>
          </a:p>
          <a:p>
            <a:pPr marL="12700">
              <a:lnSpc>
                <a:spcPct val="100000"/>
              </a:lnSpc>
              <a:spcBef>
                <a:spcPts val="860"/>
              </a:spcBef>
            </a:pPr>
            <a:r>
              <a:rPr sz="1400" b="1" dirty="0">
                <a:latin typeface="Times New Roman"/>
                <a:cs typeface="Times New Roman"/>
              </a:rPr>
              <a:t>Ticket</a:t>
            </a:r>
            <a:r>
              <a:rPr sz="1400" b="1" spc="-55" dirty="0">
                <a:latin typeface="Times New Roman"/>
                <a:cs typeface="Times New Roman"/>
              </a:rPr>
              <a:t> </a:t>
            </a:r>
            <a:r>
              <a:rPr sz="1400" b="1" dirty="0">
                <a:latin typeface="Times New Roman"/>
                <a:cs typeface="Times New Roman"/>
              </a:rPr>
              <a:t>Number</a:t>
            </a:r>
            <a:r>
              <a:rPr sz="1400" dirty="0">
                <a:latin typeface="Times New Roman"/>
                <a:cs typeface="Times New Roman"/>
              </a:rPr>
              <a:t>:</a:t>
            </a:r>
            <a:r>
              <a:rPr sz="1400" spc="-30"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support</a:t>
            </a:r>
            <a:r>
              <a:rPr sz="1200" spc="-25"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2700">
              <a:lnSpc>
                <a:spcPct val="100000"/>
              </a:lnSpc>
              <a:spcBef>
                <a:spcPts val="840"/>
              </a:spcBef>
            </a:pPr>
            <a:r>
              <a:rPr sz="1400" b="1" spc="-10" dirty="0">
                <a:latin typeface="Times New Roman"/>
                <a:cs typeface="Times New Roman"/>
              </a:rPr>
              <a:t>Subject</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brief</a:t>
            </a:r>
            <a:r>
              <a:rPr sz="1200" spc="-25" dirty="0">
                <a:latin typeface="Times New Roman"/>
                <a:cs typeface="Times New Roman"/>
              </a:rPr>
              <a:t> </a:t>
            </a:r>
            <a:r>
              <a:rPr sz="1200" dirty="0">
                <a:latin typeface="Times New Roman"/>
                <a:cs typeface="Times New Roman"/>
              </a:rPr>
              <a:t>description</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subject</a:t>
            </a:r>
            <a:r>
              <a:rPr sz="1200" spc="-1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ticket.</a:t>
            </a:r>
            <a:endParaRPr sz="1200">
              <a:latin typeface="Times New Roman"/>
              <a:cs typeface="Times New Roman"/>
            </a:endParaRPr>
          </a:p>
          <a:p>
            <a:pPr marL="12700">
              <a:lnSpc>
                <a:spcPct val="100000"/>
              </a:lnSpc>
              <a:spcBef>
                <a:spcPts val="865"/>
              </a:spcBef>
            </a:pPr>
            <a:r>
              <a:rPr sz="1400" b="1" dirty="0">
                <a:latin typeface="Times New Roman"/>
                <a:cs typeface="Times New Roman"/>
              </a:rPr>
              <a:t>Working</a:t>
            </a:r>
            <a:r>
              <a:rPr sz="1400" b="1" spc="-30" dirty="0">
                <a:latin typeface="Times New Roman"/>
                <a:cs typeface="Times New Roman"/>
              </a:rPr>
              <a:t> </a:t>
            </a:r>
            <a:r>
              <a:rPr sz="1400" b="1" dirty="0">
                <a:latin typeface="Times New Roman"/>
                <a:cs typeface="Times New Roman"/>
              </a:rPr>
              <a:t>User</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who</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currently</a:t>
            </a:r>
            <a:r>
              <a:rPr sz="1200" spc="-30" dirty="0">
                <a:latin typeface="Times New Roman"/>
                <a:cs typeface="Times New Roman"/>
              </a:rPr>
              <a:t> </a:t>
            </a:r>
            <a:r>
              <a:rPr sz="1200" dirty="0">
                <a:latin typeface="Times New Roman"/>
                <a:cs typeface="Times New Roman"/>
              </a:rPr>
              <a:t>assigned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worked</a:t>
            </a:r>
            <a:r>
              <a:rPr sz="1200" spc="-25"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spc="-25" dirty="0">
                <a:latin typeface="Times New Roman"/>
                <a:cs typeface="Times New Roman"/>
              </a:rPr>
              <a:t>it.</a:t>
            </a:r>
            <a:endParaRPr sz="1200">
              <a:latin typeface="Times New Roman"/>
              <a:cs typeface="Times New Roman"/>
            </a:endParaRPr>
          </a:p>
          <a:p>
            <a:pPr marL="12700">
              <a:lnSpc>
                <a:spcPct val="100000"/>
              </a:lnSpc>
              <a:spcBef>
                <a:spcPts val="860"/>
              </a:spcBef>
            </a:pPr>
            <a:r>
              <a:rPr sz="1400" b="1" spc="-30" dirty="0">
                <a:latin typeface="Times New Roman"/>
                <a:cs typeface="Times New Roman"/>
              </a:rPr>
              <a:t>Total</a:t>
            </a:r>
            <a:r>
              <a:rPr sz="1400" b="1" spc="-60" dirty="0">
                <a:latin typeface="Times New Roman"/>
                <a:cs typeface="Times New Roman"/>
              </a:rPr>
              <a:t> </a:t>
            </a:r>
            <a:r>
              <a:rPr sz="1400" b="1" dirty="0">
                <a:latin typeface="Times New Roman"/>
                <a:cs typeface="Times New Roman"/>
              </a:rPr>
              <a:t>Working</a:t>
            </a:r>
            <a:r>
              <a:rPr sz="1400" b="1" spc="-35" dirty="0">
                <a:latin typeface="Times New Roman"/>
                <a:cs typeface="Times New Roman"/>
              </a:rPr>
              <a:t> </a:t>
            </a:r>
            <a:r>
              <a:rPr sz="1400" b="1" dirty="0">
                <a:latin typeface="Times New Roman"/>
                <a:cs typeface="Times New Roman"/>
              </a:rPr>
              <a:t>Hours</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total</a:t>
            </a:r>
            <a:r>
              <a:rPr sz="1200" spc="-20" dirty="0">
                <a:latin typeface="Times New Roman"/>
                <a:cs typeface="Times New Roman"/>
              </a:rPr>
              <a:t> </a:t>
            </a:r>
            <a:r>
              <a:rPr sz="1200" dirty="0">
                <a:latin typeface="Times New Roman"/>
                <a:cs typeface="Times New Roman"/>
              </a:rPr>
              <a:t>time</a:t>
            </a:r>
            <a:r>
              <a:rPr sz="1200" spc="-40" dirty="0">
                <a:latin typeface="Times New Roman"/>
                <a:cs typeface="Times New Roman"/>
              </a:rPr>
              <a:t> </a:t>
            </a:r>
            <a:r>
              <a:rPr sz="1200" dirty="0">
                <a:latin typeface="Times New Roman"/>
                <a:cs typeface="Times New Roman"/>
              </a:rPr>
              <a:t>spent</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working</a:t>
            </a:r>
            <a:r>
              <a:rPr sz="1200" spc="-3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2700">
              <a:lnSpc>
                <a:spcPct val="100000"/>
              </a:lnSpc>
              <a:spcBef>
                <a:spcPts val="860"/>
              </a:spcBef>
            </a:pPr>
            <a:r>
              <a:rPr sz="1400" b="1" dirty="0">
                <a:latin typeface="Times New Roman"/>
                <a:cs typeface="Times New Roman"/>
              </a:rPr>
              <a:t>Priority</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priority</a:t>
            </a:r>
            <a:r>
              <a:rPr sz="1200" spc="-30" dirty="0">
                <a:latin typeface="Times New Roman"/>
                <a:cs typeface="Times New Roman"/>
              </a:rPr>
              <a:t> </a:t>
            </a:r>
            <a:r>
              <a:rPr sz="1200" dirty="0">
                <a:latin typeface="Times New Roman"/>
                <a:cs typeface="Times New Roman"/>
              </a:rPr>
              <a:t>level</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(e.g.,</a:t>
            </a:r>
            <a:r>
              <a:rPr sz="1200" spc="-25" dirty="0">
                <a:latin typeface="Times New Roman"/>
                <a:cs typeface="Times New Roman"/>
              </a:rPr>
              <a:t> </a:t>
            </a:r>
            <a:r>
              <a:rPr sz="1200" spc="-10" dirty="0">
                <a:latin typeface="Times New Roman"/>
                <a:cs typeface="Times New Roman"/>
              </a:rPr>
              <a:t>Low,</a:t>
            </a:r>
            <a:r>
              <a:rPr sz="1200" spc="-30" dirty="0">
                <a:latin typeface="Times New Roman"/>
                <a:cs typeface="Times New Roman"/>
              </a:rPr>
              <a:t> </a:t>
            </a:r>
            <a:r>
              <a:rPr sz="1200" dirty="0">
                <a:latin typeface="Times New Roman"/>
                <a:cs typeface="Times New Roman"/>
              </a:rPr>
              <a:t>Medium,</a:t>
            </a:r>
            <a:r>
              <a:rPr sz="1200" spc="-30" dirty="0">
                <a:latin typeface="Times New Roman"/>
                <a:cs typeface="Times New Roman"/>
              </a:rPr>
              <a:t> </a:t>
            </a:r>
            <a:r>
              <a:rPr sz="1200" spc="-10" dirty="0">
                <a:latin typeface="Times New Roman"/>
                <a:cs typeface="Times New Roman"/>
              </a:rPr>
              <a:t>High).</a:t>
            </a:r>
            <a:endParaRPr sz="1200">
              <a:latin typeface="Times New Roman"/>
              <a:cs typeface="Times New Roman"/>
            </a:endParaRPr>
          </a:p>
          <a:p>
            <a:pPr marL="12700">
              <a:lnSpc>
                <a:spcPct val="100000"/>
              </a:lnSpc>
              <a:spcBef>
                <a:spcPts val="860"/>
              </a:spcBef>
            </a:pPr>
            <a:r>
              <a:rPr sz="1400" b="1" dirty="0">
                <a:latin typeface="Times New Roman"/>
                <a:cs typeface="Times New Roman"/>
              </a:rPr>
              <a:t>Search</a:t>
            </a:r>
            <a:r>
              <a:rPr sz="1400" b="1" spc="-35" dirty="0">
                <a:latin typeface="Times New Roman"/>
                <a:cs typeface="Times New Roman"/>
              </a:rPr>
              <a:t> </a:t>
            </a:r>
            <a:r>
              <a:rPr sz="1400" b="1" dirty="0">
                <a:latin typeface="Times New Roman"/>
                <a:cs typeface="Times New Roman"/>
              </a:rPr>
              <a:t>and</a:t>
            </a:r>
            <a:r>
              <a:rPr sz="1400" b="1" spc="-45" dirty="0">
                <a:latin typeface="Times New Roman"/>
                <a:cs typeface="Times New Roman"/>
              </a:rPr>
              <a:t> </a:t>
            </a:r>
            <a:r>
              <a:rPr sz="1400" b="1" dirty="0">
                <a:latin typeface="Times New Roman"/>
                <a:cs typeface="Times New Roman"/>
              </a:rPr>
              <a:t>Filter</a:t>
            </a:r>
            <a:r>
              <a:rPr sz="1400" b="1" spc="-55" dirty="0">
                <a:latin typeface="Times New Roman"/>
                <a:cs typeface="Times New Roman"/>
              </a:rPr>
              <a:t> </a:t>
            </a:r>
            <a:r>
              <a:rPr sz="1400" b="1" spc="-10" dirty="0">
                <a:latin typeface="Times New Roman"/>
                <a:cs typeface="Times New Roman"/>
              </a:rPr>
              <a:t>Options:</a:t>
            </a:r>
            <a:endParaRPr sz="1400">
              <a:latin typeface="Times New Roman"/>
              <a:cs typeface="Times New Roman"/>
            </a:endParaRPr>
          </a:p>
          <a:p>
            <a:pPr marL="12700" marR="128905">
              <a:lnSpc>
                <a:spcPct val="103600"/>
              </a:lnSpc>
              <a:spcBef>
                <a:spcPts val="800"/>
              </a:spcBef>
            </a:pPr>
            <a:r>
              <a:rPr sz="1400" b="1" dirty="0">
                <a:latin typeface="Times New Roman"/>
                <a:cs typeface="Times New Roman"/>
              </a:rPr>
              <a:t>Search</a:t>
            </a:r>
            <a:r>
              <a:rPr sz="1400" dirty="0">
                <a:latin typeface="Times New Roman"/>
                <a:cs typeface="Times New Roman"/>
              </a:rPr>
              <a:t>:</a:t>
            </a:r>
            <a:r>
              <a:rPr sz="1400" spc="-4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search</a:t>
            </a:r>
            <a:r>
              <a:rPr sz="1200" spc="-30" dirty="0">
                <a:latin typeface="Times New Roman"/>
                <a:cs typeface="Times New Roman"/>
              </a:rPr>
              <a:t> </a:t>
            </a:r>
            <a:r>
              <a:rPr sz="1200" dirty="0">
                <a:latin typeface="Times New Roman"/>
                <a:cs typeface="Times New Roman"/>
              </a:rPr>
              <a:t>field</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provided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quickly</a:t>
            </a:r>
            <a:r>
              <a:rPr sz="1200" spc="-25" dirty="0">
                <a:latin typeface="Times New Roman"/>
                <a:cs typeface="Times New Roman"/>
              </a:rPr>
              <a:t> </a:t>
            </a:r>
            <a:r>
              <a:rPr sz="1200" dirty="0">
                <a:latin typeface="Times New Roman"/>
                <a:cs typeface="Times New Roman"/>
              </a:rPr>
              <a:t>find</a:t>
            </a:r>
            <a:r>
              <a:rPr sz="1200" spc="-25" dirty="0">
                <a:latin typeface="Times New Roman"/>
                <a:cs typeface="Times New Roman"/>
              </a:rPr>
              <a:t> </a:t>
            </a:r>
            <a:r>
              <a:rPr sz="1200" dirty="0">
                <a:latin typeface="Times New Roman"/>
                <a:cs typeface="Times New Roman"/>
              </a:rPr>
              <a:t>specific</a:t>
            </a:r>
            <a:r>
              <a:rPr sz="1200" spc="-20" dirty="0">
                <a:latin typeface="Times New Roman"/>
                <a:cs typeface="Times New Roman"/>
              </a:rPr>
              <a:t> </a:t>
            </a:r>
            <a:r>
              <a:rPr sz="1200" dirty="0">
                <a:latin typeface="Times New Roman"/>
                <a:cs typeface="Times New Roman"/>
              </a:rPr>
              <a:t>data</a:t>
            </a:r>
            <a:r>
              <a:rPr sz="1200" spc="-20"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entering</a:t>
            </a:r>
            <a:r>
              <a:rPr sz="1200" spc="-25" dirty="0">
                <a:latin typeface="Times New Roman"/>
                <a:cs typeface="Times New Roman"/>
              </a:rPr>
              <a:t> </a:t>
            </a:r>
            <a:r>
              <a:rPr sz="1200" dirty="0">
                <a:latin typeface="Times New Roman"/>
                <a:cs typeface="Times New Roman"/>
              </a:rPr>
              <a:t>keywords</a:t>
            </a:r>
            <a:r>
              <a:rPr sz="1200" spc="-3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ticket details.</a:t>
            </a:r>
            <a:endParaRPr sz="1200">
              <a:latin typeface="Times New Roman"/>
              <a:cs typeface="Times New Roman"/>
            </a:endParaRPr>
          </a:p>
          <a:p>
            <a:pPr marL="12700" marR="226695">
              <a:lnSpc>
                <a:spcPct val="103600"/>
              </a:lnSpc>
              <a:spcBef>
                <a:spcPts val="780"/>
              </a:spcBef>
            </a:pPr>
            <a:r>
              <a:rPr sz="1400" b="1" dirty="0">
                <a:latin typeface="Times New Roman"/>
                <a:cs typeface="Times New Roman"/>
              </a:rPr>
              <a:t>Status</a:t>
            </a:r>
            <a:r>
              <a:rPr sz="1400" b="1" spc="-40" dirty="0">
                <a:latin typeface="Times New Roman"/>
                <a:cs typeface="Times New Roman"/>
              </a:rPr>
              <a:t> </a:t>
            </a:r>
            <a:r>
              <a:rPr sz="1400" b="1" dirty="0">
                <a:latin typeface="Times New Roman"/>
                <a:cs typeface="Times New Roman"/>
              </a:rPr>
              <a:t>Filter</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dropdown</a:t>
            </a:r>
            <a:r>
              <a:rPr sz="1200" spc="-25" dirty="0">
                <a:latin typeface="Times New Roman"/>
                <a:cs typeface="Times New Roman"/>
              </a:rPr>
              <a:t> </a:t>
            </a:r>
            <a:r>
              <a:rPr sz="1200" dirty="0">
                <a:latin typeface="Times New Roman"/>
                <a:cs typeface="Times New Roman"/>
              </a:rPr>
              <a:t>filter</a:t>
            </a:r>
            <a:r>
              <a:rPr sz="1200" spc="-25" dirty="0">
                <a:latin typeface="Times New Roman"/>
                <a:cs typeface="Times New Roman"/>
              </a:rPr>
              <a:t> </a:t>
            </a:r>
            <a:r>
              <a:rPr sz="1200" dirty="0">
                <a:latin typeface="Times New Roman"/>
                <a:cs typeface="Times New Roman"/>
              </a:rPr>
              <a:t>allows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filter</a:t>
            </a:r>
            <a:r>
              <a:rPr sz="1200" spc="-40" dirty="0">
                <a:latin typeface="Times New Roman"/>
                <a:cs typeface="Times New Roman"/>
              </a:rPr>
              <a:t> </a:t>
            </a:r>
            <a:r>
              <a:rPr sz="1200" dirty="0">
                <a:latin typeface="Times New Roman"/>
                <a:cs typeface="Times New Roman"/>
              </a:rPr>
              <a:t>tickets</a:t>
            </a:r>
            <a:r>
              <a:rPr sz="1200" spc="-3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spc="-10" dirty="0">
                <a:latin typeface="Times New Roman"/>
                <a:cs typeface="Times New Roman"/>
              </a:rPr>
              <a:t>(e.g., </a:t>
            </a:r>
            <a:r>
              <a:rPr sz="1200" dirty="0">
                <a:latin typeface="Times New Roman"/>
                <a:cs typeface="Times New Roman"/>
              </a:rPr>
              <a:t>Open,</a:t>
            </a:r>
            <a:r>
              <a:rPr sz="1200" spc="-20" dirty="0">
                <a:latin typeface="Times New Roman"/>
                <a:cs typeface="Times New Roman"/>
              </a:rPr>
              <a:t> </a:t>
            </a:r>
            <a:r>
              <a:rPr sz="1200" spc="-10" dirty="0">
                <a:latin typeface="Times New Roman"/>
                <a:cs typeface="Times New Roman"/>
              </a:rPr>
              <a:t>Closed).</a:t>
            </a:r>
            <a:endParaRPr sz="1200">
              <a:latin typeface="Times New Roman"/>
              <a:cs typeface="Times New Roman"/>
            </a:endParaRPr>
          </a:p>
          <a:p>
            <a:pPr marL="12700">
              <a:lnSpc>
                <a:spcPct val="100000"/>
              </a:lnSpc>
              <a:spcBef>
                <a:spcPts val="840"/>
              </a:spcBef>
            </a:pPr>
            <a:r>
              <a:rPr sz="1400" b="1" dirty="0">
                <a:latin typeface="Times New Roman"/>
                <a:cs typeface="Times New Roman"/>
              </a:rPr>
              <a:t>Export</a:t>
            </a:r>
            <a:r>
              <a:rPr sz="1400" b="1" spc="-10" dirty="0">
                <a:latin typeface="Times New Roman"/>
                <a:cs typeface="Times New Roman"/>
              </a:rPr>
              <a:t> </a:t>
            </a:r>
            <a:r>
              <a:rPr sz="1400" b="1" dirty="0">
                <a:latin typeface="Times New Roman"/>
                <a:cs typeface="Times New Roman"/>
              </a:rPr>
              <a:t>to</a:t>
            </a:r>
            <a:r>
              <a:rPr sz="1400" b="1" spc="-5" dirty="0">
                <a:latin typeface="Times New Roman"/>
                <a:cs typeface="Times New Roman"/>
              </a:rPr>
              <a:t> </a:t>
            </a:r>
            <a:r>
              <a:rPr sz="1400" b="1" spc="-10" dirty="0">
                <a:latin typeface="Times New Roman"/>
                <a:cs typeface="Times New Roman"/>
              </a:rPr>
              <a:t>Excel:</a:t>
            </a:r>
            <a:endParaRPr sz="1400">
              <a:latin typeface="Times New Roman"/>
              <a:cs typeface="Times New Roman"/>
            </a:endParaRPr>
          </a:p>
          <a:p>
            <a:pPr marL="12700" marR="208915">
              <a:lnSpc>
                <a:spcPct val="103499"/>
              </a:lnSpc>
              <a:spcBef>
                <a:spcPts val="805"/>
              </a:spcBef>
            </a:pPr>
            <a:r>
              <a:rPr sz="1400" b="1" dirty="0">
                <a:latin typeface="Times New Roman"/>
                <a:cs typeface="Times New Roman"/>
              </a:rPr>
              <a:t>Export</a:t>
            </a:r>
            <a:r>
              <a:rPr sz="1400" b="1" spc="-25" dirty="0">
                <a:latin typeface="Times New Roman"/>
                <a:cs typeface="Times New Roman"/>
              </a:rPr>
              <a:t> </a:t>
            </a:r>
            <a:r>
              <a:rPr sz="1400" b="1" dirty="0">
                <a:latin typeface="Times New Roman"/>
                <a:cs typeface="Times New Roman"/>
              </a:rPr>
              <a:t>to</a:t>
            </a:r>
            <a:r>
              <a:rPr sz="1400" b="1" spc="-20" dirty="0">
                <a:latin typeface="Times New Roman"/>
                <a:cs typeface="Times New Roman"/>
              </a:rPr>
              <a:t> </a:t>
            </a:r>
            <a:r>
              <a:rPr sz="1400" b="1" dirty="0">
                <a:latin typeface="Times New Roman"/>
                <a:cs typeface="Times New Roman"/>
              </a:rPr>
              <a:t>Excel</a:t>
            </a:r>
            <a:r>
              <a:rPr sz="1400" b="1" spc="-25" dirty="0">
                <a:latin typeface="Times New Roman"/>
                <a:cs typeface="Times New Roman"/>
              </a:rPr>
              <a:t> </a:t>
            </a:r>
            <a:r>
              <a:rPr sz="1400" b="1" dirty="0">
                <a:latin typeface="Times New Roman"/>
                <a:cs typeface="Times New Roman"/>
              </a:rPr>
              <a:t>Button</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Located</a:t>
            </a:r>
            <a:r>
              <a:rPr sz="1200" spc="-20" dirty="0">
                <a:latin typeface="Times New Roman"/>
                <a:cs typeface="Times New Roman"/>
              </a:rPr>
              <a:t> </a:t>
            </a:r>
            <a:r>
              <a:rPr sz="1200" dirty="0">
                <a:latin typeface="Times New Roman"/>
                <a:cs typeface="Times New Roman"/>
              </a:rPr>
              <a:t>at</a:t>
            </a:r>
            <a:r>
              <a:rPr sz="1200" spc="-4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top</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data</a:t>
            </a:r>
            <a:r>
              <a:rPr sz="1200" spc="-15" dirty="0">
                <a:latin typeface="Times New Roman"/>
                <a:cs typeface="Times New Roman"/>
              </a:rPr>
              <a:t> </a:t>
            </a:r>
            <a:r>
              <a:rPr sz="1200" dirty="0">
                <a:latin typeface="Times New Roman"/>
                <a:cs typeface="Times New Roman"/>
              </a:rPr>
              <a:t>grid,</a:t>
            </a:r>
            <a:r>
              <a:rPr sz="1200" spc="-2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button</a:t>
            </a:r>
            <a:r>
              <a:rPr sz="1200" spc="-20" dirty="0">
                <a:latin typeface="Times New Roman"/>
                <a:cs typeface="Times New Roman"/>
              </a:rPr>
              <a:t> </a:t>
            </a:r>
            <a:r>
              <a:rPr sz="1200" dirty="0">
                <a:latin typeface="Times New Roman"/>
                <a:cs typeface="Times New Roman"/>
              </a:rPr>
              <a:t>allows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0" dirty="0">
                <a:latin typeface="Times New Roman"/>
                <a:cs typeface="Times New Roman"/>
              </a:rPr>
              <a:t> </a:t>
            </a:r>
            <a:r>
              <a:rPr sz="1200" spc="-25" dirty="0">
                <a:latin typeface="Times New Roman"/>
                <a:cs typeface="Times New Roman"/>
              </a:rPr>
              <a:t>to </a:t>
            </a:r>
            <a:r>
              <a:rPr sz="1200" dirty="0">
                <a:latin typeface="Times New Roman"/>
                <a:cs typeface="Times New Roman"/>
              </a:rPr>
              <a:t>export</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filtered</a:t>
            </a:r>
            <a:r>
              <a:rPr sz="1200" spc="-25" dirty="0">
                <a:latin typeface="Times New Roman"/>
                <a:cs typeface="Times New Roman"/>
              </a:rPr>
              <a:t> </a:t>
            </a:r>
            <a:r>
              <a:rPr sz="1200" dirty="0">
                <a:latin typeface="Times New Roman"/>
                <a:cs typeface="Times New Roman"/>
              </a:rPr>
              <a:t>data</a:t>
            </a:r>
            <a:r>
              <a:rPr sz="1200" spc="-40" dirty="0">
                <a:latin typeface="Times New Roman"/>
                <a:cs typeface="Times New Roman"/>
              </a:rPr>
              <a:t> </a:t>
            </a:r>
            <a:r>
              <a:rPr sz="1200" dirty="0">
                <a:latin typeface="Times New Roman"/>
                <a:cs typeface="Times New Roman"/>
              </a:rPr>
              <a:t>into</a:t>
            </a:r>
            <a:r>
              <a:rPr sz="1200" spc="-25" dirty="0">
                <a:latin typeface="Times New Roman"/>
                <a:cs typeface="Times New Roman"/>
              </a:rPr>
              <a:t> </a:t>
            </a:r>
            <a:r>
              <a:rPr sz="1200" dirty="0">
                <a:latin typeface="Times New Roman"/>
                <a:cs typeface="Times New Roman"/>
              </a:rPr>
              <a:t>an</a:t>
            </a:r>
            <a:r>
              <a:rPr sz="1200" spc="-45" dirty="0">
                <a:latin typeface="Times New Roman"/>
                <a:cs typeface="Times New Roman"/>
              </a:rPr>
              <a:t> </a:t>
            </a:r>
            <a:r>
              <a:rPr sz="1200" dirty="0">
                <a:latin typeface="Times New Roman"/>
                <a:cs typeface="Times New Roman"/>
              </a:rPr>
              <a:t>Excel</a:t>
            </a:r>
            <a:r>
              <a:rPr sz="1200" spc="-20" dirty="0">
                <a:latin typeface="Times New Roman"/>
                <a:cs typeface="Times New Roman"/>
              </a:rPr>
              <a:t> file.</a:t>
            </a:r>
            <a:endParaRPr sz="1200">
              <a:latin typeface="Times New Roman"/>
              <a:cs typeface="Times New Roman"/>
            </a:endParaRPr>
          </a:p>
          <a:p>
            <a:pPr marL="12700" marR="19050">
              <a:lnSpc>
                <a:spcPct val="158300"/>
              </a:lnSpc>
              <a:spcBef>
                <a:spcPts val="20"/>
              </a:spcBef>
            </a:pPr>
            <a:r>
              <a:rPr sz="1200" dirty="0">
                <a:latin typeface="Times New Roman"/>
                <a:cs typeface="Times New Roman"/>
              </a:rPr>
              <a:t>When</a:t>
            </a:r>
            <a:r>
              <a:rPr sz="1200" spc="-30" dirty="0">
                <a:latin typeface="Times New Roman"/>
                <a:cs typeface="Times New Roman"/>
              </a:rPr>
              <a:t> </a:t>
            </a:r>
            <a:r>
              <a:rPr sz="1200" dirty="0">
                <a:latin typeface="Times New Roman"/>
                <a:cs typeface="Times New Roman"/>
              </a:rPr>
              <a:t>clicked,</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generates</a:t>
            </a:r>
            <a:r>
              <a:rPr sz="1200" spc="-35" dirty="0">
                <a:latin typeface="Times New Roman"/>
                <a:cs typeface="Times New Roman"/>
              </a:rPr>
              <a:t> </a:t>
            </a:r>
            <a:r>
              <a:rPr sz="1200" dirty="0">
                <a:latin typeface="Times New Roman"/>
                <a:cs typeface="Times New Roman"/>
              </a:rPr>
              <a:t>an</a:t>
            </a:r>
            <a:r>
              <a:rPr sz="1200" spc="-50" dirty="0">
                <a:latin typeface="Times New Roman"/>
                <a:cs typeface="Times New Roman"/>
              </a:rPr>
              <a:t> </a:t>
            </a:r>
            <a:r>
              <a:rPr sz="1200" dirty="0">
                <a:latin typeface="Times New Roman"/>
                <a:cs typeface="Times New Roman"/>
              </a:rPr>
              <a:t>Excel</a:t>
            </a:r>
            <a:r>
              <a:rPr sz="1200" spc="-25" dirty="0">
                <a:latin typeface="Times New Roman"/>
                <a:cs typeface="Times New Roman"/>
              </a:rPr>
              <a:t> </a:t>
            </a:r>
            <a:r>
              <a:rPr sz="1200" dirty="0">
                <a:latin typeface="Times New Roman"/>
                <a:cs typeface="Times New Roman"/>
              </a:rPr>
              <a:t>file</a:t>
            </a:r>
            <a:r>
              <a:rPr sz="1200" spc="-20" dirty="0">
                <a:latin typeface="Times New Roman"/>
                <a:cs typeface="Times New Roman"/>
              </a:rPr>
              <a:t> </a:t>
            </a:r>
            <a:r>
              <a:rPr sz="1200" dirty="0">
                <a:latin typeface="Times New Roman"/>
                <a:cs typeface="Times New Roman"/>
              </a:rPr>
              <a:t>containing</a:t>
            </a:r>
            <a:r>
              <a:rPr sz="1200" spc="-3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filtered</a:t>
            </a:r>
            <a:r>
              <a:rPr sz="1200" spc="-25"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grid.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file</a:t>
            </a:r>
            <a:r>
              <a:rPr sz="1200" spc="-1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automatically</a:t>
            </a:r>
            <a:r>
              <a:rPr sz="1200" spc="-15" dirty="0">
                <a:latin typeface="Times New Roman"/>
                <a:cs typeface="Times New Roman"/>
              </a:rPr>
              <a:t> </a:t>
            </a:r>
            <a:r>
              <a:rPr sz="1200" dirty="0">
                <a:latin typeface="Times New Roman"/>
                <a:cs typeface="Times New Roman"/>
              </a:rPr>
              <a:t>downloaded</a:t>
            </a:r>
            <a:r>
              <a:rPr sz="1200" spc="-2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device</a:t>
            </a:r>
            <a:r>
              <a:rPr sz="1200" spc="-1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offline</a:t>
            </a:r>
            <a:r>
              <a:rPr sz="1200" spc="-15" dirty="0">
                <a:latin typeface="Times New Roman"/>
                <a:cs typeface="Times New Roman"/>
              </a:rPr>
              <a:t> </a:t>
            </a:r>
            <a:r>
              <a:rPr sz="1200" dirty="0">
                <a:latin typeface="Times New Roman"/>
                <a:cs typeface="Times New Roman"/>
              </a:rPr>
              <a:t>viewing</a:t>
            </a:r>
            <a:r>
              <a:rPr sz="1200" spc="-4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record-keeping.</a:t>
            </a:r>
            <a:endParaRPr sz="1200">
              <a:latin typeface="Times New Roman"/>
              <a:cs typeface="Times New Roman"/>
            </a:endParaRPr>
          </a:p>
        </p:txBody>
      </p:sp>
      <p:pic>
        <p:nvPicPr>
          <p:cNvPr id="4" name="object 4"/>
          <p:cNvPicPr/>
          <p:nvPr/>
        </p:nvPicPr>
        <p:blipFill>
          <a:blip r:embed="rId2" cstate="print"/>
          <a:stretch>
            <a:fillRect/>
          </a:stretch>
        </p:blipFill>
        <p:spPr>
          <a:xfrm>
            <a:off x="304800" y="304800"/>
            <a:ext cx="7165084" cy="945102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106</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15925" y="1345628"/>
            <a:ext cx="6943090" cy="7605395"/>
            <a:chOff x="415925" y="1345628"/>
            <a:chExt cx="6943090" cy="760539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476906" y="1348740"/>
              <a:ext cx="6878933" cy="3139312"/>
            </a:xfrm>
            <a:prstGeom prst="rect">
              <a:avLst/>
            </a:prstGeom>
          </p:spPr>
        </p:pic>
        <p:sp>
          <p:nvSpPr>
            <p:cNvPr id="6" name="object 6"/>
            <p:cNvSpPr/>
            <p:nvPr/>
          </p:nvSpPr>
          <p:spPr>
            <a:xfrm>
              <a:off x="417512" y="1347216"/>
              <a:ext cx="6939915" cy="3142615"/>
            </a:xfrm>
            <a:custGeom>
              <a:avLst/>
              <a:gdLst/>
              <a:ahLst/>
              <a:cxnLst/>
              <a:rect l="l" t="t" r="r" b="b"/>
              <a:pathLst>
                <a:path w="6939915" h="3142615">
                  <a:moveTo>
                    <a:pt x="0" y="3142488"/>
                  </a:moveTo>
                  <a:lnTo>
                    <a:pt x="6939915" y="3142488"/>
                  </a:lnTo>
                  <a:lnTo>
                    <a:pt x="6939915" y="0"/>
                  </a:lnTo>
                  <a:lnTo>
                    <a:pt x="0" y="0"/>
                  </a:lnTo>
                  <a:lnTo>
                    <a:pt x="0" y="3142488"/>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1349375"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dirty="0">
                <a:latin typeface="Times New Roman"/>
                <a:cs typeface="Times New Roman"/>
              </a:rPr>
              <a:t>Log</a:t>
            </a:r>
            <a:r>
              <a:rPr sz="1400" b="1" spc="-5" dirty="0">
                <a:latin typeface="Times New Roman"/>
                <a:cs typeface="Times New Roman"/>
              </a:rPr>
              <a:t> </a:t>
            </a:r>
            <a:r>
              <a:rPr sz="1400" b="1" spc="-10" dirty="0">
                <a:latin typeface="Times New Roman"/>
                <a:cs typeface="Times New Roman"/>
              </a:rPr>
              <a:t>Reports:~</a:t>
            </a:r>
            <a:endParaRPr sz="1400">
              <a:latin typeface="Times New Roman"/>
              <a:cs typeface="Times New Roman"/>
            </a:endParaRPr>
          </a:p>
        </p:txBody>
      </p:sp>
      <p:sp>
        <p:nvSpPr>
          <p:cNvPr id="8" name="object 8"/>
          <p:cNvSpPr txBox="1"/>
          <p:nvPr/>
        </p:nvSpPr>
        <p:spPr>
          <a:xfrm>
            <a:off x="1130617" y="4728209"/>
            <a:ext cx="4989195" cy="208279"/>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data</a:t>
            </a:r>
            <a:r>
              <a:rPr sz="1200" spc="-10" dirty="0">
                <a:latin typeface="Times New Roman"/>
                <a:cs typeface="Times New Roman"/>
              </a:rPr>
              <a:t> </a:t>
            </a:r>
            <a:r>
              <a:rPr sz="1200" dirty="0">
                <a:latin typeface="Times New Roman"/>
                <a:cs typeface="Times New Roman"/>
              </a:rPr>
              <a:t>that</a:t>
            </a:r>
            <a:r>
              <a:rPr sz="1200" spc="-10" dirty="0">
                <a:latin typeface="Times New Roman"/>
                <a:cs typeface="Times New Roman"/>
              </a:rPr>
              <a:t> which</a:t>
            </a:r>
            <a:r>
              <a:rPr sz="1200" spc="-85" dirty="0">
                <a:latin typeface="Times New Roman"/>
                <a:cs typeface="Times New Roman"/>
              </a:rPr>
              <a:t> </a:t>
            </a:r>
            <a:r>
              <a:rPr sz="1200" dirty="0">
                <a:latin typeface="Times New Roman"/>
                <a:cs typeface="Times New Roman"/>
              </a:rPr>
              <a:t>APIs</a:t>
            </a:r>
            <a:r>
              <a:rPr sz="1200" spc="-25" dirty="0">
                <a:latin typeface="Times New Roman"/>
                <a:cs typeface="Times New Roman"/>
              </a:rPr>
              <a:t> </a:t>
            </a:r>
            <a:r>
              <a:rPr sz="1200" dirty="0">
                <a:latin typeface="Times New Roman"/>
                <a:cs typeface="Times New Roman"/>
              </a:rPr>
              <a:t>are</a:t>
            </a:r>
            <a:r>
              <a:rPr sz="1200" spc="-10" dirty="0">
                <a:latin typeface="Times New Roman"/>
                <a:cs typeface="Times New Roman"/>
              </a:rPr>
              <a:t> </a:t>
            </a:r>
            <a:r>
              <a:rPr sz="1200" dirty="0">
                <a:latin typeface="Times New Roman"/>
                <a:cs typeface="Times New Roman"/>
              </a:rPr>
              <a:t>getting</a:t>
            </a:r>
            <a:r>
              <a:rPr sz="1200" spc="-15" dirty="0">
                <a:latin typeface="Times New Roman"/>
                <a:cs typeface="Times New Roman"/>
              </a:rPr>
              <a:t> </a:t>
            </a:r>
            <a:r>
              <a:rPr sz="1200" dirty="0">
                <a:latin typeface="Times New Roman"/>
                <a:cs typeface="Times New Roman"/>
              </a:rPr>
              <a:t>hit</a:t>
            </a:r>
            <a:r>
              <a:rPr sz="1200" spc="-10" dirty="0">
                <a:latin typeface="Times New Roman"/>
                <a:cs typeface="Times New Roman"/>
              </a:rPr>
              <a:t> </a:t>
            </a:r>
            <a:r>
              <a:rPr sz="1200" dirty="0">
                <a:latin typeface="Times New Roman"/>
                <a:cs typeface="Times New Roman"/>
              </a:rPr>
              <a:t>during</a:t>
            </a:r>
            <a:r>
              <a:rPr sz="1200" spc="-1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execution</a:t>
            </a:r>
            <a:r>
              <a:rPr sz="1200" spc="-1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tickety</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107</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1130617" y="434340"/>
            <a:ext cx="5741035" cy="724535"/>
          </a:xfrm>
          <a:prstGeom prst="rect">
            <a:avLst/>
          </a:prstGeom>
        </p:spPr>
        <p:txBody>
          <a:bodyPr vert="horz" wrap="square" lIns="0" tIns="12700" rIns="0" bIns="0" rtlCol="0">
            <a:spAutoFit/>
          </a:bodyPr>
          <a:lstStyle/>
          <a:p>
            <a:pPr marL="34251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12700">
              <a:lnSpc>
                <a:spcPct val="100000"/>
              </a:lnSpc>
            </a:pPr>
            <a:r>
              <a:rPr sz="1600" b="1" dirty="0">
                <a:latin typeface="Times New Roman"/>
                <a:cs typeface="Times New Roman"/>
              </a:rPr>
              <a:t>Customer</a:t>
            </a:r>
            <a:r>
              <a:rPr sz="1600" b="1" spc="-50" dirty="0">
                <a:latin typeface="Times New Roman"/>
                <a:cs typeface="Times New Roman"/>
              </a:rPr>
              <a:t> </a:t>
            </a:r>
            <a:r>
              <a:rPr sz="1600" b="1" dirty="0">
                <a:latin typeface="Times New Roman"/>
                <a:cs typeface="Times New Roman"/>
              </a:rPr>
              <a:t>Workflow</a:t>
            </a:r>
            <a:r>
              <a:rPr sz="1600" b="1" spc="-50" dirty="0">
                <a:latin typeface="Times New Roman"/>
                <a:cs typeface="Times New Roman"/>
              </a:rPr>
              <a:t> </a:t>
            </a:r>
            <a:r>
              <a:rPr sz="1600" b="1" dirty="0">
                <a:latin typeface="Times New Roman"/>
                <a:cs typeface="Times New Roman"/>
              </a:rPr>
              <a:t>in</a:t>
            </a:r>
            <a:r>
              <a:rPr sz="1600" b="1" spc="-50" dirty="0">
                <a:latin typeface="Times New Roman"/>
                <a:cs typeface="Times New Roman"/>
              </a:rPr>
              <a:t> </a:t>
            </a:r>
            <a:r>
              <a:rPr sz="1600" b="1" dirty="0">
                <a:latin typeface="Times New Roman"/>
                <a:cs typeface="Times New Roman"/>
              </a:rPr>
              <a:t>a</a:t>
            </a:r>
            <a:r>
              <a:rPr sz="1600" b="1" spc="-40" dirty="0">
                <a:latin typeface="Times New Roman"/>
                <a:cs typeface="Times New Roman"/>
              </a:rPr>
              <a:t> </a:t>
            </a:r>
            <a:r>
              <a:rPr sz="1600" b="1" dirty="0">
                <a:latin typeface="Times New Roman"/>
                <a:cs typeface="Times New Roman"/>
              </a:rPr>
              <a:t>Software</a:t>
            </a:r>
            <a:r>
              <a:rPr sz="1600" b="1" spc="-45" dirty="0">
                <a:latin typeface="Times New Roman"/>
                <a:cs typeface="Times New Roman"/>
              </a:rPr>
              <a:t> </a:t>
            </a:r>
            <a:r>
              <a:rPr sz="1600" b="1" dirty="0">
                <a:latin typeface="Times New Roman"/>
                <a:cs typeface="Times New Roman"/>
              </a:rPr>
              <a:t>Support</a:t>
            </a:r>
            <a:r>
              <a:rPr sz="1600" b="1" spc="-65" dirty="0">
                <a:latin typeface="Times New Roman"/>
                <a:cs typeface="Times New Roman"/>
              </a:rPr>
              <a:t> </a:t>
            </a:r>
            <a:r>
              <a:rPr sz="1600" b="1" dirty="0">
                <a:latin typeface="Times New Roman"/>
                <a:cs typeface="Times New Roman"/>
              </a:rPr>
              <a:t>Ticketing</a:t>
            </a:r>
            <a:r>
              <a:rPr sz="1600" b="1" spc="-55" dirty="0">
                <a:latin typeface="Times New Roman"/>
                <a:cs typeface="Times New Roman"/>
              </a:rPr>
              <a:t> </a:t>
            </a:r>
            <a:r>
              <a:rPr sz="1600" b="1" spc="-10" dirty="0">
                <a:latin typeface="Times New Roman"/>
                <a:cs typeface="Times New Roman"/>
              </a:rPr>
              <a:t>System</a:t>
            </a:r>
            <a:endParaRPr sz="1600">
              <a:latin typeface="Times New Roman"/>
              <a:cs typeface="Times New Roman"/>
            </a:endParaRPr>
          </a:p>
        </p:txBody>
      </p:sp>
      <p:sp>
        <p:nvSpPr>
          <p:cNvPr id="4" name="object 4"/>
          <p:cNvSpPr txBox="1"/>
          <p:nvPr/>
        </p:nvSpPr>
        <p:spPr>
          <a:xfrm>
            <a:off x="902017" y="1656333"/>
            <a:ext cx="5953125" cy="5838825"/>
          </a:xfrm>
          <a:prstGeom prst="rect">
            <a:avLst/>
          </a:prstGeom>
        </p:spPr>
        <p:txBody>
          <a:bodyPr vert="horz" wrap="square" lIns="0" tIns="20320" rIns="0" bIns="0" rtlCol="0">
            <a:spAutoFit/>
          </a:bodyPr>
          <a:lstStyle/>
          <a:p>
            <a:pPr marL="12700" marR="215265">
              <a:lnSpc>
                <a:spcPct val="95900"/>
              </a:lnSpc>
              <a:spcBef>
                <a:spcPts val="16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0" dirty="0">
                <a:latin typeface="Times New Roman"/>
                <a:cs typeface="Times New Roman"/>
              </a:rPr>
              <a:t> </a:t>
            </a:r>
            <a:r>
              <a:rPr sz="1200" dirty="0">
                <a:latin typeface="Times New Roman"/>
                <a:cs typeface="Times New Roman"/>
              </a:rPr>
              <a:t>workflow</a:t>
            </a:r>
            <a:r>
              <a:rPr sz="1200" spc="-3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designed</a:t>
            </a:r>
            <a:r>
              <a:rPr sz="1200" spc="-4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offer</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user-friendly</a:t>
            </a:r>
            <a:r>
              <a:rPr sz="1200" spc="-2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intuitive</a:t>
            </a:r>
            <a:r>
              <a:rPr sz="1200" spc="-35" dirty="0">
                <a:latin typeface="Times New Roman"/>
                <a:cs typeface="Times New Roman"/>
              </a:rPr>
              <a:t> </a:t>
            </a:r>
            <a:r>
              <a:rPr sz="1200" dirty="0">
                <a:latin typeface="Times New Roman"/>
                <a:cs typeface="Times New Roman"/>
              </a:rPr>
              <a:t>experience,</a:t>
            </a:r>
            <a:r>
              <a:rPr sz="1200" spc="-45" dirty="0">
                <a:latin typeface="Times New Roman"/>
                <a:cs typeface="Times New Roman"/>
              </a:rPr>
              <a:t> </a:t>
            </a:r>
            <a:r>
              <a:rPr sz="1200" spc="-10" dirty="0">
                <a:latin typeface="Times New Roman"/>
                <a:cs typeface="Times New Roman"/>
              </a:rPr>
              <a:t>allowing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easily</a:t>
            </a:r>
            <a:r>
              <a:rPr sz="1200" spc="-30" dirty="0">
                <a:latin typeface="Times New Roman"/>
                <a:cs typeface="Times New Roman"/>
              </a:rPr>
              <a:t> </a:t>
            </a:r>
            <a:r>
              <a:rPr sz="1200" dirty="0">
                <a:latin typeface="Times New Roman"/>
                <a:cs typeface="Times New Roman"/>
              </a:rPr>
              <a:t>submit</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monitor</a:t>
            </a:r>
            <a:r>
              <a:rPr sz="1200" spc="-30" dirty="0">
                <a:latin typeface="Times New Roman"/>
                <a:cs typeface="Times New Roman"/>
              </a:rPr>
              <a:t> </a:t>
            </a:r>
            <a:r>
              <a:rPr sz="1200" dirty="0">
                <a:latin typeface="Times New Roman"/>
                <a:cs typeface="Times New Roman"/>
              </a:rPr>
              <a:t>their</a:t>
            </a:r>
            <a:r>
              <a:rPr sz="1200" spc="-30" dirty="0">
                <a:latin typeface="Times New Roman"/>
                <a:cs typeface="Times New Roman"/>
              </a:rPr>
              <a:t> </a:t>
            </a:r>
            <a:r>
              <a:rPr sz="1200" dirty="0">
                <a:latin typeface="Times New Roman"/>
                <a:cs typeface="Times New Roman"/>
              </a:rPr>
              <a:t>support</a:t>
            </a:r>
            <a:r>
              <a:rPr sz="1200" spc="-30" dirty="0">
                <a:latin typeface="Times New Roman"/>
                <a:cs typeface="Times New Roman"/>
              </a:rPr>
              <a:t> </a:t>
            </a:r>
            <a:r>
              <a:rPr sz="1200" dirty="0">
                <a:latin typeface="Times New Roman"/>
                <a:cs typeface="Times New Roman"/>
              </a:rPr>
              <a:t>tickets.</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key</a:t>
            </a:r>
            <a:r>
              <a:rPr sz="1200" spc="-30" dirty="0">
                <a:latin typeface="Times New Roman"/>
                <a:cs typeface="Times New Roman"/>
              </a:rPr>
              <a:t> </a:t>
            </a:r>
            <a:r>
              <a:rPr sz="1200" dirty="0">
                <a:latin typeface="Times New Roman"/>
                <a:cs typeface="Times New Roman"/>
              </a:rPr>
              <a:t>steps</a:t>
            </a:r>
            <a:r>
              <a:rPr sz="1200" spc="-4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workflow include:</a:t>
            </a:r>
            <a:endParaRPr sz="1200">
              <a:latin typeface="Times New Roman"/>
              <a:cs typeface="Times New Roman"/>
            </a:endParaRPr>
          </a:p>
          <a:p>
            <a:pPr marL="12700">
              <a:lnSpc>
                <a:spcPct val="100000"/>
              </a:lnSpc>
              <a:spcBef>
                <a:spcPts val="1340"/>
              </a:spcBef>
            </a:pPr>
            <a:r>
              <a:rPr sz="1200" b="1" dirty="0">
                <a:latin typeface="Times New Roman"/>
                <a:cs typeface="Times New Roman"/>
              </a:rPr>
              <a:t>User</a:t>
            </a:r>
            <a:r>
              <a:rPr sz="1200" b="1" spc="-20" dirty="0">
                <a:latin typeface="Times New Roman"/>
                <a:cs typeface="Times New Roman"/>
              </a:rPr>
              <a:t> </a:t>
            </a:r>
            <a:r>
              <a:rPr sz="1200" b="1" dirty="0">
                <a:latin typeface="Times New Roman"/>
                <a:cs typeface="Times New Roman"/>
              </a:rPr>
              <a:t>Authentication</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Customers</a:t>
            </a:r>
            <a:r>
              <a:rPr sz="1200" spc="-35" dirty="0">
                <a:latin typeface="Times New Roman"/>
                <a:cs typeface="Times New Roman"/>
              </a:rPr>
              <a:t> </a:t>
            </a:r>
            <a:r>
              <a:rPr sz="1200" dirty="0">
                <a:latin typeface="Times New Roman"/>
                <a:cs typeface="Times New Roman"/>
              </a:rPr>
              <a:t>log</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register</a:t>
            </a:r>
            <a:r>
              <a:rPr sz="1200" spc="-2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access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spc="-10" dirty="0">
                <a:latin typeface="Times New Roman"/>
                <a:cs typeface="Times New Roman"/>
              </a:rPr>
              <a:t>management</a:t>
            </a:r>
            <a:r>
              <a:rPr sz="1200" spc="-40" dirty="0">
                <a:latin typeface="Times New Roman"/>
                <a:cs typeface="Times New Roman"/>
              </a:rPr>
              <a:t> </a:t>
            </a:r>
            <a:r>
              <a:rPr sz="1200" spc="-10" dirty="0">
                <a:latin typeface="Times New Roman"/>
                <a:cs typeface="Times New Roman"/>
              </a:rPr>
              <a:t>portal.</a:t>
            </a:r>
            <a:endParaRPr sz="1200">
              <a:latin typeface="Times New Roman"/>
              <a:cs typeface="Times New Roman"/>
            </a:endParaRPr>
          </a:p>
          <a:p>
            <a:pPr marL="12700" marR="5080">
              <a:lnSpc>
                <a:spcPct val="144400"/>
              </a:lnSpc>
              <a:spcBef>
                <a:spcPts val="1380"/>
              </a:spcBef>
            </a:pPr>
            <a:r>
              <a:rPr sz="1200" b="1" dirty="0">
                <a:latin typeface="Times New Roman"/>
                <a:cs typeface="Times New Roman"/>
              </a:rPr>
              <a:t>Ticket</a:t>
            </a:r>
            <a:r>
              <a:rPr sz="1200" b="1" spc="-40" dirty="0">
                <a:latin typeface="Times New Roman"/>
                <a:cs typeface="Times New Roman"/>
              </a:rPr>
              <a:t> </a:t>
            </a:r>
            <a:r>
              <a:rPr sz="1200" b="1" dirty="0">
                <a:latin typeface="Times New Roman"/>
                <a:cs typeface="Times New Roman"/>
              </a:rPr>
              <a:t>Submission</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create</a:t>
            </a:r>
            <a:r>
              <a:rPr sz="1200" spc="-50" dirty="0">
                <a:latin typeface="Times New Roman"/>
                <a:cs typeface="Times New Roman"/>
              </a:rPr>
              <a:t> </a:t>
            </a:r>
            <a:r>
              <a:rPr sz="1200" dirty="0">
                <a:latin typeface="Times New Roman"/>
                <a:cs typeface="Times New Roman"/>
              </a:rPr>
              <a:t>new</a:t>
            </a:r>
            <a:r>
              <a:rPr sz="1200" spc="-45" dirty="0">
                <a:latin typeface="Times New Roman"/>
                <a:cs typeface="Times New Roman"/>
              </a:rPr>
              <a:t> </a:t>
            </a:r>
            <a:r>
              <a:rPr sz="1200" dirty="0">
                <a:latin typeface="Times New Roman"/>
                <a:cs typeface="Times New Roman"/>
              </a:rPr>
              <a:t>support</a:t>
            </a:r>
            <a:r>
              <a:rPr sz="1200" spc="-30" dirty="0">
                <a:latin typeface="Times New Roman"/>
                <a:cs typeface="Times New Roman"/>
              </a:rPr>
              <a:t> </a:t>
            </a:r>
            <a:r>
              <a:rPr sz="1200" dirty="0">
                <a:latin typeface="Times New Roman"/>
                <a:cs typeface="Times New Roman"/>
              </a:rPr>
              <a:t>tickets</a:t>
            </a:r>
            <a:r>
              <a:rPr sz="1200" spc="-45"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selecting</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relevant</a:t>
            </a:r>
            <a:r>
              <a:rPr sz="1200" spc="-35" dirty="0">
                <a:latin typeface="Times New Roman"/>
                <a:cs typeface="Times New Roman"/>
              </a:rPr>
              <a:t> </a:t>
            </a:r>
            <a:r>
              <a:rPr sz="1200" spc="-10" dirty="0">
                <a:latin typeface="Times New Roman"/>
                <a:cs typeface="Times New Roman"/>
              </a:rPr>
              <a:t>category, </a:t>
            </a:r>
            <a:r>
              <a:rPr sz="1200" dirty="0">
                <a:latin typeface="Times New Roman"/>
                <a:cs typeface="Times New Roman"/>
              </a:rPr>
              <a:t>entering</a:t>
            </a:r>
            <a:r>
              <a:rPr sz="1200" spc="-4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subject,</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providing</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10" dirty="0">
                <a:latin typeface="Times New Roman"/>
                <a:cs typeface="Times New Roman"/>
              </a:rPr>
              <a:t>detailed</a:t>
            </a:r>
            <a:r>
              <a:rPr sz="1200" spc="-15" dirty="0">
                <a:latin typeface="Times New Roman"/>
                <a:cs typeface="Times New Roman"/>
              </a:rPr>
              <a:t> </a:t>
            </a:r>
            <a:r>
              <a:rPr sz="1200" dirty="0">
                <a:latin typeface="Times New Roman"/>
                <a:cs typeface="Times New Roman"/>
              </a:rPr>
              <a:t>description</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their</a:t>
            </a:r>
            <a:r>
              <a:rPr sz="1200" spc="-35" dirty="0">
                <a:latin typeface="Times New Roman"/>
                <a:cs typeface="Times New Roman"/>
              </a:rPr>
              <a:t> </a:t>
            </a:r>
            <a:r>
              <a:rPr sz="1200" dirty="0">
                <a:latin typeface="Times New Roman"/>
                <a:cs typeface="Times New Roman"/>
              </a:rPr>
              <a:t>issue</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spc="-10" dirty="0">
                <a:latin typeface="Times New Roman"/>
                <a:cs typeface="Times New Roman"/>
              </a:rPr>
              <a:t>request.</a:t>
            </a:r>
            <a:endParaRPr sz="1200">
              <a:latin typeface="Times New Roman"/>
              <a:cs typeface="Times New Roman"/>
            </a:endParaRPr>
          </a:p>
          <a:p>
            <a:pPr>
              <a:lnSpc>
                <a:spcPct val="100000"/>
              </a:lnSpc>
            </a:pPr>
            <a:endParaRPr sz="1200">
              <a:latin typeface="Times New Roman"/>
              <a:cs typeface="Times New Roman"/>
            </a:endParaRPr>
          </a:p>
          <a:p>
            <a:pPr marL="12700" marR="496570">
              <a:lnSpc>
                <a:spcPct val="144400"/>
              </a:lnSpc>
            </a:pPr>
            <a:r>
              <a:rPr sz="1200" b="1" dirty="0">
                <a:latin typeface="Times New Roman"/>
                <a:cs typeface="Times New Roman"/>
              </a:rPr>
              <a:t>Attachment</a:t>
            </a:r>
            <a:r>
              <a:rPr sz="1200" b="1" spc="-35" dirty="0">
                <a:latin typeface="Times New Roman"/>
                <a:cs typeface="Times New Roman"/>
              </a:rPr>
              <a:t> </a:t>
            </a:r>
            <a:r>
              <a:rPr sz="1200" b="1" dirty="0">
                <a:latin typeface="Times New Roman"/>
                <a:cs typeface="Times New Roman"/>
              </a:rPr>
              <a:t>Upload</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Option</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upload</a:t>
            </a:r>
            <a:r>
              <a:rPr sz="1200" spc="-30" dirty="0">
                <a:latin typeface="Times New Roman"/>
                <a:cs typeface="Times New Roman"/>
              </a:rPr>
              <a:t> </a:t>
            </a:r>
            <a:r>
              <a:rPr sz="1200" dirty="0">
                <a:latin typeface="Times New Roman"/>
                <a:cs typeface="Times New Roman"/>
              </a:rPr>
              <a:t>relevant</a:t>
            </a:r>
            <a:r>
              <a:rPr sz="1200" spc="-30" dirty="0">
                <a:latin typeface="Times New Roman"/>
                <a:cs typeface="Times New Roman"/>
              </a:rPr>
              <a:t> </a:t>
            </a:r>
            <a:r>
              <a:rPr sz="1200" dirty="0">
                <a:latin typeface="Times New Roman"/>
                <a:cs typeface="Times New Roman"/>
              </a:rPr>
              <a:t>files</a:t>
            </a:r>
            <a:r>
              <a:rPr sz="1200" spc="-4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screenshots</a:t>
            </a:r>
            <a:r>
              <a:rPr sz="1200" spc="-4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provide</a:t>
            </a:r>
            <a:r>
              <a:rPr sz="1200" spc="-45" dirty="0">
                <a:latin typeface="Times New Roman"/>
                <a:cs typeface="Times New Roman"/>
              </a:rPr>
              <a:t> </a:t>
            </a:r>
            <a:r>
              <a:rPr sz="1200" spc="-10" dirty="0">
                <a:latin typeface="Times New Roman"/>
                <a:cs typeface="Times New Roman"/>
              </a:rPr>
              <a:t>additional context.</a:t>
            </a:r>
            <a:endParaRPr sz="1200">
              <a:latin typeface="Times New Roman"/>
              <a:cs typeface="Times New Roman"/>
            </a:endParaRPr>
          </a:p>
          <a:p>
            <a:pPr marL="12700" marR="57785">
              <a:lnSpc>
                <a:spcPct val="144700"/>
              </a:lnSpc>
              <a:spcBef>
                <a:spcPts val="1375"/>
              </a:spcBef>
            </a:pPr>
            <a:r>
              <a:rPr sz="1200" b="1" dirty="0">
                <a:latin typeface="Times New Roman"/>
                <a:cs typeface="Times New Roman"/>
              </a:rPr>
              <a:t>Confirmation</a:t>
            </a:r>
            <a:r>
              <a:rPr sz="1200" b="1" spc="-35" dirty="0">
                <a:latin typeface="Times New Roman"/>
                <a:cs typeface="Times New Roman"/>
              </a:rPr>
              <a:t> </a:t>
            </a:r>
            <a:r>
              <a:rPr sz="1200" b="1" dirty="0">
                <a:latin typeface="Times New Roman"/>
                <a:cs typeface="Times New Roman"/>
              </a:rPr>
              <a:t>Notification</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spc="-10" dirty="0">
                <a:latin typeface="Times New Roman"/>
                <a:cs typeface="Times New Roman"/>
              </a:rPr>
              <a:t>confirmation</a:t>
            </a:r>
            <a:r>
              <a:rPr sz="1200" spc="-25" dirty="0">
                <a:latin typeface="Times New Roman"/>
                <a:cs typeface="Times New Roman"/>
              </a:rPr>
              <a:t> </a:t>
            </a:r>
            <a:r>
              <a:rPr sz="1200" dirty="0">
                <a:latin typeface="Times New Roman"/>
                <a:cs typeface="Times New Roman"/>
              </a:rPr>
              <a:t>message</a:t>
            </a:r>
            <a:r>
              <a:rPr sz="1200" spc="-2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displayed</a:t>
            </a:r>
            <a:r>
              <a:rPr sz="1200" spc="-25" dirty="0">
                <a:latin typeface="Times New Roman"/>
                <a:cs typeface="Times New Roman"/>
              </a:rPr>
              <a:t> </a:t>
            </a:r>
            <a:r>
              <a:rPr sz="1200" dirty="0">
                <a:latin typeface="Times New Roman"/>
                <a:cs typeface="Times New Roman"/>
              </a:rPr>
              <a:t>once</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is</a:t>
            </a:r>
            <a:r>
              <a:rPr sz="1200" spc="-55" dirty="0">
                <a:latin typeface="Times New Roman"/>
                <a:cs typeface="Times New Roman"/>
              </a:rPr>
              <a:t> </a:t>
            </a:r>
            <a:r>
              <a:rPr sz="1200" spc="-10" dirty="0">
                <a:latin typeface="Times New Roman"/>
                <a:cs typeface="Times New Roman"/>
              </a:rPr>
              <a:t>successfully submitted,</a:t>
            </a:r>
            <a:r>
              <a:rPr sz="1200" spc="-40" dirty="0">
                <a:latin typeface="Times New Roman"/>
                <a:cs typeface="Times New Roman"/>
              </a:rPr>
              <a:t> </a:t>
            </a:r>
            <a:r>
              <a:rPr sz="1200" dirty="0">
                <a:latin typeface="Times New Roman"/>
                <a:cs typeface="Times New Roman"/>
              </a:rPr>
              <a:t>along</a:t>
            </a:r>
            <a:r>
              <a:rPr sz="1200" spc="-10"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unique</a:t>
            </a:r>
            <a:r>
              <a:rPr sz="1200" spc="-30" dirty="0">
                <a:latin typeface="Times New Roman"/>
                <a:cs typeface="Times New Roman"/>
              </a:rPr>
              <a:t> </a:t>
            </a:r>
            <a:r>
              <a:rPr sz="1200" dirty="0">
                <a:latin typeface="Times New Roman"/>
                <a:cs typeface="Times New Roman"/>
              </a:rPr>
              <a:t>ticket</a:t>
            </a:r>
            <a:r>
              <a:rPr sz="1200" spc="-15" dirty="0">
                <a:latin typeface="Times New Roman"/>
                <a:cs typeface="Times New Roman"/>
              </a:rPr>
              <a:t> </a:t>
            </a:r>
            <a:r>
              <a:rPr sz="1200" dirty="0">
                <a:latin typeface="Times New Roman"/>
                <a:cs typeface="Times New Roman"/>
              </a:rPr>
              <a:t>ID</a:t>
            </a:r>
            <a:r>
              <a:rPr sz="1200" spc="-20"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10" dirty="0">
                <a:latin typeface="Times New Roman"/>
                <a:cs typeface="Times New Roman"/>
              </a:rPr>
              <a:t>reference.</a:t>
            </a:r>
            <a:endParaRPr sz="1200">
              <a:latin typeface="Times New Roman"/>
              <a:cs typeface="Times New Roman"/>
            </a:endParaRPr>
          </a:p>
          <a:p>
            <a:pPr>
              <a:lnSpc>
                <a:spcPct val="100000"/>
              </a:lnSpc>
            </a:pPr>
            <a:endParaRPr sz="1200">
              <a:latin typeface="Times New Roman"/>
              <a:cs typeface="Times New Roman"/>
            </a:endParaRPr>
          </a:p>
          <a:p>
            <a:pPr marL="12700" marR="476250">
              <a:lnSpc>
                <a:spcPct val="144400"/>
              </a:lnSpc>
              <a:spcBef>
                <a:spcPts val="5"/>
              </a:spcBef>
            </a:pPr>
            <a:r>
              <a:rPr sz="1200" b="1" spc="-10" dirty="0">
                <a:latin typeface="Times New Roman"/>
                <a:cs typeface="Times New Roman"/>
              </a:rPr>
              <a:t>Real-</a:t>
            </a:r>
            <a:r>
              <a:rPr sz="1200" b="1" dirty="0">
                <a:latin typeface="Times New Roman"/>
                <a:cs typeface="Times New Roman"/>
              </a:rPr>
              <a:t>Time</a:t>
            </a:r>
            <a:r>
              <a:rPr sz="1200" b="1" spc="-30" dirty="0">
                <a:latin typeface="Times New Roman"/>
                <a:cs typeface="Times New Roman"/>
              </a:rPr>
              <a:t> </a:t>
            </a:r>
            <a:r>
              <a:rPr sz="1200" b="1" dirty="0">
                <a:latin typeface="Times New Roman"/>
                <a:cs typeface="Times New Roman"/>
              </a:rPr>
              <a:t>Tracking</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Customers</a:t>
            </a:r>
            <a:r>
              <a:rPr sz="1200" spc="-45" dirty="0">
                <a:latin typeface="Times New Roman"/>
                <a:cs typeface="Times New Roman"/>
              </a:rPr>
              <a:t> </a:t>
            </a:r>
            <a:r>
              <a:rPr sz="1200" dirty="0">
                <a:latin typeface="Times New Roman"/>
                <a:cs typeface="Times New Roman"/>
              </a:rPr>
              <a:t>can</a:t>
            </a:r>
            <a:r>
              <a:rPr sz="1200" spc="-30" dirty="0">
                <a:latin typeface="Times New Roman"/>
                <a:cs typeface="Times New Roman"/>
              </a:rPr>
              <a:t> </a:t>
            </a:r>
            <a:r>
              <a:rPr sz="1200" dirty="0">
                <a:latin typeface="Times New Roman"/>
                <a:cs typeface="Times New Roman"/>
              </a:rPr>
              <a:t>view</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status</a:t>
            </a:r>
            <a:r>
              <a:rPr sz="1200" spc="-4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their</a:t>
            </a:r>
            <a:r>
              <a:rPr sz="1200" spc="-35" dirty="0">
                <a:latin typeface="Times New Roman"/>
                <a:cs typeface="Times New Roman"/>
              </a:rPr>
              <a:t> </a:t>
            </a:r>
            <a:r>
              <a:rPr sz="1200" dirty="0">
                <a:latin typeface="Times New Roman"/>
                <a:cs typeface="Times New Roman"/>
              </a:rPr>
              <a:t>submitted</a:t>
            </a:r>
            <a:r>
              <a:rPr sz="1200" spc="-35" dirty="0">
                <a:latin typeface="Times New Roman"/>
                <a:cs typeface="Times New Roman"/>
              </a:rPr>
              <a:t> </a:t>
            </a:r>
            <a:r>
              <a:rPr sz="1200" dirty="0">
                <a:latin typeface="Times New Roman"/>
                <a:cs typeface="Times New Roman"/>
              </a:rPr>
              <a:t>tickets,</a:t>
            </a:r>
            <a:r>
              <a:rPr sz="1200" spc="-30" dirty="0">
                <a:latin typeface="Times New Roman"/>
                <a:cs typeface="Times New Roman"/>
              </a:rPr>
              <a:t> </a:t>
            </a:r>
            <a:r>
              <a:rPr sz="1200" spc="-10" dirty="0">
                <a:latin typeface="Times New Roman"/>
                <a:cs typeface="Times New Roman"/>
              </a:rPr>
              <a:t>including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responses,</a:t>
            </a:r>
            <a:r>
              <a:rPr sz="1200" spc="-30"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resolution</a:t>
            </a:r>
            <a:r>
              <a:rPr sz="1200" spc="-35" dirty="0">
                <a:latin typeface="Times New Roman"/>
                <a:cs typeface="Times New Roman"/>
              </a:rPr>
              <a:t> </a:t>
            </a:r>
            <a:r>
              <a:rPr sz="1200" spc="-10" dirty="0">
                <a:latin typeface="Times New Roman"/>
                <a:cs typeface="Times New Roman"/>
              </a:rPr>
              <a:t>progress.</a:t>
            </a:r>
            <a:endParaRPr sz="1200">
              <a:latin typeface="Times New Roman"/>
              <a:cs typeface="Times New Roman"/>
            </a:endParaRPr>
          </a:p>
          <a:p>
            <a:pPr marL="12700" marR="172085">
              <a:lnSpc>
                <a:spcPct val="144600"/>
              </a:lnSpc>
              <a:spcBef>
                <a:spcPts val="1375"/>
              </a:spcBef>
            </a:pPr>
            <a:r>
              <a:rPr sz="1200" b="1" dirty="0">
                <a:latin typeface="Times New Roman"/>
                <a:cs typeface="Times New Roman"/>
              </a:rPr>
              <a:t>Communication</a:t>
            </a:r>
            <a:r>
              <a:rPr sz="1200" b="1" spc="-35" dirty="0">
                <a:latin typeface="Times New Roman"/>
                <a:cs typeface="Times New Roman"/>
              </a:rPr>
              <a:t> </a:t>
            </a:r>
            <a:r>
              <a:rPr sz="1200" b="1" dirty="0">
                <a:latin typeface="Times New Roman"/>
                <a:cs typeface="Times New Roman"/>
              </a:rPr>
              <a:t>Interface</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dedicated</a:t>
            </a:r>
            <a:r>
              <a:rPr sz="1200" spc="-20" dirty="0">
                <a:latin typeface="Times New Roman"/>
                <a:cs typeface="Times New Roman"/>
              </a:rPr>
              <a:t> </a:t>
            </a:r>
            <a:r>
              <a:rPr sz="1200" dirty="0">
                <a:latin typeface="Times New Roman"/>
                <a:cs typeface="Times New Roman"/>
              </a:rPr>
              <a:t>space</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ongoing</a:t>
            </a:r>
            <a:r>
              <a:rPr sz="1200" spc="-45" dirty="0">
                <a:latin typeface="Times New Roman"/>
                <a:cs typeface="Times New Roman"/>
              </a:rPr>
              <a:t> </a:t>
            </a:r>
            <a:r>
              <a:rPr sz="1200" spc="-10" dirty="0">
                <a:latin typeface="Times New Roman"/>
                <a:cs typeface="Times New Roman"/>
              </a:rPr>
              <a:t>communication</a:t>
            </a:r>
            <a:r>
              <a:rPr sz="1200" spc="-2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spc="-10" dirty="0">
                <a:latin typeface="Times New Roman"/>
                <a:cs typeface="Times New Roman"/>
              </a:rPr>
              <a:t>staff,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customers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respond</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queries</a:t>
            </a:r>
            <a:r>
              <a:rPr sz="1200" spc="-3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provide</a:t>
            </a:r>
            <a:r>
              <a:rPr sz="1200" spc="-20" dirty="0">
                <a:latin typeface="Times New Roman"/>
                <a:cs typeface="Times New Roman"/>
              </a:rPr>
              <a:t> </a:t>
            </a:r>
            <a:r>
              <a:rPr sz="1200" dirty="0">
                <a:latin typeface="Times New Roman"/>
                <a:cs typeface="Times New Roman"/>
              </a:rPr>
              <a:t>further</a:t>
            </a:r>
            <a:r>
              <a:rPr sz="1200" spc="-4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a:lnSpc>
                <a:spcPct val="100000"/>
              </a:lnSpc>
            </a:pPr>
            <a:endParaRPr sz="1200">
              <a:latin typeface="Times New Roman"/>
              <a:cs typeface="Times New Roman"/>
            </a:endParaRPr>
          </a:p>
          <a:p>
            <a:pPr marL="12700" marR="99060">
              <a:lnSpc>
                <a:spcPct val="144500"/>
              </a:lnSpc>
            </a:pPr>
            <a:r>
              <a:rPr sz="1200" b="1" dirty="0">
                <a:latin typeface="Times New Roman"/>
                <a:cs typeface="Times New Roman"/>
              </a:rPr>
              <a:t>Ticket</a:t>
            </a:r>
            <a:r>
              <a:rPr sz="1200" b="1" spc="-35" dirty="0">
                <a:latin typeface="Times New Roman"/>
                <a:cs typeface="Times New Roman"/>
              </a:rPr>
              <a:t> </a:t>
            </a:r>
            <a:r>
              <a:rPr sz="1200" b="1" dirty="0">
                <a:latin typeface="Times New Roman"/>
                <a:cs typeface="Times New Roman"/>
              </a:rPr>
              <a:t>History</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Access</a:t>
            </a:r>
            <a:r>
              <a:rPr sz="1200" spc="-4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history</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all</a:t>
            </a:r>
            <a:r>
              <a:rPr sz="1200" spc="-50" dirty="0">
                <a:latin typeface="Times New Roman"/>
                <a:cs typeface="Times New Roman"/>
              </a:rPr>
              <a:t> </a:t>
            </a:r>
            <a:r>
              <a:rPr sz="1200" dirty="0">
                <a:latin typeface="Times New Roman"/>
                <a:cs typeface="Times New Roman"/>
              </a:rPr>
              <a:t>previous</a:t>
            </a:r>
            <a:r>
              <a:rPr sz="1200" spc="-40" dirty="0">
                <a:latin typeface="Times New Roman"/>
                <a:cs typeface="Times New Roman"/>
              </a:rPr>
              <a:t> </a:t>
            </a:r>
            <a:r>
              <a:rPr sz="1200" dirty="0">
                <a:latin typeface="Times New Roman"/>
                <a:cs typeface="Times New Roman"/>
              </a:rPr>
              <a:t>tickets</a:t>
            </a:r>
            <a:r>
              <a:rPr sz="1200" spc="-45" dirty="0">
                <a:latin typeface="Times New Roman"/>
                <a:cs typeface="Times New Roman"/>
              </a:rPr>
              <a:t> </a:t>
            </a:r>
            <a:r>
              <a:rPr sz="1200" dirty="0">
                <a:latin typeface="Times New Roman"/>
                <a:cs typeface="Times New Roman"/>
              </a:rPr>
              <a:t>submitted</a:t>
            </a:r>
            <a:r>
              <a:rPr sz="1200" spc="-3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spc="-10" dirty="0">
                <a:latin typeface="Times New Roman"/>
                <a:cs typeface="Times New Roman"/>
              </a:rPr>
              <a:t>including </a:t>
            </a:r>
            <a:r>
              <a:rPr sz="1200" dirty="0">
                <a:latin typeface="Times New Roman"/>
                <a:cs typeface="Times New Roman"/>
              </a:rPr>
              <a:t>resolved</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closed</a:t>
            </a:r>
            <a:r>
              <a:rPr sz="1200" spc="-20" dirty="0">
                <a:latin typeface="Times New Roman"/>
                <a:cs typeface="Times New Roman"/>
              </a:rPr>
              <a:t> </a:t>
            </a:r>
            <a:r>
              <a:rPr sz="1200" spc="-10" dirty="0">
                <a:latin typeface="Times New Roman"/>
                <a:cs typeface="Times New Roman"/>
              </a:rPr>
              <a:t>requests.</a:t>
            </a:r>
            <a:endParaRPr sz="1200">
              <a:latin typeface="Times New Roman"/>
              <a:cs typeface="Times New Roman"/>
            </a:endParaRPr>
          </a:p>
          <a:p>
            <a:pPr marL="12700" marR="275590">
              <a:lnSpc>
                <a:spcPct val="144700"/>
              </a:lnSpc>
              <a:spcBef>
                <a:spcPts val="1375"/>
              </a:spcBef>
            </a:pPr>
            <a:r>
              <a:rPr sz="1200" b="1" dirty="0">
                <a:latin typeface="Times New Roman"/>
                <a:cs typeface="Times New Roman"/>
              </a:rPr>
              <a:t>Feedback</a:t>
            </a:r>
            <a:r>
              <a:rPr sz="1200" b="1" spc="-45" dirty="0">
                <a:latin typeface="Times New Roman"/>
                <a:cs typeface="Times New Roman"/>
              </a:rPr>
              <a:t> </a:t>
            </a:r>
            <a:r>
              <a:rPr sz="1200" b="1" dirty="0">
                <a:latin typeface="Times New Roman"/>
                <a:cs typeface="Times New Roman"/>
              </a:rPr>
              <a:t>Option</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After</a:t>
            </a:r>
            <a:r>
              <a:rPr sz="1200" spc="-35" dirty="0">
                <a:latin typeface="Times New Roman"/>
                <a:cs typeface="Times New Roman"/>
              </a:rPr>
              <a:t> </a:t>
            </a:r>
            <a:r>
              <a:rPr sz="1200" dirty="0">
                <a:latin typeface="Times New Roman"/>
                <a:cs typeface="Times New Roman"/>
              </a:rPr>
              <a:t>resolution,</a:t>
            </a:r>
            <a:r>
              <a:rPr sz="1200" spc="-30" dirty="0">
                <a:latin typeface="Times New Roman"/>
                <a:cs typeface="Times New Roman"/>
              </a:rPr>
              <a:t> </a:t>
            </a:r>
            <a:r>
              <a:rPr sz="1200" dirty="0">
                <a:latin typeface="Times New Roman"/>
                <a:cs typeface="Times New Roman"/>
              </a:rPr>
              <a:t>customers</a:t>
            </a:r>
            <a:r>
              <a:rPr sz="1200" spc="-40" dirty="0">
                <a:latin typeface="Times New Roman"/>
                <a:cs typeface="Times New Roman"/>
              </a:rPr>
              <a:t> </a:t>
            </a:r>
            <a:r>
              <a:rPr sz="1200" dirty="0">
                <a:latin typeface="Times New Roman"/>
                <a:cs typeface="Times New Roman"/>
              </a:rPr>
              <a:t>can</a:t>
            </a:r>
            <a:r>
              <a:rPr sz="1200" spc="-35" dirty="0">
                <a:latin typeface="Times New Roman"/>
                <a:cs typeface="Times New Roman"/>
              </a:rPr>
              <a:t> </a:t>
            </a:r>
            <a:r>
              <a:rPr sz="1200" dirty="0">
                <a:latin typeface="Times New Roman"/>
                <a:cs typeface="Times New Roman"/>
              </a:rPr>
              <a:t>provide</a:t>
            </a:r>
            <a:r>
              <a:rPr sz="1200" spc="-25" dirty="0">
                <a:latin typeface="Times New Roman"/>
                <a:cs typeface="Times New Roman"/>
              </a:rPr>
              <a:t> </a:t>
            </a:r>
            <a:r>
              <a:rPr sz="1200" dirty="0">
                <a:latin typeface="Times New Roman"/>
                <a:cs typeface="Times New Roman"/>
              </a:rPr>
              <a:t>feedback</a:t>
            </a:r>
            <a:r>
              <a:rPr sz="1200" spc="-35"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rate</a:t>
            </a:r>
            <a:r>
              <a:rPr sz="1200" spc="-45" dirty="0">
                <a:latin typeface="Times New Roman"/>
                <a:cs typeface="Times New Roman"/>
              </a:rPr>
              <a:t> </a:t>
            </a:r>
            <a:r>
              <a:rPr sz="1200" dirty="0">
                <a:latin typeface="Times New Roman"/>
                <a:cs typeface="Times New Roman"/>
              </a:rPr>
              <a:t>their</a:t>
            </a:r>
            <a:r>
              <a:rPr sz="1200" spc="-50" dirty="0">
                <a:latin typeface="Times New Roman"/>
                <a:cs typeface="Times New Roman"/>
              </a:rPr>
              <a:t> </a:t>
            </a:r>
            <a:r>
              <a:rPr sz="1200" spc="-10" dirty="0">
                <a:latin typeface="Times New Roman"/>
                <a:cs typeface="Times New Roman"/>
              </a:rPr>
              <a:t>experience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support</a:t>
            </a:r>
            <a:r>
              <a:rPr sz="1200" spc="-20" dirty="0">
                <a:latin typeface="Times New Roman"/>
                <a:cs typeface="Times New Roman"/>
              </a:rPr>
              <a:t> team.</a:t>
            </a:r>
            <a:endParaRPr sz="1200">
              <a:latin typeface="Times New Roman"/>
              <a:cs typeface="Times New Roman"/>
            </a:endParaRPr>
          </a:p>
        </p:txBody>
      </p:sp>
      <p:grpSp>
        <p:nvGrpSpPr>
          <p:cNvPr id="5" name="object 5"/>
          <p:cNvGrpSpPr/>
          <p:nvPr/>
        </p:nvGrpSpPr>
        <p:grpSpPr>
          <a:xfrm>
            <a:off x="304800" y="304800"/>
            <a:ext cx="7165340" cy="9451340"/>
            <a:chOff x="304800" y="304800"/>
            <a:chExt cx="7165340" cy="9451340"/>
          </a:xfrm>
        </p:grpSpPr>
        <p:sp>
          <p:nvSpPr>
            <p:cNvPr id="6" name="object 6"/>
            <p:cNvSpPr/>
            <p:nvPr/>
          </p:nvSpPr>
          <p:spPr>
            <a:xfrm>
              <a:off x="321945" y="1295400"/>
              <a:ext cx="7086600" cy="0"/>
            </a:xfrm>
            <a:custGeom>
              <a:avLst/>
              <a:gdLst/>
              <a:ahLst/>
              <a:cxnLst/>
              <a:rect l="l" t="t" r="r" b="b"/>
              <a:pathLst>
                <a:path w="7086600">
                  <a:moveTo>
                    <a:pt x="0" y="0"/>
                  </a:moveTo>
                  <a:lnTo>
                    <a:pt x="7086600" y="0"/>
                  </a:lnTo>
                </a:path>
              </a:pathLst>
            </a:custGeom>
            <a:ln w="6350">
              <a:solidFill>
                <a:srgbClr val="000000"/>
              </a:solidFill>
            </a:ln>
          </p:spPr>
          <p:txBody>
            <a:bodyPr wrap="square" lIns="0" tIns="0" rIns="0" bIns="0" rtlCol="0"/>
            <a:lstStyle/>
            <a:p>
              <a:endParaRPr/>
            </a:p>
          </p:txBody>
        </p:sp>
        <p:pic>
          <p:nvPicPr>
            <p:cNvPr id="7" name="object 7"/>
            <p:cNvPicPr/>
            <p:nvPr/>
          </p:nvPicPr>
          <p:blipFill>
            <a:blip r:embed="rId2" cstate="print"/>
            <a:stretch>
              <a:fillRect/>
            </a:stretch>
          </p:blipFill>
          <p:spPr>
            <a:xfrm>
              <a:off x="304800" y="304800"/>
              <a:ext cx="7165084" cy="9451022"/>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108</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20700" y="4406709"/>
            <a:ext cx="6711950" cy="4544060"/>
            <a:chOff x="520700" y="4406709"/>
            <a:chExt cx="6711950" cy="454406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138949" y="4409820"/>
              <a:ext cx="6090525" cy="3048635"/>
            </a:xfrm>
            <a:prstGeom prst="rect">
              <a:avLst/>
            </a:prstGeom>
          </p:spPr>
        </p:pic>
        <p:sp>
          <p:nvSpPr>
            <p:cNvPr id="6" name="object 6"/>
            <p:cNvSpPr/>
            <p:nvPr/>
          </p:nvSpPr>
          <p:spPr>
            <a:xfrm>
              <a:off x="522287" y="4408296"/>
              <a:ext cx="6708775" cy="3051810"/>
            </a:xfrm>
            <a:custGeom>
              <a:avLst/>
              <a:gdLst/>
              <a:ahLst/>
              <a:cxnLst/>
              <a:rect l="l" t="t" r="r" b="b"/>
              <a:pathLst>
                <a:path w="6708775" h="3051809">
                  <a:moveTo>
                    <a:pt x="0" y="3051810"/>
                  </a:moveTo>
                  <a:lnTo>
                    <a:pt x="6708775" y="3051810"/>
                  </a:lnTo>
                  <a:lnTo>
                    <a:pt x="6708775" y="0"/>
                  </a:lnTo>
                  <a:lnTo>
                    <a:pt x="0" y="0"/>
                  </a:lnTo>
                  <a:lnTo>
                    <a:pt x="0" y="305181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5889625" cy="3409315"/>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Times New Roman"/>
                <a:cs typeface="Times New Roman"/>
              </a:rPr>
              <a:t>Customer’s</a:t>
            </a:r>
            <a:r>
              <a:rPr sz="1600" b="1" spc="-35" dirty="0">
                <a:latin typeface="Times New Roman"/>
                <a:cs typeface="Times New Roman"/>
              </a:rPr>
              <a:t> </a:t>
            </a:r>
            <a:r>
              <a:rPr sz="1600" b="1" spc="-10" dirty="0">
                <a:latin typeface="Times New Roman"/>
                <a:cs typeface="Times New Roman"/>
              </a:rPr>
              <a:t>Workflow:~</a:t>
            </a:r>
            <a:endParaRPr sz="1600">
              <a:latin typeface="Times New Roman"/>
              <a:cs typeface="Times New Roman"/>
            </a:endParaRPr>
          </a:p>
          <a:p>
            <a:pPr>
              <a:lnSpc>
                <a:spcPct val="100000"/>
              </a:lnSpc>
              <a:spcBef>
                <a:spcPts val="1739"/>
              </a:spcBef>
            </a:pPr>
            <a:endParaRPr sz="1600">
              <a:latin typeface="Times New Roman"/>
              <a:cs typeface="Times New Roman"/>
            </a:endParaRPr>
          </a:p>
          <a:p>
            <a:pPr marL="241300">
              <a:lnSpc>
                <a:spcPct val="100000"/>
              </a:lnSpc>
            </a:pPr>
            <a:r>
              <a:rPr sz="1400" b="1" spc="-10" dirty="0">
                <a:latin typeface="Times New Roman"/>
                <a:cs typeface="Times New Roman"/>
              </a:rPr>
              <a:t>Login:</a:t>
            </a:r>
            <a:endParaRPr sz="1400">
              <a:latin typeface="Times New Roman"/>
              <a:cs typeface="Times New Roman"/>
            </a:endParaRPr>
          </a:p>
          <a:p>
            <a:pPr>
              <a:lnSpc>
                <a:spcPct val="100000"/>
              </a:lnSpc>
              <a:spcBef>
                <a:spcPts val="560"/>
              </a:spcBef>
            </a:pPr>
            <a:endParaRPr sz="1400">
              <a:latin typeface="Times New Roman"/>
              <a:cs typeface="Times New Roman"/>
            </a:endParaRPr>
          </a:p>
          <a:p>
            <a:pPr marL="12700" marR="5080">
              <a:lnSpc>
                <a:spcPct val="103499"/>
              </a:lnSpc>
            </a:pPr>
            <a:r>
              <a:rPr sz="1200" b="1" dirty="0">
                <a:latin typeface="Times New Roman"/>
                <a:cs typeface="Times New Roman"/>
              </a:rPr>
              <a:t>Login</a:t>
            </a:r>
            <a:r>
              <a:rPr sz="1200" b="1" spc="-25" dirty="0">
                <a:latin typeface="Times New Roman"/>
                <a:cs typeface="Times New Roman"/>
              </a:rPr>
              <a:t> </a:t>
            </a:r>
            <a:r>
              <a:rPr sz="1200" b="1" spc="-10" dirty="0">
                <a:latin typeface="Times New Roman"/>
                <a:cs typeface="Times New Roman"/>
              </a:rPr>
              <a:t>Credentials:</a:t>
            </a:r>
            <a:r>
              <a:rPr sz="1200" b="1"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customer</a:t>
            </a:r>
            <a:r>
              <a:rPr sz="1200" spc="-35" dirty="0">
                <a:latin typeface="Times New Roman"/>
                <a:cs typeface="Times New Roman"/>
              </a:rPr>
              <a:t> </a:t>
            </a:r>
            <a:r>
              <a:rPr sz="1200" dirty="0">
                <a:latin typeface="Times New Roman"/>
                <a:cs typeface="Times New Roman"/>
              </a:rPr>
              <a:t>logs</a:t>
            </a:r>
            <a:r>
              <a:rPr sz="1200" spc="-25"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b="1" dirty="0">
                <a:latin typeface="Times New Roman"/>
                <a:cs typeface="Times New Roman"/>
              </a:rPr>
              <a:t>email</a:t>
            </a:r>
            <a:r>
              <a:rPr sz="1200" b="1" spc="-10" dirty="0">
                <a:latin typeface="Times New Roman"/>
                <a:cs typeface="Times New Roman"/>
              </a:rPr>
              <a:t> </a:t>
            </a:r>
            <a:r>
              <a:rPr sz="1200" b="1" dirty="0">
                <a:latin typeface="Times New Roman"/>
                <a:cs typeface="Times New Roman"/>
              </a:rPr>
              <a:t>and</a:t>
            </a:r>
            <a:r>
              <a:rPr sz="1200" b="1" spc="-25" dirty="0">
                <a:latin typeface="Times New Roman"/>
                <a:cs typeface="Times New Roman"/>
              </a:rPr>
              <a:t> </a:t>
            </a:r>
            <a:r>
              <a:rPr sz="1200" b="1" dirty="0">
                <a:latin typeface="Times New Roman"/>
                <a:cs typeface="Times New Roman"/>
              </a:rPr>
              <a:t>password</a:t>
            </a:r>
            <a:r>
              <a:rPr sz="1200" b="1" spc="-20" dirty="0">
                <a:latin typeface="Times New Roman"/>
                <a:cs typeface="Times New Roman"/>
              </a:rPr>
              <a:t> </a:t>
            </a:r>
            <a:r>
              <a:rPr sz="1200" dirty="0">
                <a:latin typeface="Times New Roman"/>
                <a:cs typeface="Times New Roman"/>
              </a:rPr>
              <a:t>provided</a:t>
            </a:r>
            <a:r>
              <a:rPr sz="1200" spc="-1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them</a:t>
            </a:r>
            <a:r>
              <a:rPr sz="1200" spc="-10" dirty="0">
                <a:latin typeface="Times New Roman"/>
                <a:cs typeface="Times New Roman"/>
              </a:rPr>
              <a:t> </a:t>
            </a:r>
            <a:r>
              <a:rPr sz="1200" spc="-25" dirty="0">
                <a:latin typeface="Times New Roman"/>
                <a:cs typeface="Times New Roman"/>
              </a:rPr>
              <a:t>by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company</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admin.</a:t>
            </a:r>
            <a:r>
              <a:rPr sz="1200" spc="-40" dirty="0">
                <a:latin typeface="Times New Roman"/>
                <a:cs typeface="Times New Roman"/>
              </a:rPr>
              <a:t> </a:t>
            </a:r>
            <a:r>
              <a:rPr sz="1200" dirty="0">
                <a:latin typeface="Times New Roman"/>
                <a:cs typeface="Times New Roman"/>
              </a:rPr>
              <a:t>These</a:t>
            </a:r>
            <a:r>
              <a:rPr sz="1200" spc="-15" dirty="0">
                <a:latin typeface="Times New Roman"/>
                <a:cs typeface="Times New Roman"/>
              </a:rPr>
              <a:t> </a:t>
            </a:r>
            <a:r>
              <a:rPr sz="1200" spc="-10" dirty="0">
                <a:latin typeface="Times New Roman"/>
                <a:cs typeface="Times New Roman"/>
              </a:rPr>
              <a:t>credentials</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typically</a:t>
            </a:r>
            <a:r>
              <a:rPr sz="1200" spc="-20" dirty="0">
                <a:latin typeface="Times New Roman"/>
                <a:cs typeface="Times New Roman"/>
              </a:rPr>
              <a:t> </a:t>
            </a:r>
            <a:r>
              <a:rPr sz="1200" dirty="0">
                <a:latin typeface="Times New Roman"/>
                <a:cs typeface="Times New Roman"/>
              </a:rPr>
              <a:t>set</a:t>
            </a:r>
            <a:r>
              <a:rPr sz="1200" spc="-10" dirty="0">
                <a:latin typeface="Times New Roman"/>
                <a:cs typeface="Times New Roman"/>
              </a:rPr>
              <a:t> </a:t>
            </a:r>
            <a:r>
              <a:rPr sz="1200" dirty="0">
                <a:latin typeface="Times New Roman"/>
                <a:cs typeface="Times New Roman"/>
              </a:rPr>
              <a:t>up</a:t>
            </a:r>
            <a:r>
              <a:rPr sz="1200" spc="-4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shared</a:t>
            </a:r>
            <a:r>
              <a:rPr sz="1200" spc="-20" dirty="0">
                <a:latin typeface="Times New Roman"/>
                <a:cs typeface="Times New Roman"/>
              </a:rPr>
              <a:t> </a:t>
            </a:r>
            <a:r>
              <a:rPr sz="1200" dirty="0">
                <a:latin typeface="Times New Roman"/>
                <a:cs typeface="Times New Roman"/>
              </a:rPr>
              <a:t>during</a:t>
            </a:r>
            <a:r>
              <a:rPr sz="1200" spc="-40" dirty="0">
                <a:latin typeface="Times New Roman"/>
                <a:cs typeface="Times New Roman"/>
              </a:rPr>
              <a:t> </a:t>
            </a:r>
            <a:r>
              <a:rPr sz="1200" dirty="0">
                <a:latin typeface="Times New Roman"/>
                <a:cs typeface="Times New Roman"/>
              </a:rPr>
              <a:t>account</a:t>
            </a:r>
            <a:r>
              <a:rPr sz="1200" spc="-10" dirty="0">
                <a:latin typeface="Times New Roman"/>
                <a:cs typeface="Times New Roman"/>
              </a:rPr>
              <a:t> creation </a:t>
            </a:r>
            <a:r>
              <a:rPr sz="1200" dirty="0">
                <a:latin typeface="Times New Roman"/>
                <a:cs typeface="Times New Roman"/>
              </a:rPr>
              <a:t>by</a:t>
            </a:r>
            <a:r>
              <a:rPr sz="1200" spc="-10" dirty="0">
                <a:latin typeface="Times New Roman"/>
                <a:cs typeface="Times New Roman"/>
              </a:rPr>
              <a:t> </a:t>
            </a:r>
            <a:r>
              <a:rPr sz="1200" dirty="0">
                <a:latin typeface="Times New Roman"/>
                <a:cs typeface="Times New Roman"/>
              </a:rPr>
              <a:t>the </a:t>
            </a:r>
            <a:r>
              <a:rPr sz="1200" spc="-10" dirty="0">
                <a:latin typeface="Times New Roman"/>
                <a:cs typeface="Times New Roman"/>
              </a:rPr>
              <a:t>company.</a:t>
            </a:r>
            <a:endParaRPr sz="1200">
              <a:latin typeface="Times New Roman"/>
              <a:cs typeface="Times New Roman"/>
            </a:endParaRPr>
          </a:p>
          <a:p>
            <a:pPr marL="12700" marR="87630">
              <a:lnSpc>
                <a:spcPct val="103499"/>
              </a:lnSpc>
              <a:spcBef>
                <a:spcPts val="790"/>
              </a:spcBef>
            </a:pPr>
            <a:r>
              <a:rPr sz="1200" b="1" dirty="0">
                <a:latin typeface="Times New Roman"/>
                <a:cs typeface="Times New Roman"/>
              </a:rPr>
              <a:t>Access</a:t>
            </a:r>
            <a:r>
              <a:rPr sz="1200" b="1" spc="-40" dirty="0">
                <a:latin typeface="Times New Roman"/>
                <a:cs typeface="Times New Roman"/>
              </a:rPr>
              <a:t> </a:t>
            </a:r>
            <a:r>
              <a:rPr sz="1200" b="1" dirty="0">
                <a:latin typeface="Times New Roman"/>
                <a:cs typeface="Times New Roman"/>
              </a:rPr>
              <a:t>Control:</a:t>
            </a:r>
            <a:r>
              <a:rPr sz="1200" b="1" spc="-25" dirty="0">
                <a:latin typeface="Times New Roman"/>
                <a:cs typeface="Times New Roman"/>
              </a:rPr>
              <a:t> </a:t>
            </a:r>
            <a:r>
              <a:rPr sz="1200" dirty="0">
                <a:latin typeface="Times New Roman"/>
                <a:cs typeface="Times New Roman"/>
              </a:rPr>
              <a:t>Once</a:t>
            </a:r>
            <a:r>
              <a:rPr sz="1200" spc="-2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customer</a:t>
            </a:r>
            <a:r>
              <a:rPr sz="1200" spc="-45" dirty="0">
                <a:latin typeface="Times New Roman"/>
                <a:cs typeface="Times New Roman"/>
              </a:rPr>
              <a:t> </a:t>
            </a:r>
            <a:r>
              <a:rPr sz="1200" dirty="0">
                <a:latin typeface="Times New Roman"/>
                <a:cs typeface="Times New Roman"/>
              </a:rPr>
              <a:t>enters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credentials,</a:t>
            </a:r>
            <a:r>
              <a:rPr sz="1200" spc="-30" dirty="0">
                <a:latin typeface="Times New Roman"/>
                <a:cs typeface="Times New Roman"/>
              </a:rPr>
              <a:t> </a:t>
            </a:r>
            <a:r>
              <a:rPr sz="1200" dirty="0">
                <a:latin typeface="Times New Roman"/>
                <a:cs typeface="Times New Roman"/>
              </a:rPr>
              <a:t>they</a:t>
            </a:r>
            <a:r>
              <a:rPr sz="1200" spc="-30" dirty="0">
                <a:latin typeface="Times New Roman"/>
                <a:cs typeface="Times New Roman"/>
              </a:rPr>
              <a:t> </a:t>
            </a:r>
            <a:r>
              <a:rPr sz="1200" dirty="0">
                <a:latin typeface="Times New Roman"/>
                <a:cs typeface="Times New Roman"/>
              </a:rPr>
              <a:t>gain</a:t>
            </a:r>
            <a:r>
              <a:rPr sz="1200" spc="-25" dirty="0">
                <a:latin typeface="Times New Roman"/>
                <a:cs typeface="Times New Roman"/>
              </a:rPr>
              <a:t> </a:t>
            </a:r>
            <a:r>
              <a:rPr sz="1200" dirty="0">
                <a:latin typeface="Times New Roman"/>
                <a:cs typeface="Times New Roman"/>
              </a:rPr>
              <a:t>access</a:t>
            </a:r>
            <a:r>
              <a:rPr sz="1200" spc="-4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their</a:t>
            </a:r>
            <a:r>
              <a:rPr sz="1200" spc="-50" dirty="0">
                <a:latin typeface="Times New Roman"/>
                <a:cs typeface="Times New Roman"/>
              </a:rPr>
              <a:t> </a:t>
            </a:r>
            <a:r>
              <a:rPr sz="1200" spc="-10" dirty="0">
                <a:latin typeface="Times New Roman"/>
                <a:cs typeface="Times New Roman"/>
              </a:rPr>
              <a:t>personal </a:t>
            </a:r>
            <a:r>
              <a:rPr sz="1200" dirty="0">
                <a:latin typeface="Times New Roman"/>
                <a:cs typeface="Times New Roman"/>
              </a:rPr>
              <a:t>account</a:t>
            </a:r>
            <a:r>
              <a:rPr sz="1200" spc="-4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dirty="0">
                <a:latin typeface="Times New Roman"/>
                <a:cs typeface="Times New Roman"/>
              </a:rPr>
              <a:t>No</a:t>
            </a:r>
            <a:r>
              <a:rPr sz="1200" spc="-25" dirty="0">
                <a:latin typeface="Times New Roman"/>
                <a:cs typeface="Times New Roman"/>
              </a:rPr>
              <a:t> </a:t>
            </a:r>
            <a:r>
              <a:rPr sz="1200" dirty="0">
                <a:latin typeface="Times New Roman"/>
                <a:cs typeface="Times New Roman"/>
              </a:rPr>
              <a:t>registration</a:t>
            </a:r>
            <a:r>
              <a:rPr sz="1200" spc="-25" dirty="0">
                <a:latin typeface="Times New Roman"/>
                <a:cs typeface="Times New Roman"/>
              </a:rPr>
              <a:t> </a:t>
            </a:r>
            <a:r>
              <a:rPr sz="1200" dirty="0">
                <a:latin typeface="Times New Roman"/>
                <a:cs typeface="Times New Roman"/>
              </a:rPr>
              <a:t>process</a:t>
            </a:r>
            <a:r>
              <a:rPr sz="1200" spc="-3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required</a:t>
            </a:r>
            <a:r>
              <a:rPr sz="1200" spc="-25" dirty="0">
                <a:latin typeface="Times New Roman"/>
                <a:cs typeface="Times New Roman"/>
              </a:rPr>
              <a:t> </a:t>
            </a:r>
            <a:r>
              <a:rPr sz="1200" dirty="0">
                <a:latin typeface="Times New Roman"/>
                <a:cs typeface="Times New Roman"/>
              </a:rPr>
              <a:t>from</a:t>
            </a:r>
            <a:r>
              <a:rPr sz="1200" spc="-4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customer’s</a:t>
            </a:r>
            <a:r>
              <a:rPr sz="1200" spc="-35" dirty="0">
                <a:latin typeface="Times New Roman"/>
                <a:cs typeface="Times New Roman"/>
              </a:rPr>
              <a:t> </a:t>
            </a:r>
            <a:r>
              <a:rPr sz="1200" dirty="0">
                <a:latin typeface="Times New Roman"/>
                <a:cs typeface="Times New Roman"/>
              </a:rPr>
              <a:t>side</a:t>
            </a:r>
            <a:r>
              <a:rPr sz="1200" spc="-40" dirty="0">
                <a:latin typeface="Times New Roman"/>
                <a:cs typeface="Times New Roman"/>
              </a:rPr>
              <a:t> </a:t>
            </a:r>
            <a:r>
              <a:rPr sz="1200" dirty="0">
                <a:latin typeface="Times New Roman"/>
                <a:cs typeface="Times New Roman"/>
              </a:rPr>
              <a:t>because</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company</a:t>
            </a:r>
            <a:r>
              <a:rPr sz="1200" spc="-25"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already</a:t>
            </a:r>
            <a:r>
              <a:rPr sz="1200" spc="-25" dirty="0">
                <a:latin typeface="Times New Roman"/>
                <a:cs typeface="Times New Roman"/>
              </a:rPr>
              <a:t> </a:t>
            </a:r>
            <a:r>
              <a:rPr sz="1200" spc="-10" dirty="0">
                <a:latin typeface="Times New Roman"/>
                <a:cs typeface="Times New Roman"/>
              </a:rPr>
              <a:t>pre-</a:t>
            </a:r>
            <a:r>
              <a:rPr sz="1200" dirty="0">
                <a:latin typeface="Times New Roman"/>
                <a:cs typeface="Times New Roman"/>
              </a:rPr>
              <a:t>configured</a:t>
            </a:r>
            <a:r>
              <a:rPr sz="1200" spc="-25" dirty="0">
                <a:latin typeface="Times New Roman"/>
                <a:cs typeface="Times New Roman"/>
              </a:rPr>
              <a:t> </a:t>
            </a:r>
            <a:r>
              <a:rPr sz="1200" dirty="0">
                <a:latin typeface="Times New Roman"/>
                <a:cs typeface="Times New Roman"/>
              </a:rPr>
              <a:t>their</a:t>
            </a:r>
            <a:r>
              <a:rPr sz="1200" spc="-45"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a:p>
            <a:pPr marL="12700">
              <a:lnSpc>
                <a:spcPct val="100000"/>
              </a:lnSpc>
              <a:spcBef>
                <a:spcPts val="860"/>
              </a:spcBef>
            </a:pPr>
            <a:r>
              <a:rPr sz="1200" b="1" spc="-10" dirty="0">
                <a:latin typeface="Times New Roman"/>
                <a:cs typeface="Times New Roman"/>
              </a:rPr>
              <a:t>Email</a:t>
            </a:r>
            <a:r>
              <a:rPr sz="1200" b="1" spc="-35" dirty="0">
                <a:latin typeface="Times New Roman"/>
                <a:cs typeface="Times New Roman"/>
              </a:rPr>
              <a:t> </a:t>
            </a:r>
            <a:r>
              <a:rPr sz="1200" b="1" spc="-10" dirty="0">
                <a:latin typeface="Times New Roman"/>
                <a:cs typeface="Times New Roman"/>
              </a:rPr>
              <a:t>Address:</a:t>
            </a:r>
            <a:endParaRPr sz="1200">
              <a:latin typeface="Times New Roman"/>
              <a:cs typeface="Times New Roman"/>
            </a:endParaRPr>
          </a:p>
          <a:p>
            <a:pPr marL="12700">
              <a:lnSpc>
                <a:spcPct val="100000"/>
              </a:lnSpc>
              <a:spcBef>
                <a:spcPts val="40"/>
              </a:spcBef>
            </a:pP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enter</a:t>
            </a:r>
            <a:r>
              <a:rPr sz="1200" spc="-40" dirty="0">
                <a:latin typeface="Times New Roman"/>
                <a:cs typeface="Times New Roman"/>
              </a:rPr>
              <a:t> </a:t>
            </a:r>
            <a:r>
              <a:rPr sz="1200" dirty="0">
                <a:latin typeface="Times New Roman"/>
                <a:cs typeface="Times New Roman"/>
              </a:rPr>
              <a:t>their</a:t>
            </a:r>
            <a:r>
              <a:rPr sz="1200" spc="-35" dirty="0">
                <a:latin typeface="Times New Roman"/>
                <a:cs typeface="Times New Roman"/>
              </a:rPr>
              <a:t> </a:t>
            </a:r>
            <a:r>
              <a:rPr sz="1200" dirty="0">
                <a:latin typeface="Times New Roman"/>
                <a:cs typeface="Times New Roman"/>
              </a:rPr>
              <a:t>email</a:t>
            </a:r>
            <a:r>
              <a:rPr sz="1200" spc="-15" dirty="0">
                <a:latin typeface="Times New Roman"/>
                <a:cs typeface="Times New Roman"/>
              </a:rPr>
              <a:t> </a:t>
            </a:r>
            <a:r>
              <a:rPr sz="1200" dirty="0">
                <a:latin typeface="Times New Roman"/>
                <a:cs typeface="Times New Roman"/>
              </a:rPr>
              <a:t>address</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this</a:t>
            </a:r>
            <a:r>
              <a:rPr sz="1200" spc="-45" dirty="0">
                <a:latin typeface="Times New Roman"/>
                <a:cs typeface="Times New Roman"/>
              </a:rPr>
              <a:t> </a:t>
            </a:r>
            <a:r>
              <a:rPr sz="1200" spc="-10" dirty="0">
                <a:latin typeface="Times New Roman"/>
                <a:cs typeface="Times New Roman"/>
              </a:rPr>
              <a:t>field.</a:t>
            </a:r>
            <a:endParaRPr sz="1200">
              <a:latin typeface="Times New Roman"/>
              <a:cs typeface="Times New Roman"/>
            </a:endParaRPr>
          </a:p>
          <a:p>
            <a:pPr marL="12700">
              <a:lnSpc>
                <a:spcPct val="100000"/>
              </a:lnSpc>
              <a:spcBef>
                <a:spcPts val="860"/>
              </a:spcBef>
            </a:pPr>
            <a:r>
              <a:rPr sz="1200" b="1" spc="-10" dirty="0">
                <a:latin typeface="Times New Roman"/>
                <a:cs typeface="Times New Roman"/>
              </a:rPr>
              <a:t>Password:</a:t>
            </a:r>
            <a:endParaRPr sz="1200">
              <a:latin typeface="Times New Roman"/>
              <a:cs typeface="Times New Roman"/>
            </a:endParaRPr>
          </a:p>
          <a:p>
            <a:pPr marL="12700">
              <a:lnSpc>
                <a:spcPct val="100000"/>
              </a:lnSpc>
              <a:spcBef>
                <a:spcPts val="40"/>
              </a:spcBef>
            </a:pP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enter</a:t>
            </a:r>
            <a:r>
              <a:rPr sz="1200" spc="-3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password</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this</a:t>
            </a:r>
            <a:r>
              <a:rPr sz="1200" spc="-25" dirty="0">
                <a:latin typeface="Times New Roman"/>
                <a:cs typeface="Times New Roman"/>
              </a:rPr>
              <a:t> </a:t>
            </a:r>
            <a:r>
              <a:rPr sz="1200" spc="-10" dirty="0">
                <a:latin typeface="Times New Roman"/>
                <a:cs typeface="Times New Roman"/>
              </a:rPr>
              <a:t>field.</a:t>
            </a:r>
            <a:endParaRPr sz="1200">
              <a:latin typeface="Times New Roman"/>
              <a:cs typeface="Times New Roman"/>
            </a:endParaRPr>
          </a:p>
        </p:txBody>
      </p:sp>
      <p:sp>
        <p:nvSpPr>
          <p:cNvPr id="8" name="object 8"/>
          <p:cNvSpPr txBox="1"/>
          <p:nvPr/>
        </p:nvSpPr>
        <p:spPr>
          <a:xfrm>
            <a:off x="902017" y="7540625"/>
            <a:ext cx="5967730" cy="96520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Forgot</a:t>
            </a:r>
            <a:r>
              <a:rPr sz="1200" b="1" spc="-25" dirty="0">
                <a:latin typeface="Times New Roman"/>
                <a:cs typeface="Times New Roman"/>
              </a:rPr>
              <a:t> </a:t>
            </a:r>
            <a:r>
              <a:rPr sz="1200" b="1" spc="-10" dirty="0">
                <a:latin typeface="Times New Roman"/>
                <a:cs typeface="Times New Roman"/>
              </a:rPr>
              <a:t>Password?</a:t>
            </a:r>
            <a:endParaRPr sz="1200">
              <a:latin typeface="Times New Roman"/>
              <a:cs typeface="Times New Roman"/>
            </a:endParaRPr>
          </a:p>
          <a:p>
            <a:pPr marL="12700" marR="5080">
              <a:lnSpc>
                <a:spcPct val="103200"/>
              </a:lnSpc>
              <a:spcBef>
                <a:spcPts val="10"/>
              </a:spcBef>
            </a:pPr>
            <a:r>
              <a:rPr sz="1200" dirty="0">
                <a:latin typeface="Times New Roman"/>
                <a:cs typeface="Times New Roman"/>
              </a:rPr>
              <a:t>If</a:t>
            </a:r>
            <a:r>
              <a:rPr sz="1200" spc="-30" dirty="0">
                <a:latin typeface="Times New Roman"/>
                <a:cs typeface="Times New Roman"/>
              </a:rPr>
              <a:t> </a:t>
            </a:r>
            <a:r>
              <a:rPr sz="1200" dirty="0">
                <a:latin typeface="Times New Roman"/>
                <a:cs typeface="Times New Roman"/>
              </a:rPr>
              <a:t>you've</a:t>
            </a:r>
            <a:r>
              <a:rPr sz="1200" spc="-25" dirty="0">
                <a:latin typeface="Times New Roman"/>
                <a:cs typeface="Times New Roman"/>
              </a:rPr>
              <a:t> </a:t>
            </a:r>
            <a:r>
              <a:rPr sz="1200" dirty="0">
                <a:latin typeface="Times New Roman"/>
                <a:cs typeface="Times New Roman"/>
              </a:rPr>
              <a:t>forgotten</a:t>
            </a:r>
            <a:r>
              <a:rPr sz="1200" spc="-30" dirty="0">
                <a:latin typeface="Times New Roman"/>
                <a:cs typeface="Times New Roman"/>
              </a:rPr>
              <a:t> </a:t>
            </a:r>
            <a:r>
              <a:rPr sz="1200" dirty="0">
                <a:latin typeface="Times New Roman"/>
                <a:cs typeface="Times New Roman"/>
              </a:rPr>
              <a:t>your</a:t>
            </a:r>
            <a:r>
              <a:rPr sz="1200" spc="-3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click</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a:t>
            </a:r>
            <a:r>
              <a:rPr sz="1200" b="1" u="sng" dirty="0">
                <a:uFill>
                  <a:solidFill>
                    <a:srgbClr val="000000"/>
                  </a:solidFill>
                </a:uFill>
                <a:latin typeface="Times New Roman"/>
                <a:cs typeface="Times New Roman"/>
              </a:rPr>
              <a:t>Forgot</a:t>
            </a:r>
            <a:r>
              <a:rPr sz="1200" b="1" u="sng" spc="-30"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Password?</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link.</a:t>
            </a:r>
            <a:r>
              <a:rPr sz="1200" spc="-65" dirty="0">
                <a:latin typeface="Times New Roman"/>
                <a:cs typeface="Times New Roman"/>
              </a:rPr>
              <a:t> </a:t>
            </a:r>
            <a:r>
              <a:rPr sz="1200" spc="-35" dirty="0">
                <a:latin typeface="Times New Roman"/>
                <a:cs typeface="Times New Roman"/>
              </a:rPr>
              <a:t>You</a:t>
            </a:r>
            <a:r>
              <a:rPr sz="1200" spc="-25" dirty="0">
                <a:latin typeface="Times New Roman"/>
                <a:cs typeface="Times New Roman"/>
              </a:rPr>
              <a:t> </a:t>
            </a:r>
            <a:r>
              <a:rPr sz="1200" dirty="0">
                <a:latin typeface="Times New Roman"/>
                <a:cs typeface="Times New Roman"/>
              </a:rPr>
              <a:t>will</a:t>
            </a:r>
            <a:r>
              <a:rPr sz="1200" spc="-25"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redirected</a:t>
            </a:r>
            <a:r>
              <a:rPr sz="1200" spc="-30" dirty="0">
                <a:latin typeface="Times New Roman"/>
                <a:cs typeface="Times New Roman"/>
              </a:rPr>
              <a:t> </a:t>
            </a:r>
            <a:r>
              <a:rPr sz="1200" spc="-25" dirty="0">
                <a:latin typeface="Times New Roman"/>
                <a:cs typeface="Times New Roman"/>
              </a:rPr>
              <a:t>to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Reset</a:t>
            </a:r>
            <a:r>
              <a:rPr sz="1200" spc="-2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page,</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you</a:t>
            </a:r>
            <a:r>
              <a:rPr sz="1200" spc="-20" dirty="0">
                <a:latin typeface="Times New Roman"/>
                <a:cs typeface="Times New Roman"/>
              </a:rPr>
              <a:t> </a:t>
            </a:r>
            <a:r>
              <a:rPr sz="1200" dirty="0">
                <a:latin typeface="Times New Roman"/>
                <a:cs typeface="Times New Roman"/>
              </a:rPr>
              <a:t>can</a:t>
            </a:r>
            <a:r>
              <a:rPr sz="1200" spc="-50" dirty="0">
                <a:latin typeface="Times New Roman"/>
                <a:cs typeface="Times New Roman"/>
              </a:rPr>
              <a:t> </a:t>
            </a:r>
            <a:r>
              <a:rPr sz="1200" dirty="0">
                <a:latin typeface="Times New Roman"/>
                <a:cs typeface="Times New Roman"/>
              </a:rPr>
              <a:t>enter</a:t>
            </a:r>
            <a:r>
              <a:rPr sz="1200" spc="-20"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email</a:t>
            </a:r>
            <a:r>
              <a:rPr sz="1200" spc="-45" dirty="0">
                <a:latin typeface="Times New Roman"/>
                <a:cs typeface="Times New Roman"/>
              </a:rPr>
              <a:t> </a:t>
            </a:r>
            <a:r>
              <a:rPr sz="1200" dirty="0">
                <a:latin typeface="Times New Roman"/>
                <a:cs typeface="Times New Roman"/>
              </a:rPr>
              <a:t>address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receive</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one-time</a:t>
            </a:r>
            <a:r>
              <a:rPr sz="1200" spc="-15" dirty="0">
                <a:latin typeface="Times New Roman"/>
                <a:cs typeface="Times New Roman"/>
              </a:rPr>
              <a:t> </a:t>
            </a:r>
            <a:r>
              <a:rPr sz="1200" spc="-10" dirty="0">
                <a:latin typeface="Times New Roman"/>
                <a:cs typeface="Times New Roman"/>
              </a:rPr>
              <a:t>password </a:t>
            </a:r>
            <a:r>
              <a:rPr sz="1200" dirty="0">
                <a:latin typeface="Times New Roman"/>
                <a:cs typeface="Times New Roman"/>
              </a:rPr>
              <a:t>(OTP)</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verification.</a:t>
            </a:r>
            <a:r>
              <a:rPr sz="1200" spc="-25" dirty="0">
                <a:latin typeface="Times New Roman"/>
                <a:cs typeface="Times New Roman"/>
              </a:rPr>
              <a:t> </a:t>
            </a:r>
            <a:r>
              <a:rPr sz="1200" dirty="0">
                <a:latin typeface="Times New Roman"/>
                <a:cs typeface="Times New Roman"/>
              </a:rPr>
              <a:t>Once</a:t>
            </a:r>
            <a:r>
              <a:rPr sz="1200" spc="-1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email</a:t>
            </a:r>
            <a:r>
              <a:rPr sz="1200" spc="-40"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verified,</a:t>
            </a:r>
            <a:r>
              <a:rPr sz="1200" spc="-20" dirty="0">
                <a:latin typeface="Times New Roman"/>
                <a:cs typeface="Times New Roman"/>
              </a:rPr>
              <a:t> </a:t>
            </a:r>
            <a:r>
              <a:rPr sz="1200" dirty="0">
                <a:latin typeface="Times New Roman"/>
                <a:cs typeface="Times New Roman"/>
              </a:rPr>
              <a:t>you</a:t>
            </a:r>
            <a:r>
              <a:rPr sz="1200" spc="-4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reset</a:t>
            </a:r>
            <a:r>
              <a:rPr sz="1200" spc="-1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spc="-10" dirty="0">
                <a:latin typeface="Times New Roman"/>
                <a:cs typeface="Times New Roman"/>
              </a:rPr>
              <a:t>regain</a:t>
            </a:r>
            <a:r>
              <a:rPr sz="1200" spc="500" dirty="0">
                <a:latin typeface="Times New Roman"/>
                <a:cs typeface="Times New Roman"/>
              </a:rPr>
              <a:t> </a:t>
            </a:r>
            <a:r>
              <a:rPr sz="1200" dirty="0">
                <a:latin typeface="Times New Roman"/>
                <a:cs typeface="Times New Roman"/>
              </a:rPr>
              <a:t>access</a:t>
            </a:r>
            <a:r>
              <a:rPr sz="1200" spc="-25"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your</a:t>
            </a:r>
            <a:r>
              <a:rPr sz="1200" spc="-15"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109</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6133465" y="9288433"/>
            <a:ext cx="688975" cy="154940"/>
          </a:xfrm>
          <a:prstGeom prst="rect">
            <a:avLst/>
          </a:prstGeom>
        </p:spPr>
        <p:txBody>
          <a:bodyPr vert="horz" wrap="square" lIns="0" tIns="0" rIns="0" bIns="0" rtlCol="0">
            <a:spAutoFit/>
          </a:bodyPr>
          <a:lstStyle/>
          <a:p>
            <a:pPr>
              <a:lnSpc>
                <a:spcPts val="1200"/>
              </a:lnSpc>
            </a:pPr>
            <a:r>
              <a:rPr sz="1100" dirty="0">
                <a:latin typeface="Times New Roman"/>
                <a:cs typeface="Times New Roman"/>
              </a:rPr>
              <a:t>110 |</a:t>
            </a:r>
            <a:r>
              <a:rPr sz="1100" spc="-10" dirty="0">
                <a:latin typeface="Times New Roman"/>
                <a:cs typeface="Times New Roman"/>
              </a:rPr>
              <a:t> </a:t>
            </a:r>
            <a:r>
              <a:rPr sz="1100" dirty="0">
                <a:solidFill>
                  <a:srgbClr val="7E7E7E"/>
                </a:solidFill>
                <a:latin typeface="Times New Roman"/>
                <a:cs typeface="Times New Roman"/>
              </a:rPr>
              <a:t>P</a:t>
            </a:r>
            <a:r>
              <a:rPr sz="1100" spc="20" dirty="0">
                <a:solidFill>
                  <a:srgbClr val="7E7E7E"/>
                </a:solidFill>
                <a:latin typeface="Times New Roman"/>
                <a:cs typeface="Times New Roman"/>
              </a:rPr>
              <a:t> </a:t>
            </a:r>
            <a:r>
              <a:rPr sz="1100" dirty="0">
                <a:solidFill>
                  <a:srgbClr val="7E7E7E"/>
                </a:solidFill>
                <a:latin typeface="Times New Roman"/>
                <a:cs typeface="Times New Roman"/>
              </a:rPr>
              <a:t>a</a:t>
            </a:r>
            <a:r>
              <a:rPr sz="1100" spc="-20" dirty="0">
                <a:solidFill>
                  <a:srgbClr val="7E7E7E"/>
                </a:solidFill>
                <a:latin typeface="Times New Roman"/>
                <a:cs typeface="Times New Roman"/>
              </a:rPr>
              <a:t> </a:t>
            </a:r>
            <a:r>
              <a:rPr sz="1100" dirty="0">
                <a:solidFill>
                  <a:srgbClr val="7E7E7E"/>
                </a:solidFill>
                <a:latin typeface="Times New Roman"/>
                <a:cs typeface="Times New Roman"/>
              </a:rPr>
              <a:t>g</a:t>
            </a:r>
            <a:r>
              <a:rPr sz="1100" spc="2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grpSp>
        <p:nvGrpSpPr>
          <p:cNvPr id="4" name="object 4"/>
          <p:cNvGrpSpPr/>
          <p:nvPr/>
        </p:nvGrpSpPr>
        <p:grpSpPr>
          <a:xfrm>
            <a:off x="501015" y="1532064"/>
            <a:ext cx="6691630" cy="7860665"/>
            <a:chOff x="501015" y="1532064"/>
            <a:chExt cx="6691630" cy="7860665"/>
          </a:xfrm>
        </p:grpSpPr>
        <p:pic>
          <p:nvPicPr>
            <p:cNvPr id="5" name="object 5"/>
            <p:cNvPicPr/>
            <p:nvPr/>
          </p:nvPicPr>
          <p:blipFill>
            <a:blip r:embed="rId2" cstate="print"/>
            <a:stretch>
              <a:fillRect/>
            </a:stretch>
          </p:blipFill>
          <p:spPr>
            <a:xfrm>
              <a:off x="1165617" y="1535176"/>
              <a:ext cx="6019407" cy="3047746"/>
            </a:xfrm>
            <a:prstGeom prst="rect">
              <a:avLst/>
            </a:prstGeom>
          </p:spPr>
        </p:pic>
        <p:sp>
          <p:nvSpPr>
            <p:cNvPr id="6" name="object 6"/>
            <p:cNvSpPr/>
            <p:nvPr/>
          </p:nvSpPr>
          <p:spPr>
            <a:xfrm>
              <a:off x="502602" y="1533652"/>
              <a:ext cx="6684009" cy="3051175"/>
            </a:xfrm>
            <a:custGeom>
              <a:avLst/>
              <a:gdLst/>
              <a:ahLst/>
              <a:cxnLst/>
              <a:rect l="l" t="t" r="r" b="b"/>
              <a:pathLst>
                <a:path w="6684009" h="3051175">
                  <a:moveTo>
                    <a:pt x="0" y="3050921"/>
                  </a:moveTo>
                  <a:lnTo>
                    <a:pt x="6684009" y="3050921"/>
                  </a:lnTo>
                  <a:lnTo>
                    <a:pt x="6684009" y="0"/>
                  </a:lnTo>
                  <a:lnTo>
                    <a:pt x="0" y="0"/>
                  </a:lnTo>
                  <a:lnTo>
                    <a:pt x="0" y="3050921"/>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558800" y="6515138"/>
              <a:ext cx="6630670" cy="2874391"/>
            </a:xfrm>
            <a:prstGeom prst="rect">
              <a:avLst/>
            </a:prstGeom>
          </p:spPr>
        </p:pic>
        <p:sp>
          <p:nvSpPr>
            <p:cNvPr id="8" name="object 8"/>
            <p:cNvSpPr/>
            <p:nvPr/>
          </p:nvSpPr>
          <p:spPr>
            <a:xfrm>
              <a:off x="557212" y="6513550"/>
              <a:ext cx="6633845" cy="2877820"/>
            </a:xfrm>
            <a:custGeom>
              <a:avLst/>
              <a:gdLst/>
              <a:ahLst/>
              <a:cxnLst/>
              <a:rect l="l" t="t" r="r" b="b"/>
              <a:pathLst>
                <a:path w="6633845" h="2877820">
                  <a:moveTo>
                    <a:pt x="0" y="2877566"/>
                  </a:moveTo>
                  <a:lnTo>
                    <a:pt x="6633845" y="2877566"/>
                  </a:lnTo>
                  <a:lnTo>
                    <a:pt x="6633845" y="0"/>
                  </a:lnTo>
                  <a:lnTo>
                    <a:pt x="0" y="0"/>
                  </a:lnTo>
                  <a:lnTo>
                    <a:pt x="0" y="2877566"/>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434340"/>
            <a:ext cx="5969635" cy="8540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200" b="1" spc="-10" dirty="0">
                <a:latin typeface="Times New Roman"/>
                <a:cs typeface="Times New Roman"/>
              </a:rPr>
              <a:t>Email</a:t>
            </a:r>
            <a:r>
              <a:rPr sz="1200" b="1" spc="-35" dirty="0">
                <a:latin typeface="Times New Roman"/>
                <a:cs typeface="Times New Roman"/>
              </a:rPr>
              <a:t> </a:t>
            </a:r>
            <a:r>
              <a:rPr sz="1200" b="1" spc="-10" dirty="0">
                <a:latin typeface="Times New Roman"/>
                <a:cs typeface="Times New Roman"/>
              </a:rPr>
              <a:t>Address:</a:t>
            </a:r>
            <a:endParaRPr sz="1200">
              <a:latin typeface="Times New Roman"/>
              <a:cs typeface="Times New Roman"/>
            </a:endParaRPr>
          </a:p>
          <a:p>
            <a:pPr marL="12700">
              <a:lnSpc>
                <a:spcPct val="100000"/>
              </a:lnSpc>
              <a:spcBef>
                <a:spcPts val="40"/>
              </a:spcBef>
            </a:pP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dirty="0">
                <a:latin typeface="Times New Roman"/>
                <a:cs typeface="Times New Roman"/>
              </a:rPr>
              <a:t>email</a:t>
            </a:r>
            <a:r>
              <a:rPr sz="1200" spc="-20" dirty="0">
                <a:latin typeface="Times New Roman"/>
                <a:cs typeface="Times New Roman"/>
              </a:rPr>
              <a:t> </a:t>
            </a:r>
            <a:r>
              <a:rPr sz="1200" dirty="0">
                <a:latin typeface="Times New Roman"/>
                <a:cs typeface="Times New Roman"/>
              </a:rPr>
              <a:t>address</a:t>
            </a:r>
            <a:r>
              <a:rPr sz="1200" spc="-3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receive</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20" dirty="0">
                <a:latin typeface="Times New Roman"/>
                <a:cs typeface="Times New Roman"/>
              </a:rPr>
              <a:t>OTP.</a:t>
            </a:r>
            <a:endParaRPr sz="1200">
              <a:latin typeface="Times New Roman"/>
              <a:cs typeface="Times New Roman"/>
            </a:endParaRPr>
          </a:p>
        </p:txBody>
      </p:sp>
      <p:sp>
        <p:nvSpPr>
          <p:cNvPr id="10" name="object 10"/>
          <p:cNvSpPr txBox="1"/>
          <p:nvPr/>
        </p:nvSpPr>
        <p:spPr>
          <a:xfrm>
            <a:off x="902017" y="4740910"/>
            <a:ext cx="5930265" cy="1598295"/>
          </a:xfrm>
          <a:prstGeom prst="rect">
            <a:avLst/>
          </a:prstGeom>
        </p:spPr>
        <p:txBody>
          <a:bodyPr vert="horz" wrap="square" lIns="0" tIns="119380" rIns="0" bIns="0" rtlCol="0">
            <a:spAutoFit/>
          </a:bodyPr>
          <a:lstStyle/>
          <a:p>
            <a:pPr marL="12700">
              <a:lnSpc>
                <a:spcPct val="100000"/>
              </a:lnSpc>
              <a:spcBef>
                <a:spcPts val="940"/>
              </a:spcBef>
            </a:pPr>
            <a:r>
              <a:rPr sz="1200" b="1" spc="-10" dirty="0">
                <a:latin typeface="Times New Roman"/>
                <a:cs typeface="Times New Roman"/>
              </a:rPr>
              <a:t>OTP</a:t>
            </a:r>
            <a:r>
              <a:rPr sz="1200" b="1" spc="-85" dirty="0">
                <a:latin typeface="Times New Roman"/>
                <a:cs typeface="Times New Roman"/>
              </a:rPr>
              <a:t> </a:t>
            </a:r>
            <a:r>
              <a:rPr sz="1200" b="1" spc="-10" dirty="0">
                <a:latin typeface="Times New Roman"/>
                <a:cs typeface="Times New Roman"/>
              </a:rPr>
              <a:t>Verification:</a:t>
            </a:r>
            <a:endParaRPr sz="1200">
              <a:latin typeface="Times New Roman"/>
              <a:cs typeface="Times New Roman"/>
            </a:endParaRPr>
          </a:p>
          <a:p>
            <a:pPr marL="12700">
              <a:lnSpc>
                <a:spcPct val="100000"/>
              </a:lnSpc>
              <a:spcBef>
                <a:spcPts val="84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0" dirty="0">
                <a:latin typeface="Times New Roman"/>
                <a:cs typeface="Times New Roman"/>
              </a:rPr>
              <a:t> </a:t>
            </a:r>
            <a:r>
              <a:rPr sz="1200" dirty="0">
                <a:latin typeface="Times New Roman"/>
                <a:cs typeface="Times New Roman"/>
              </a:rPr>
              <a:t>receives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their</a:t>
            </a:r>
            <a:r>
              <a:rPr sz="1200" spc="-40" dirty="0">
                <a:latin typeface="Times New Roman"/>
                <a:cs typeface="Times New Roman"/>
              </a:rPr>
              <a:t> </a:t>
            </a:r>
            <a:r>
              <a:rPr sz="1200" dirty="0">
                <a:latin typeface="Times New Roman"/>
                <a:cs typeface="Times New Roman"/>
              </a:rPr>
              <a:t>email</a:t>
            </a:r>
            <a:r>
              <a:rPr sz="1200" spc="-4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enters</a:t>
            </a:r>
            <a:r>
              <a:rPr sz="1200" spc="-30"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12700" marR="168910">
              <a:lnSpc>
                <a:spcPct val="102800"/>
              </a:lnSpc>
              <a:spcBef>
                <a:spcPts val="820"/>
              </a:spcBef>
            </a:pPr>
            <a:r>
              <a:rPr sz="1200" dirty="0">
                <a:latin typeface="Times New Roman"/>
                <a:cs typeface="Times New Roman"/>
              </a:rPr>
              <a:t>Once</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submits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40" dirty="0">
                <a:latin typeface="Times New Roman"/>
                <a:cs typeface="Times New Roman"/>
              </a:rPr>
              <a:t>OTP,</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sends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request</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b="1" dirty="0">
                <a:latin typeface="Times New Roman"/>
                <a:cs typeface="Times New Roman"/>
              </a:rPr>
              <a:t>company's</a:t>
            </a:r>
            <a:r>
              <a:rPr sz="1200" b="1" spc="-35" dirty="0">
                <a:latin typeface="Times New Roman"/>
                <a:cs typeface="Times New Roman"/>
              </a:rPr>
              <a:t> </a:t>
            </a:r>
            <a:r>
              <a:rPr sz="1200" b="1" dirty="0">
                <a:latin typeface="Times New Roman"/>
                <a:cs typeface="Times New Roman"/>
              </a:rPr>
              <a:t>admin</a:t>
            </a:r>
            <a:r>
              <a:rPr sz="1200" b="1" spc="-35" dirty="0">
                <a:latin typeface="Times New Roman"/>
                <a:cs typeface="Times New Roman"/>
              </a:rPr>
              <a:t> </a:t>
            </a:r>
            <a:r>
              <a:rPr sz="1200" b="1" spc="-25" dirty="0">
                <a:latin typeface="Times New Roman"/>
                <a:cs typeface="Times New Roman"/>
              </a:rPr>
              <a:t>or </a:t>
            </a:r>
            <a:r>
              <a:rPr sz="1200" b="1" dirty="0">
                <a:latin typeface="Times New Roman"/>
                <a:cs typeface="Times New Roman"/>
              </a:rPr>
              <a:t>support</a:t>
            </a:r>
            <a:r>
              <a:rPr sz="1200" b="1" spc="-30" dirty="0">
                <a:latin typeface="Times New Roman"/>
                <a:cs typeface="Times New Roman"/>
              </a:rPr>
              <a:t> </a:t>
            </a:r>
            <a:r>
              <a:rPr sz="1200" b="1" dirty="0">
                <a:latin typeface="Times New Roman"/>
                <a:cs typeface="Times New Roman"/>
              </a:rPr>
              <a:t>team</a:t>
            </a:r>
            <a:r>
              <a:rPr sz="1200" b="1"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spc="-10" dirty="0">
                <a:latin typeface="Times New Roman"/>
                <a:cs typeface="Times New Roman"/>
              </a:rPr>
              <a:t>verification.</a:t>
            </a:r>
            <a:endParaRPr sz="1200">
              <a:latin typeface="Times New Roman"/>
              <a:cs typeface="Times New Roman"/>
            </a:endParaRPr>
          </a:p>
          <a:p>
            <a:pPr marL="241300" marR="5080">
              <a:lnSpc>
                <a:spcPct val="103600"/>
              </a:lnSpc>
              <a:spcBef>
                <a:spcPts val="800"/>
              </a:spcBef>
            </a:pPr>
            <a:r>
              <a:rPr sz="1400" b="1" spc="-10" dirty="0">
                <a:latin typeface="Times New Roman"/>
                <a:cs typeface="Times New Roman"/>
              </a:rPr>
              <a:t>OTP</a:t>
            </a:r>
            <a:r>
              <a:rPr sz="1400" b="1" spc="-80" dirty="0">
                <a:latin typeface="Times New Roman"/>
                <a:cs typeface="Times New Roman"/>
              </a:rPr>
              <a:t> </a:t>
            </a:r>
            <a:r>
              <a:rPr sz="1400" b="1" spc="-10" dirty="0">
                <a:latin typeface="Times New Roman"/>
                <a:cs typeface="Times New Roman"/>
              </a:rPr>
              <a:t>Successfully</a:t>
            </a:r>
            <a:r>
              <a:rPr sz="1400" b="1" spc="-40" dirty="0">
                <a:latin typeface="Times New Roman"/>
                <a:cs typeface="Times New Roman"/>
              </a:rPr>
              <a:t> </a:t>
            </a:r>
            <a:r>
              <a:rPr sz="1400" b="1" spc="-20" dirty="0">
                <a:latin typeface="Times New Roman"/>
                <a:cs typeface="Times New Roman"/>
              </a:rPr>
              <a:t>Verified</a:t>
            </a:r>
            <a:r>
              <a:rPr sz="1400" b="1" spc="-10" dirty="0">
                <a:latin typeface="Times New Roman"/>
                <a:cs typeface="Times New Roman"/>
              </a:rPr>
              <a:t> </a:t>
            </a:r>
            <a:r>
              <a:rPr sz="1200" spc="-25" dirty="0">
                <a:latin typeface="Times New Roman"/>
                <a:cs typeface="Times New Roman"/>
              </a:rPr>
              <a:t>Your</a:t>
            </a:r>
            <a:r>
              <a:rPr sz="1200" spc="-20" dirty="0">
                <a:latin typeface="Times New Roman"/>
                <a:cs typeface="Times New Roman"/>
              </a:rPr>
              <a:t> </a:t>
            </a:r>
            <a:r>
              <a:rPr sz="1200" dirty="0">
                <a:latin typeface="Times New Roman"/>
                <a:cs typeface="Times New Roman"/>
              </a:rPr>
              <a:t>One-Time</a:t>
            </a:r>
            <a:r>
              <a:rPr sz="1200" spc="-15" dirty="0">
                <a:latin typeface="Times New Roman"/>
                <a:cs typeface="Times New Roman"/>
              </a:rPr>
              <a:t> </a:t>
            </a:r>
            <a:r>
              <a:rPr sz="1200" dirty="0">
                <a:latin typeface="Times New Roman"/>
                <a:cs typeface="Times New Roman"/>
              </a:rPr>
              <a:t>Password</a:t>
            </a:r>
            <a:r>
              <a:rPr sz="1200" spc="-15" dirty="0">
                <a:latin typeface="Times New Roman"/>
                <a:cs typeface="Times New Roman"/>
              </a:rPr>
              <a:t> </a:t>
            </a:r>
            <a:r>
              <a:rPr sz="1200" dirty="0">
                <a:latin typeface="Times New Roman"/>
                <a:cs typeface="Times New Roman"/>
              </a:rPr>
              <a:t>(OTP)</a:t>
            </a:r>
            <a:r>
              <a:rPr sz="1200" spc="-20"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dirty="0">
                <a:latin typeface="Times New Roman"/>
                <a:cs typeface="Times New Roman"/>
              </a:rPr>
              <a:t>been</a:t>
            </a:r>
            <a:r>
              <a:rPr sz="1200" spc="-20" dirty="0">
                <a:latin typeface="Times New Roman"/>
                <a:cs typeface="Times New Roman"/>
              </a:rPr>
              <a:t> </a:t>
            </a:r>
            <a:r>
              <a:rPr sz="1200" spc="-10" dirty="0">
                <a:latin typeface="Times New Roman"/>
                <a:cs typeface="Times New Roman"/>
              </a:rPr>
              <a:t>verified!</a:t>
            </a:r>
            <a:r>
              <a:rPr sz="1200" spc="-55" dirty="0">
                <a:latin typeface="Times New Roman"/>
                <a:cs typeface="Times New Roman"/>
              </a:rPr>
              <a:t> </a:t>
            </a:r>
            <a:r>
              <a:rPr sz="1200" spc="-35" dirty="0">
                <a:latin typeface="Times New Roman"/>
                <a:cs typeface="Times New Roman"/>
              </a:rPr>
              <a:t>You</a:t>
            </a:r>
            <a:r>
              <a:rPr sz="1200" spc="-20" dirty="0">
                <a:latin typeface="Times New Roman"/>
                <a:cs typeface="Times New Roman"/>
              </a:rPr>
              <a:t> </a:t>
            </a:r>
            <a:r>
              <a:rPr sz="1200" spc="-25" dirty="0">
                <a:latin typeface="Times New Roman"/>
                <a:cs typeface="Times New Roman"/>
              </a:rPr>
              <a:t>can </a:t>
            </a:r>
            <a:r>
              <a:rPr sz="1200" dirty="0">
                <a:latin typeface="Times New Roman"/>
                <a:cs typeface="Times New Roman"/>
              </a:rPr>
              <a:t>now</a:t>
            </a:r>
            <a:r>
              <a:rPr sz="1200" spc="-30" dirty="0">
                <a:latin typeface="Times New Roman"/>
                <a:cs typeface="Times New Roman"/>
              </a:rPr>
              <a:t> </a:t>
            </a:r>
            <a:r>
              <a:rPr sz="1200" dirty="0">
                <a:latin typeface="Times New Roman"/>
                <a:cs typeface="Times New Roman"/>
              </a:rPr>
              <a:t>proceed</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reset</a:t>
            </a:r>
            <a:r>
              <a:rPr sz="1200" spc="-15"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securely</a:t>
            </a:r>
            <a:r>
              <a:rPr sz="1200" spc="-4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p:txBody>
      </p:sp>
      <p:pic>
        <p:nvPicPr>
          <p:cNvPr id="11" name="object 11"/>
          <p:cNvPicPr/>
          <p:nvPr/>
        </p:nvPicPr>
        <p:blipFill>
          <a:blip r:embed="rId4" cstate="print"/>
          <a:stretch>
            <a:fillRect/>
          </a:stretch>
        </p:blipFill>
        <p:spPr>
          <a:xfrm>
            <a:off x="304800" y="304800"/>
            <a:ext cx="7165084" cy="9451022"/>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19125" y="1812861"/>
            <a:ext cx="6399530" cy="7138034"/>
            <a:chOff x="619125" y="1812861"/>
            <a:chExt cx="6399530" cy="7138034"/>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243988" y="1816099"/>
              <a:ext cx="5771491" cy="3035300"/>
            </a:xfrm>
            <a:prstGeom prst="rect">
              <a:avLst/>
            </a:prstGeom>
          </p:spPr>
        </p:pic>
        <p:sp>
          <p:nvSpPr>
            <p:cNvPr id="5" name="object 5"/>
            <p:cNvSpPr/>
            <p:nvPr/>
          </p:nvSpPr>
          <p:spPr>
            <a:xfrm>
              <a:off x="620712" y="1814448"/>
              <a:ext cx="6396355" cy="3038475"/>
            </a:xfrm>
            <a:custGeom>
              <a:avLst/>
              <a:gdLst/>
              <a:ahLst/>
              <a:cxnLst/>
              <a:rect l="l" t="t" r="r" b="b"/>
              <a:pathLst>
                <a:path w="6396355" h="3038475">
                  <a:moveTo>
                    <a:pt x="0" y="3038475"/>
                  </a:moveTo>
                  <a:lnTo>
                    <a:pt x="6396355" y="3038475"/>
                  </a:lnTo>
                  <a:lnTo>
                    <a:pt x="6396355" y="0"/>
                  </a:lnTo>
                  <a:lnTo>
                    <a:pt x="0" y="0"/>
                  </a:lnTo>
                  <a:lnTo>
                    <a:pt x="0" y="3038475"/>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889000" y="5896228"/>
              <a:ext cx="5994400" cy="2789555"/>
            </a:xfrm>
            <a:prstGeom prst="rect">
              <a:avLst/>
            </a:prstGeom>
          </p:spPr>
        </p:pic>
        <p:sp>
          <p:nvSpPr>
            <p:cNvPr id="7" name="object 7"/>
            <p:cNvSpPr/>
            <p:nvPr/>
          </p:nvSpPr>
          <p:spPr>
            <a:xfrm>
              <a:off x="887412" y="5894577"/>
              <a:ext cx="5997575" cy="2792730"/>
            </a:xfrm>
            <a:custGeom>
              <a:avLst/>
              <a:gdLst/>
              <a:ahLst/>
              <a:cxnLst/>
              <a:rect l="l" t="t" r="r" b="b"/>
              <a:pathLst>
                <a:path w="5997575" h="2792729">
                  <a:moveTo>
                    <a:pt x="0" y="2792730"/>
                  </a:moveTo>
                  <a:lnTo>
                    <a:pt x="5997575" y="2792730"/>
                  </a:lnTo>
                  <a:lnTo>
                    <a:pt x="5997575" y="0"/>
                  </a:lnTo>
                  <a:lnTo>
                    <a:pt x="0" y="0"/>
                  </a:lnTo>
                  <a:lnTo>
                    <a:pt x="0" y="2792730"/>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1359153" y="434340"/>
            <a:ext cx="5512435" cy="1265555"/>
          </a:xfrm>
          <a:prstGeom prst="rect">
            <a:avLst/>
          </a:prstGeom>
        </p:spPr>
        <p:txBody>
          <a:bodyPr vert="horz" wrap="square" lIns="0" tIns="12700" rIns="0" bIns="0" rtlCol="0">
            <a:spAutoFit/>
          </a:bodyPr>
          <a:lstStyle/>
          <a:p>
            <a:pPr marL="31965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12700" marR="109855" algn="just">
              <a:lnSpc>
                <a:spcPct val="103499"/>
              </a:lnSpc>
            </a:pPr>
            <a:r>
              <a:rPr sz="1400" b="1" spc="-10" dirty="0">
                <a:latin typeface="Times New Roman"/>
                <a:cs typeface="Times New Roman"/>
              </a:rPr>
              <a:t>Incorrect</a:t>
            </a:r>
            <a:r>
              <a:rPr sz="1400" b="1" spc="-25" dirty="0">
                <a:latin typeface="Times New Roman"/>
                <a:cs typeface="Times New Roman"/>
              </a:rPr>
              <a:t> </a:t>
            </a:r>
            <a:r>
              <a:rPr sz="1400" b="1" dirty="0">
                <a:latin typeface="Times New Roman"/>
                <a:cs typeface="Times New Roman"/>
              </a:rPr>
              <a:t>OTP</a:t>
            </a:r>
            <a:r>
              <a:rPr sz="1400" b="1" spc="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OTP</a:t>
            </a:r>
            <a:r>
              <a:rPr sz="1200" spc="-60" dirty="0">
                <a:latin typeface="Times New Roman"/>
                <a:cs typeface="Times New Roman"/>
              </a:rPr>
              <a:t> </a:t>
            </a:r>
            <a:r>
              <a:rPr sz="1200" dirty="0">
                <a:latin typeface="Times New Roman"/>
                <a:cs typeface="Times New Roman"/>
              </a:rPr>
              <a:t>you</a:t>
            </a:r>
            <a:r>
              <a:rPr sz="1200" spc="-40" dirty="0">
                <a:latin typeface="Times New Roman"/>
                <a:cs typeface="Times New Roman"/>
              </a:rPr>
              <a:t> </a:t>
            </a:r>
            <a:r>
              <a:rPr sz="1200" dirty="0">
                <a:latin typeface="Times New Roman"/>
                <a:cs typeface="Times New Roman"/>
              </a:rPr>
              <a:t>entered</a:t>
            </a:r>
            <a:r>
              <a:rPr sz="1200" spc="-2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incorrect.</a:t>
            </a:r>
            <a:r>
              <a:rPr sz="1200" spc="-15" dirty="0">
                <a:latin typeface="Times New Roman"/>
                <a:cs typeface="Times New Roman"/>
              </a:rPr>
              <a:t> </a:t>
            </a:r>
            <a:r>
              <a:rPr sz="1200" dirty="0">
                <a:latin typeface="Times New Roman"/>
                <a:cs typeface="Times New Roman"/>
              </a:rPr>
              <a:t>Please</a:t>
            </a:r>
            <a:r>
              <a:rPr sz="1200" spc="-30" dirty="0">
                <a:latin typeface="Times New Roman"/>
                <a:cs typeface="Times New Roman"/>
              </a:rPr>
              <a:t> </a:t>
            </a:r>
            <a:r>
              <a:rPr sz="1200" dirty="0">
                <a:latin typeface="Times New Roman"/>
                <a:cs typeface="Times New Roman"/>
              </a:rPr>
              <a:t>check</a:t>
            </a:r>
            <a:r>
              <a:rPr sz="1200" spc="-4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try</a:t>
            </a:r>
            <a:r>
              <a:rPr sz="1200" spc="-20" dirty="0">
                <a:latin typeface="Times New Roman"/>
                <a:cs typeface="Times New Roman"/>
              </a:rPr>
              <a:t> </a:t>
            </a:r>
            <a:r>
              <a:rPr sz="1200" dirty="0">
                <a:latin typeface="Times New Roman"/>
                <a:cs typeface="Times New Roman"/>
              </a:rPr>
              <a:t>again.</a:t>
            </a:r>
            <a:r>
              <a:rPr sz="1200" spc="-15" dirty="0">
                <a:latin typeface="Times New Roman"/>
                <a:cs typeface="Times New Roman"/>
              </a:rPr>
              <a:t> </a:t>
            </a:r>
            <a:r>
              <a:rPr sz="1200" spc="-10" dirty="0">
                <a:latin typeface="Times New Roman"/>
                <a:cs typeface="Times New Roman"/>
              </a:rPr>
              <a:t>Ensure </a:t>
            </a:r>
            <a:r>
              <a:rPr sz="1200" dirty="0">
                <a:latin typeface="Times New Roman"/>
                <a:cs typeface="Times New Roman"/>
              </a:rPr>
              <a:t>you’re</a:t>
            </a:r>
            <a:r>
              <a:rPr sz="1200" spc="-25" dirty="0">
                <a:latin typeface="Times New Roman"/>
                <a:cs typeface="Times New Roman"/>
              </a:rPr>
              <a:t> </a:t>
            </a:r>
            <a:r>
              <a:rPr sz="1200" dirty="0">
                <a:latin typeface="Times New Roman"/>
                <a:cs typeface="Times New Roman"/>
              </a:rPr>
              <a:t>entering</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exact</a:t>
            </a:r>
            <a:r>
              <a:rPr sz="1200" spc="-20"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sent</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email.</a:t>
            </a:r>
            <a:r>
              <a:rPr sz="1200" spc="-25" dirty="0">
                <a:latin typeface="Times New Roman"/>
                <a:cs typeface="Times New Roman"/>
              </a:rPr>
              <a:t> </a:t>
            </a:r>
            <a:r>
              <a:rPr sz="1200" dirty="0">
                <a:latin typeface="Times New Roman"/>
                <a:cs typeface="Times New Roman"/>
              </a:rPr>
              <a:t>If</a:t>
            </a:r>
            <a:r>
              <a:rPr sz="1200" spc="-30" dirty="0">
                <a:latin typeface="Times New Roman"/>
                <a:cs typeface="Times New Roman"/>
              </a:rPr>
              <a:t> </a:t>
            </a:r>
            <a:r>
              <a:rPr sz="1200" dirty="0">
                <a:latin typeface="Times New Roman"/>
                <a:cs typeface="Times New Roman"/>
              </a:rPr>
              <a:t>you’re</a:t>
            </a:r>
            <a:r>
              <a:rPr sz="1200" spc="-35" dirty="0">
                <a:latin typeface="Times New Roman"/>
                <a:cs typeface="Times New Roman"/>
              </a:rPr>
              <a:t> </a:t>
            </a:r>
            <a:r>
              <a:rPr sz="1200" dirty="0">
                <a:latin typeface="Times New Roman"/>
                <a:cs typeface="Times New Roman"/>
              </a:rPr>
              <a:t>experiencing</a:t>
            </a:r>
            <a:r>
              <a:rPr sz="1200" spc="-50" dirty="0">
                <a:latin typeface="Times New Roman"/>
                <a:cs typeface="Times New Roman"/>
              </a:rPr>
              <a:t> </a:t>
            </a:r>
            <a:r>
              <a:rPr sz="1200" dirty="0">
                <a:latin typeface="Times New Roman"/>
                <a:cs typeface="Times New Roman"/>
              </a:rPr>
              <a:t>issues</a:t>
            </a:r>
            <a:r>
              <a:rPr sz="1200" spc="-3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spc="-10" dirty="0">
                <a:latin typeface="Times New Roman"/>
                <a:cs typeface="Times New Roman"/>
              </a:rPr>
              <a:t>didn’t </a:t>
            </a:r>
            <a:r>
              <a:rPr sz="1200" dirty="0">
                <a:latin typeface="Times New Roman"/>
                <a:cs typeface="Times New Roman"/>
              </a:rPr>
              <a:t>receive</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25" dirty="0">
                <a:latin typeface="Times New Roman"/>
                <a:cs typeface="Times New Roman"/>
              </a:rPr>
              <a:t>OTP,</a:t>
            </a:r>
            <a:r>
              <a:rPr sz="1200" spc="-20" dirty="0">
                <a:latin typeface="Times New Roman"/>
                <a:cs typeface="Times New Roman"/>
              </a:rPr>
              <a:t> </a:t>
            </a:r>
            <a:r>
              <a:rPr sz="1200" dirty="0">
                <a:latin typeface="Times New Roman"/>
                <a:cs typeface="Times New Roman"/>
              </a:rPr>
              <a:t>click</a:t>
            </a:r>
            <a:r>
              <a:rPr sz="1200" spc="-25" dirty="0">
                <a:latin typeface="Times New Roman"/>
                <a:cs typeface="Times New Roman"/>
              </a:rPr>
              <a:t> </a:t>
            </a:r>
            <a:r>
              <a:rPr sz="1200" dirty="0">
                <a:latin typeface="Times New Roman"/>
                <a:cs typeface="Times New Roman"/>
              </a:rPr>
              <a:t>"Resend"</a:t>
            </a:r>
            <a:r>
              <a:rPr sz="1200"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receive</a:t>
            </a:r>
            <a:r>
              <a:rPr sz="1200" spc="4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code.</a:t>
            </a:r>
            <a:r>
              <a:rPr sz="1200" spc="-60" dirty="0">
                <a:latin typeface="Times New Roman"/>
                <a:cs typeface="Times New Roman"/>
              </a:rPr>
              <a:t> </a:t>
            </a:r>
            <a:r>
              <a:rPr sz="1200" spc="-35" dirty="0">
                <a:latin typeface="Times New Roman"/>
                <a:cs typeface="Times New Roman"/>
              </a:rPr>
              <a:t>You</a:t>
            </a:r>
            <a:r>
              <a:rPr sz="1200" spc="-25" dirty="0">
                <a:latin typeface="Times New Roman"/>
                <a:cs typeface="Times New Roman"/>
              </a:rPr>
              <a:t> </a:t>
            </a:r>
            <a:r>
              <a:rPr sz="1200" dirty="0">
                <a:latin typeface="Times New Roman"/>
                <a:cs typeface="Times New Roman"/>
              </a:rPr>
              <a:t>can</a:t>
            </a:r>
            <a:r>
              <a:rPr sz="1200" spc="-50" dirty="0">
                <a:latin typeface="Times New Roman"/>
                <a:cs typeface="Times New Roman"/>
              </a:rPr>
              <a:t> </a:t>
            </a:r>
            <a:r>
              <a:rPr sz="1200" dirty="0">
                <a:latin typeface="Times New Roman"/>
                <a:cs typeface="Times New Roman"/>
              </a:rPr>
              <a:t>try</a:t>
            </a:r>
            <a:r>
              <a:rPr sz="1200" spc="-25" dirty="0">
                <a:latin typeface="Times New Roman"/>
                <a:cs typeface="Times New Roman"/>
              </a:rPr>
              <a:t> </a:t>
            </a:r>
            <a:r>
              <a:rPr sz="1200" dirty="0">
                <a:latin typeface="Times New Roman"/>
                <a:cs typeface="Times New Roman"/>
              </a:rPr>
              <a:t>again</a:t>
            </a:r>
            <a:r>
              <a:rPr sz="1200" spc="-25" dirty="0">
                <a:latin typeface="Times New Roman"/>
                <a:cs typeface="Times New Roman"/>
              </a:rPr>
              <a:t> </a:t>
            </a:r>
            <a:r>
              <a:rPr sz="1200" dirty="0">
                <a:latin typeface="Times New Roman"/>
                <a:cs typeface="Times New Roman"/>
              </a:rPr>
              <a:t>after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timer </a:t>
            </a:r>
            <a:r>
              <a:rPr sz="1200" dirty="0">
                <a:latin typeface="Times New Roman"/>
                <a:cs typeface="Times New Roman"/>
              </a:rPr>
              <a:t>resets.</a:t>
            </a:r>
            <a:r>
              <a:rPr sz="1200" spc="-20" dirty="0">
                <a:latin typeface="Times New Roman"/>
                <a:cs typeface="Times New Roman"/>
              </a:rPr>
              <a:t> </a:t>
            </a:r>
            <a:r>
              <a:rPr sz="1200" dirty="0">
                <a:latin typeface="Times New Roman"/>
                <a:cs typeface="Times New Roman"/>
              </a:rPr>
              <a:t>Make</a:t>
            </a:r>
            <a:r>
              <a:rPr sz="1200" spc="-15" dirty="0">
                <a:latin typeface="Times New Roman"/>
                <a:cs typeface="Times New Roman"/>
              </a:rPr>
              <a:t> </a:t>
            </a:r>
            <a:r>
              <a:rPr sz="1200" dirty="0">
                <a:latin typeface="Times New Roman"/>
                <a:cs typeface="Times New Roman"/>
              </a:rPr>
              <a:t>sure</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check</a:t>
            </a:r>
            <a:r>
              <a:rPr sz="1200" spc="-20" dirty="0">
                <a:latin typeface="Times New Roman"/>
                <a:cs typeface="Times New Roman"/>
              </a:rPr>
              <a:t> </a:t>
            </a:r>
            <a:r>
              <a:rPr sz="1200" dirty="0">
                <a:latin typeface="Times New Roman"/>
                <a:cs typeface="Times New Roman"/>
              </a:rPr>
              <a:t>your</a:t>
            </a:r>
            <a:r>
              <a:rPr sz="1200" spc="-20" dirty="0">
                <a:latin typeface="Times New Roman"/>
                <a:cs typeface="Times New Roman"/>
              </a:rPr>
              <a:t> </a:t>
            </a:r>
            <a:r>
              <a:rPr sz="1200" dirty="0">
                <a:latin typeface="Times New Roman"/>
                <a:cs typeface="Times New Roman"/>
              </a:rPr>
              <a:t>spam</a:t>
            </a:r>
            <a:r>
              <a:rPr sz="1200" spc="-1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junk</a:t>
            </a:r>
            <a:r>
              <a:rPr sz="1200" spc="-20" dirty="0">
                <a:latin typeface="Times New Roman"/>
                <a:cs typeface="Times New Roman"/>
              </a:rPr>
              <a:t> </a:t>
            </a:r>
            <a:r>
              <a:rPr sz="1200" dirty="0">
                <a:latin typeface="Times New Roman"/>
                <a:cs typeface="Times New Roman"/>
              </a:rPr>
              <a:t>folders</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spc="-10" dirty="0">
                <a:latin typeface="Times New Roman"/>
                <a:cs typeface="Times New Roman"/>
              </a:rPr>
              <a:t>well.</a:t>
            </a:r>
            <a:endParaRPr sz="1200">
              <a:latin typeface="Times New Roman"/>
              <a:cs typeface="Times New Roman"/>
            </a:endParaRPr>
          </a:p>
        </p:txBody>
      </p:sp>
      <p:sp>
        <p:nvSpPr>
          <p:cNvPr id="9" name="object 9"/>
          <p:cNvSpPr txBox="1"/>
          <p:nvPr/>
        </p:nvSpPr>
        <p:spPr>
          <a:xfrm>
            <a:off x="902017" y="5154929"/>
            <a:ext cx="5712460" cy="398780"/>
          </a:xfrm>
          <a:prstGeom prst="rect">
            <a:avLst/>
          </a:prstGeom>
        </p:spPr>
        <p:txBody>
          <a:bodyPr vert="horz" wrap="square" lIns="0" tIns="5080" rIns="0" bIns="0" rtlCol="0">
            <a:spAutoFit/>
          </a:bodyPr>
          <a:lstStyle/>
          <a:p>
            <a:pPr marL="12700" marR="5080">
              <a:lnSpc>
                <a:spcPct val="104200"/>
              </a:lnSpc>
              <a:spcBef>
                <a:spcPts val="40"/>
              </a:spcBef>
            </a:pPr>
            <a:r>
              <a:rPr sz="1200" b="1" spc="-10" dirty="0">
                <a:latin typeface="Times New Roman"/>
                <a:cs typeface="Times New Roman"/>
              </a:rPr>
              <a:t>OTP</a:t>
            </a:r>
            <a:r>
              <a:rPr sz="1200" b="1" spc="-75" dirty="0">
                <a:latin typeface="Times New Roman"/>
                <a:cs typeface="Times New Roman"/>
              </a:rPr>
              <a:t> </a:t>
            </a:r>
            <a:r>
              <a:rPr sz="1200" b="1" spc="-10" dirty="0">
                <a:latin typeface="Times New Roman"/>
                <a:cs typeface="Times New Roman"/>
              </a:rPr>
              <a:t>Successfully</a:t>
            </a:r>
            <a:r>
              <a:rPr sz="1200" b="1" spc="-40" dirty="0">
                <a:latin typeface="Times New Roman"/>
                <a:cs typeface="Times New Roman"/>
              </a:rPr>
              <a:t> </a:t>
            </a:r>
            <a:r>
              <a:rPr sz="1200" b="1" spc="-20" dirty="0">
                <a:latin typeface="Times New Roman"/>
                <a:cs typeface="Times New Roman"/>
              </a:rPr>
              <a:t>Verified</a:t>
            </a:r>
            <a:r>
              <a:rPr sz="1200" b="1" spc="-35" dirty="0">
                <a:latin typeface="Times New Roman"/>
                <a:cs typeface="Times New Roman"/>
              </a:rPr>
              <a:t> </a:t>
            </a:r>
            <a:r>
              <a:rPr sz="1200" spc="-25" dirty="0">
                <a:latin typeface="Times New Roman"/>
                <a:cs typeface="Times New Roman"/>
              </a:rPr>
              <a:t>Your</a:t>
            </a:r>
            <a:r>
              <a:rPr sz="1200" spc="-10" dirty="0">
                <a:latin typeface="Times New Roman"/>
                <a:cs typeface="Times New Roman"/>
              </a:rPr>
              <a:t> One-</a:t>
            </a:r>
            <a:r>
              <a:rPr sz="1200" dirty="0">
                <a:latin typeface="Times New Roman"/>
                <a:cs typeface="Times New Roman"/>
              </a:rPr>
              <a:t>Time Password</a:t>
            </a:r>
            <a:r>
              <a:rPr sz="1200" spc="-5" dirty="0">
                <a:latin typeface="Times New Roman"/>
                <a:cs typeface="Times New Roman"/>
              </a:rPr>
              <a:t> </a:t>
            </a:r>
            <a:r>
              <a:rPr sz="1200" dirty="0">
                <a:latin typeface="Times New Roman"/>
                <a:cs typeface="Times New Roman"/>
              </a:rPr>
              <a:t>(OTP)</a:t>
            </a:r>
            <a:r>
              <a:rPr sz="1200" spc="-10" dirty="0">
                <a:latin typeface="Times New Roman"/>
                <a:cs typeface="Times New Roman"/>
              </a:rPr>
              <a:t> </a:t>
            </a:r>
            <a:r>
              <a:rPr sz="1200" dirty="0">
                <a:latin typeface="Times New Roman"/>
                <a:cs typeface="Times New Roman"/>
              </a:rPr>
              <a:t>has</a:t>
            </a:r>
            <a:r>
              <a:rPr sz="1200" spc="-15" dirty="0">
                <a:latin typeface="Times New Roman"/>
                <a:cs typeface="Times New Roman"/>
              </a:rPr>
              <a:t> </a:t>
            </a:r>
            <a:r>
              <a:rPr sz="1200" dirty="0">
                <a:latin typeface="Times New Roman"/>
                <a:cs typeface="Times New Roman"/>
              </a:rPr>
              <a:t>been</a:t>
            </a:r>
            <a:r>
              <a:rPr sz="1200" spc="-10" dirty="0">
                <a:latin typeface="Times New Roman"/>
                <a:cs typeface="Times New Roman"/>
              </a:rPr>
              <a:t> verified!</a:t>
            </a:r>
            <a:r>
              <a:rPr sz="1200" spc="-45" dirty="0">
                <a:latin typeface="Times New Roman"/>
                <a:cs typeface="Times New Roman"/>
              </a:rPr>
              <a:t> </a:t>
            </a:r>
            <a:r>
              <a:rPr sz="1200" spc="-35" dirty="0">
                <a:latin typeface="Times New Roman"/>
                <a:cs typeface="Times New Roman"/>
              </a:rPr>
              <a:t>You</a:t>
            </a:r>
            <a:r>
              <a:rPr sz="1200" spc="-5" dirty="0">
                <a:latin typeface="Times New Roman"/>
                <a:cs typeface="Times New Roman"/>
              </a:rPr>
              <a:t> </a:t>
            </a:r>
            <a:r>
              <a:rPr sz="1200" dirty="0">
                <a:latin typeface="Times New Roman"/>
                <a:cs typeface="Times New Roman"/>
              </a:rPr>
              <a:t>can</a:t>
            </a:r>
            <a:r>
              <a:rPr sz="1200" spc="-10" dirty="0">
                <a:latin typeface="Times New Roman"/>
                <a:cs typeface="Times New Roman"/>
              </a:rPr>
              <a:t> </a:t>
            </a:r>
            <a:r>
              <a:rPr sz="1200" spc="-25" dirty="0">
                <a:latin typeface="Times New Roman"/>
                <a:cs typeface="Times New Roman"/>
              </a:rPr>
              <a:t>now </a:t>
            </a:r>
            <a:r>
              <a:rPr sz="1200" dirty="0">
                <a:latin typeface="Times New Roman"/>
                <a:cs typeface="Times New Roman"/>
              </a:rPr>
              <a:t>proceed</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reset</a:t>
            </a:r>
            <a:r>
              <a:rPr sz="1200" spc="-25" dirty="0">
                <a:latin typeface="Times New Roman"/>
                <a:cs typeface="Times New Roman"/>
              </a:rPr>
              <a:t> </a:t>
            </a:r>
            <a:r>
              <a:rPr sz="1200" dirty="0">
                <a:latin typeface="Times New Roman"/>
                <a:cs typeface="Times New Roman"/>
              </a:rPr>
              <a:t>your</a:t>
            </a:r>
            <a:r>
              <a:rPr sz="1200" spc="-25" dirty="0">
                <a:latin typeface="Times New Roman"/>
                <a:cs typeface="Times New Roman"/>
              </a:rPr>
              <a:t> </a:t>
            </a:r>
            <a:r>
              <a:rPr sz="1200" dirty="0">
                <a:latin typeface="Times New Roman"/>
                <a:cs typeface="Times New Roman"/>
              </a:rPr>
              <a:t>password</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access</a:t>
            </a:r>
            <a:r>
              <a:rPr sz="1200" spc="-40" dirty="0">
                <a:latin typeface="Times New Roman"/>
                <a:cs typeface="Times New Roman"/>
              </a:rPr>
              <a:t> </a:t>
            </a:r>
            <a:r>
              <a:rPr sz="1200" dirty="0">
                <a:latin typeface="Times New Roman"/>
                <a:cs typeface="Times New Roman"/>
              </a:rPr>
              <a:t>your</a:t>
            </a:r>
            <a:r>
              <a:rPr sz="1200" spc="-5"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p:txBody>
      </p:sp>
      <p:pic>
        <p:nvPicPr>
          <p:cNvPr id="10" name="object 10"/>
          <p:cNvPicPr/>
          <p:nvPr/>
        </p:nvPicPr>
        <p:blipFill>
          <a:blip r:embed="rId4" cstate="print"/>
          <a:stretch>
            <a:fillRect/>
          </a:stretch>
        </p:blipFill>
        <p:spPr>
          <a:xfrm>
            <a:off x="304800" y="304800"/>
            <a:ext cx="7165084" cy="9451022"/>
          </a:xfrm>
          <a:prstGeom prst="rect">
            <a:avLst/>
          </a:prstGeom>
        </p:spPr>
      </p:pic>
      <p:sp>
        <p:nvSpPr>
          <p:cNvPr id="11" name="object 11"/>
          <p:cNvSpPr txBox="1"/>
          <p:nvPr/>
        </p:nvSpPr>
        <p:spPr>
          <a:xfrm>
            <a:off x="6125845" y="9275733"/>
            <a:ext cx="709295" cy="180340"/>
          </a:xfrm>
          <a:prstGeom prst="rect">
            <a:avLst/>
          </a:prstGeom>
        </p:spPr>
        <p:txBody>
          <a:bodyPr vert="horz" wrap="square" lIns="0" tIns="0" rIns="0" bIns="0" rtlCol="0">
            <a:spAutoFit/>
          </a:bodyPr>
          <a:lstStyle/>
          <a:p>
            <a:pPr marL="12700">
              <a:lnSpc>
                <a:spcPts val="1300"/>
              </a:lnSpc>
            </a:pPr>
            <a:r>
              <a:rPr sz="1100" spc="-10" dirty="0">
                <a:latin typeface="Times New Roman"/>
                <a:cs typeface="Times New Roman"/>
              </a:rPr>
              <a:t>111</a:t>
            </a:r>
            <a:r>
              <a:rPr sz="1100" spc="-5"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solidFill>
                  <a:srgbClr val="7E7E7E"/>
                </a:solidFill>
                <a:latin typeface="Times New Roman"/>
                <a:cs typeface="Times New Roman"/>
              </a:rPr>
              <a:t>P</a:t>
            </a:r>
            <a:r>
              <a:rPr sz="1100" spc="15" dirty="0">
                <a:solidFill>
                  <a:srgbClr val="7E7E7E"/>
                </a:solidFill>
                <a:latin typeface="Times New Roman"/>
                <a:cs typeface="Times New Roman"/>
              </a:rPr>
              <a:t> </a:t>
            </a:r>
            <a:r>
              <a:rPr sz="1100" dirty="0">
                <a:solidFill>
                  <a:srgbClr val="7E7E7E"/>
                </a:solidFill>
                <a:latin typeface="Times New Roman"/>
                <a:cs typeface="Times New Roman"/>
              </a:rPr>
              <a:t>a</a:t>
            </a:r>
            <a:r>
              <a:rPr sz="1100" spc="-5" dirty="0">
                <a:solidFill>
                  <a:srgbClr val="7E7E7E"/>
                </a:solidFill>
                <a:latin typeface="Times New Roman"/>
                <a:cs typeface="Times New Roman"/>
              </a:rPr>
              <a:t> </a:t>
            </a:r>
            <a:r>
              <a:rPr sz="1100" dirty="0">
                <a:solidFill>
                  <a:srgbClr val="7E7E7E"/>
                </a:solidFill>
                <a:latin typeface="Times New Roman"/>
                <a:cs typeface="Times New Roman"/>
              </a:rPr>
              <a:t>g</a:t>
            </a:r>
            <a:r>
              <a:rPr sz="1100" spc="15"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650240" y="765111"/>
            <a:ext cx="6442075" cy="8185784"/>
            <a:chOff x="650240" y="765111"/>
            <a:chExt cx="6442075" cy="818578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196975" y="6211443"/>
              <a:ext cx="5224780" cy="2565399"/>
            </a:xfrm>
            <a:prstGeom prst="rect">
              <a:avLst/>
            </a:prstGeom>
          </p:spPr>
        </p:pic>
        <p:sp>
          <p:nvSpPr>
            <p:cNvPr id="6" name="object 6"/>
            <p:cNvSpPr/>
            <p:nvPr/>
          </p:nvSpPr>
          <p:spPr>
            <a:xfrm>
              <a:off x="1195387" y="6209919"/>
              <a:ext cx="5227955" cy="2568575"/>
            </a:xfrm>
            <a:custGeom>
              <a:avLst/>
              <a:gdLst/>
              <a:ahLst/>
              <a:cxnLst/>
              <a:rect l="l" t="t" r="r" b="b"/>
              <a:pathLst>
                <a:path w="5227955" h="2568575">
                  <a:moveTo>
                    <a:pt x="0" y="2568574"/>
                  </a:moveTo>
                  <a:lnTo>
                    <a:pt x="5227955" y="2568574"/>
                  </a:lnTo>
                  <a:lnTo>
                    <a:pt x="5227955" y="0"/>
                  </a:lnTo>
                  <a:lnTo>
                    <a:pt x="0" y="0"/>
                  </a:lnTo>
                  <a:lnTo>
                    <a:pt x="0" y="2568574"/>
                  </a:lnTo>
                  <a:close/>
                </a:path>
              </a:pathLst>
            </a:custGeom>
            <a:ln w="317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1344425" y="768349"/>
              <a:ext cx="5744460" cy="3337560"/>
            </a:xfrm>
            <a:prstGeom prst="rect">
              <a:avLst/>
            </a:prstGeom>
          </p:spPr>
        </p:pic>
        <p:sp>
          <p:nvSpPr>
            <p:cNvPr id="8" name="object 8"/>
            <p:cNvSpPr/>
            <p:nvPr/>
          </p:nvSpPr>
          <p:spPr>
            <a:xfrm>
              <a:off x="651827" y="766698"/>
              <a:ext cx="6438900" cy="3340735"/>
            </a:xfrm>
            <a:custGeom>
              <a:avLst/>
              <a:gdLst/>
              <a:ahLst/>
              <a:cxnLst/>
              <a:rect l="l" t="t" r="r" b="b"/>
              <a:pathLst>
                <a:path w="6438900" h="3340735">
                  <a:moveTo>
                    <a:pt x="0" y="3340735"/>
                  </a:moveTo>
                  <a:lnTo>
                    <a:pt x="6438646" y="3340735"/>
                  </a:lnTo>
                  <a:lnTo>
                    <a:pt x="6438646" y="0"/>
                  </a:lnTo>
                  <a:lnTo>
                    <a:pt x="0" y="0"/>
                  </a:lnTo>
                  <a:lnTo>
                    <a:pt x="0" y="3340735"/>
                  </a:lnTo>
                  <a:close/>
                </a:path>
              </a:pathLst>
            </a:custGeom>
            <a:ln w="3175">
              <a:solidFill>
                <a:srgbClr val="000000"/>
              </a:solidFill>
            </a:ln>
          </p:spPr>
          <p:txBody>
            <a:bodyPr wrap="square" lIns="0" tIns="0" rIns="0" bIns="0" rtlCol="0"/>
            <a:lstStyle/>
            <a:p>
              <a:endParaRPr/>
            </a:p>
          </p:txBody>
        </p:sp>
      </p:grpSp>
      <p:sp>
        <p:nvSpPr>
          <p:cNvPr id="9" name="object 9"/>
          <p:cNvSpPr txBox="1"/>
          <p:nvPr/>
        </p:nvSpPr>
        <p:spPr>
          <a:xfrm>
            <a:off x="902017" y="4260087"/>
            <a:ext cx="5634355" cy="1858010"/>
          </a:xfrm>
          <a:prstGeom prst="rect">
            <a:avLst/>
          </a:prstGeom>
        </p:spPr>
        <p:txBody>
          <a:bodyPr vert="horz" wrap="square" lIns="0" tIns="119380" rIns="0" bIns="0" rtlCol="0">
            <a:spAutoFit/>
          </a:bodyPr>
          <a:lstStyle/>
          <a:p>
            <a:pPr marL="12700">
              <a:lnSpc>
                <a:spcPct val="100000"/>
              </a:lnSpc>
              <a:spcBef>
                <a:spcPts val="940"/>
              </a:spcBef>
            </a:pPr>
            <a:r>
              <a:rPr sz="1200" b="1" spc="-10" dirty="0">
                <a:latin typeface="Times New Roman"/>
                <a:cs typeface="Times New Roman"/>
              </a:rPr>
              <a:t>Verification</a:t>
            </a:r>
            <a:r>
              <a:rPr sz="1200" b="1" spc="-35" dirty="0">
                <a:latin typeface="Times New Roman"/>
                <a:cs typeface="Times New Roman"/>
              </a:rPr>
              <a:t> </a:t>
            </a:r>
            <a:r>
              <a:rPr sz="1200" b="1" dirty="0">
                <a:latin typeface="Times New Roman"/>
                <a:cs typeface="Times New Roman"/>
              </a:rPr>
              <a:t>and</a:t>
            </a:r>
            <a:r>
              <a:rPr sz="1200" b="1" spc="-35" dirty="0">
                <a:latin typeface="Times New Roman"/>
                <a:cs typeface="Times New Roman"/>
              </a:rPr>
              <a:t> </a:t>
            </a:r>
            <a:r>
              <a:rPr sz="1200" b="1" dirty="0">
                <a:latin typeface="Times New Roman"/>
                <a:cs typeface="Times New Roman"/>
              </a:rPr>
              <a:t>Password</a:t>
            </a:r>
            <a:r>
              <a:rPr sz="1200" b="1" spc="-35" dirty="0">
                <a:latin typeface="Times New Roman"/>
                <a:cs typeface="Times New Roman"/>
              </a:rPr>
              <a:t> </a:t>
            </a:r>
            <a:r>
              <a:rPr sz="1200" b="1" dirty="0">
                <a:latin typeface="Times New Roman"/>
                <a:cs typeface="Times New Roman"/>
              </a:rPr>
              <a:t>Reset</a:t>
            </a:r>
            <a:r>
              <a:rPr sz="1200" b="1" spc="-25" dirty="0">
                <a:latin typeface="Times New Roman"/>
                <a:cs typeface="Times New Roman"/>
              </a:rPr>
              <a:t> </a:t>
            </a:r>
            <a:r>
              <a:rPr sz="1200" b="1" dirty="0">
                <a:latin typeface="Times New Roman"/>
                <a:cs typeface="Times New Roman"/>
              </a:rPr>
              <a:t>by</a:t>
            </a:r>
            <a:r>
              <a:rPr sz="1200" b="1" spc="-25" dirty="0">
                <a:latin typeface="Times New Roman"/>
                <a:cs typeface="Times New Roman"/>
              </a:rPr>
              <a:t> </a:t>
            </a:r>
            <a:r>
              <a:rPr sz="1200" b="1" dirty="0">
                <a:latin typeface="Times New Roman"/>
                <a:cs typeface="Times New Roman"/>
              </a:rPr>
              <a:t>Company</a:t>
            </a:r>
            <a:r>
              <a:rPr sz="1200" b="1" spc="-30" dirty="0">
                <a:latin typeface="Times New Roman"/>
                <a:cs typeface="Times New Roman"/>
              </a:rPr>
              <a:t> </a:t>
            </a:r>
            <a:r>
              <a:rPr sz="1200" b="1" spc="-10" dirty="0">
                <a:latin typeface="Times New Roman"/>
                <a:cs typeface="Times New Roman"/>
              </a:rPr>
              <a:t>User:</a:t>
            </a:r>
            <a:endParaRPr sz="1200">
              <a:latin typeface="Times New Roman"/>
              <a:cs typeface="Times New Roman"/>
            </a:endParaRPr>
          </a:p>
          <a:p>
            <a:pPr marL="12700">
              <a:lnSpc>
                <a:spcPct val="100000"/>
              </a:lnSpc>
              <a:spcBef>
                <a:spcPts val="844"/>
              </a:spcBef>
            </a:pPr>
            <a:r>
              <a:rPr sz="1200" dirty="0">
                <a:latin typeface="Times New Roman"/>
                <a:cs typeface="Times New Roman"/>
              </a:rPr>
              <a:t>The</a:t>
            </a:r>
            <a:r>
              <a:rPr sz="1200" spc="-20" dirty="0">
                <a:latin typeface="Times New Roman"/>
                <a:cs typeface="Times New Roman"/>
              </a:rPr>
              <a:t> </a:t>
            </a:r>
            <a:r>
              <a:rPr sz="1200" b="1" spc="-10" dirty="0">
                <a:latin typeface="Times New Roman"/>
                <a:cs typeface="Times New Roman"/>
              </a:rPr>
              <a:t>company’s</a:t>
            </a:r>
            <a:r>
              <a:rPr sz="1200" b="1" spc="-30" dirty="0">
                <a:latin typeface="Times New Roman"/>
                <a:cs typeface="Times New Roman"/>
              </a:rPr>
              <a:t> </a:t>
            </a:r>
            <a:r>
              <a:rPr sz="1200" b="1" dirty="0">
                <a:latin typeface="Times New Roman"/>
                <a:cs typeface="Times New Roman"/>
              </a:rPr>
              <a:t>admin</a:t>
            </a:r>
            <a:r>
              <a:rPr sz="1200" b="1" spc="-35" dirty="0">
                <a:latin typeface="Times New Roman"/>
                <a:cs typeface="Times New Roman"/>
              </a:rPr>
              <a:t> </a:t>
            </a:r>
            <a:r>
              <a:rPr sz="1200" b="1" dirty="0">
                <a:latin typeface="Times New Roman"/>
                <a:cs typeface="Times New Roman"/>
              </a:rPr>
              <a:t>or</a:t>
            </a:r>
            <a:r>
              <a:rPr sz="1200" b="1" spc="-35" dirty="0">
                <a:latin typeface="Times New Roman"/>
                <a:cs typeface="Times New Roman"/>
              </a:rPr>
              <a:t> </a:t>
            </a:r>
            <a:r>
              <a:rPr sz="1200" b="1" dirty="0">
                <a:latin typeface="Times New Roman"/>
                <a:cs typeface="Times New Roman"/>
              </a:rPr>
              <a:t>support</a:t>
            </a:r>
            <a:r>
              <a:rPr sz="1200" b="1" spc="-20" dirty="0">
                <a:latin typeface="Times New Roman"/>
                <a:cs typeface="Times New Roman"/>
              </a:rPr>
              <a:t> </a:t>
            </a:r>
            <a:r>
              <a:rPr sz="1200" b="1" dirty="0">
                <a:latin typeface="Times New Roman"/>
                <a:cs typeface="Times New Roman"/>
              </a:rPr>
              <a:t>team</a:t>
            </a:r>
            <a:r>
              <a:rPr sz="1200" b="1" spc="-15" dirty="0">
                <a:latin typeface="Times New Roman"/>
                <a:cs typeface="Times New Roman"/>
              </a:rPr>
              <a:t> </a:t>
            </a:r>
            <a:r>
              <a:rPr sz="1200" dirty="0">
                <a:latin typeface="Times New Roman"/>
                <a:cs typeface="Times New Roman"/>
              </a:rPr>
              <a:t>reviews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submitted</a:t>
            </a:r>
            <a:r>
              <a:rPr sz="1200" spc="-20" dirty="0">
                <a:latin typeface="Times New Roman"/>
                <a:cs typeface="Times New Roman"/>
              </a:rPr>
              <a:t> OTP.</a:t>
            </a:r>
            <a:endParaRPr sz="1200">
              <a:latin typeface="Times New Roman"/>
              <a:cs typeface="Times New Roman"/>
            </a:endParaRPr>
          </a:p>
          <a:p>
            <a:pPr marL="12700">
              <a:lnSpc>
                <a:spcPct val="100000"/>
              </a:lnSpc>
              <a:spcBef>
                <a:spcPts val="860"/>
              </a:spcBef>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matches,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support</a:t>
            </a:r>
            <a:r>
              <a:rPr sz="1200" spc="-20" dirty="0">
                <a:latin typeface="Times New Roman"/>
                <a:cs typeface="Times New Roman"/>
              </a:rPr>
              <a:t> </a:t>
            </a:r>
            <a:r>
              <a:rPr sz="1200" dirty="0">
                <a:latin typeface="Times New Roman"/>
                <a:cs typeface="Times New Roman"/>
              </a:rPr>
              <a:t>team</a:t>
            </a:r>
            <a:r>
              <a:rPr sz="1200" spc="-20" dirty="0">
                <a:latin typeface="Times New Roman"/>
                <a:cs typeface="Times New Roman"/>
              </a:rPr>
              <a:t> </a:t>
            </a:r>
            <a:r>
              <a:rPr sz="1200" dirty="0">
                <a:latin typeface="Times New Roman"/>
                <a:cs typeface="Times New Roman"/>
              </a:rPr>
              <a:t>proceeds</a:t>
            </a:r>
            <a:r>
              <a:rPr sz="1200" spc="-30" dirty="0">
                <a:latin typeface="Times New Roman"/>
                <a:cs typeface="Times New Roman"/>
              </a:rPr>
              <a:t> </a:t>
            </a:r>
            <a:r>
              <a:rPr sz="1200" dirty="0">
                <a:latin typeface="Times New Roman"/>
                <a:cs typeface="Times New Roman"/>
              </a:rPr>
              <a:t>to </a:t>
            </a:r>
            <a:r>
              <a:rPr sz="1200" b="1" dirty="0">
                <a:latin typeface="Times New Roman"/>
                <a:cs typeface="Times New Roman"/>
              </a:rPr>
              <a:t>set</a:t>
            </a:r>
            <a:r>
              <a:rPr sz="1200" b="1" spc="-25" dirty="0">
                <a:latin typeface="Times New Roman"/>
                <a:cs typeface="Times New Roman"/>
              </a:rPr>
              <a:t> </a:t>
            </a:r>
            <a:r>
              <a:rPr sz="1200" b="1" dirty="0">
                <a:latin typeface="Times New Roman"/>
                <a:cs typeface="Times New Roman"/>
              </a:rPr>
              <a:t>a</a:t>
            </a:r>
            <a:r>
              <a:rPr sz="1200" b="1" spc="-25" dirty="0">
                <a:latin typeface="Times New Roman"/>
                <a:cs typeface="Times New Roman"/>
              </a:rPr>
              <a:t> </a:t>
            </a:r>
            <a:r>
              <a:rPr sz="1200" b="1" dirty="0">
                <a:latin typeface="Times New Roman"/>
                <a:cs typeface="Times New Roman"/>
              </a:rPr>
              <a:t>new</a:t>
            </a:r>
            <a:r>
              <a:rPr sz="1200" b="1" spc="-30" dirty="0">
                <a:latin typeface="Times New Roman"/>
                <a:cs typeface="Times New Roman"/>
              </a:rPr>
              <a:t> </a:t>
            </a:r>
            <a:r>
              <a:rPr sz="1200" b="1" dirty="0">
                <a:latin typeface="Times New Roman"/>
                <a:cs typeface="Times New Roman"/>
              </a:rPr>
              <a:t>password</a:t>
            </a:r>
            <a:r>
              <a:rPr sz="1200" b="1"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marR="333375">
              <a:lnSpc>
                <a:spcPct val="104200"/>
              </a:lnSpc>
              <a:spcBef>
                <a:spcPts val="780"/>
              </a:spcBef>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incorrect,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notifies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retry,</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process</a:t>
            </a:r>
            <a:r>
              <a:rPr sz="1200" spc="-35" dirty="0">
                <a:latin typeface="Times New Roman"/>
                <a:cs typeface="Times New Roman"/>
              </a:rPr>
              <a:t> </a:t>
            </a:r>
            <a:r>
              <a:rPr sz="1200" dirty="0">
                <a:latin typeface="Times New Roman"/>
                <a:cs typeface="Times New Roman"/>
              </a:rPr>
              <a:t>may</a:t>
            </a:r>
            <a:r>
              <a:rPr sz="1200" spc="-45" dirty="0">
                <a:latin typeface="Times New Roman"/>
                <a:cs typeface="Times New Roman"/>
              </a:rPr>
              <a:t> </a:t>
            </a:r>
            <a:r>
              <a:rPr sz="1200" spc="-25" dirty="0">
                <a:latin typeface="Times New Roman"/>
                <a:cs typeface="Times New Roman"/>
              </a:rPr>
              <a:t>be </a:t>
            </a:r>
            <a:r>
              <a:rPr sz="1200" dirty="0">
                <a:latin typeface="Times New Roman"/>
                <a:cs typeface="Times New Roman"/>
              </a:rPr>
              <a:t>temporarily</a:t>
            </a:r>
            <a:r>
              <a:rPr sz="1200" spc="-40" dirty="0">
                <a:latin typeface="Times New Roman"/>
                <a:cs typeface="Times New Roman"/>
              </a:rPr>
              <a:t> </a:t>
            </a:r>
            <a:r>
              <a:rPr sz="1200" dirty="0">
                <a:latin typeface="Times New Roman"/>
                <a:cs typeface="Times New Roman"/>
              </a:rPr>
              <a:t>locked</a:t>
            </a:r>
            <a:r>
              <a:rPr sz="1200" spc="-60" dirty="0">
                <a:latin typeface="Times New Roman"/>
                <a:cs typeface="Times New Roman"/>
              </a:rPr>
              <a:t> </a:t>
            </a:r>
            <a:r>
              <a:rPr sz="1200" dirty="0">
                <a:latin typeface="Times New Roman"/>
                <a:cs typeface="Times New Roman"/>
              </a:rPr>
              <a:t>after</a:t>
            </a:r>
            <a:r>
              <a:rPr sz="1200" spc="-55" dirty="0">
                <a:latin typeface="Times New Roman"/>
                <a:cs typeface="Times New Roman"/>
              </a:rPr>
              <a:t> </a:t>
            </a:r>
            <a:r>
              <a:rPr sz="1200" dirty="0">
                <a:latin typeface="Times New Roman"/>
                <a:cs typeface="Times New Roman"/>
              </a:rPr>
              <a:t>multiple</a:t>
            </a:r>
            <a:r>
              <a:rPr sz="1200" spc="-30" dirty="0">
                <a:latin typeface="Times New Roman"/>
                <a:cs typeface="Times New Roman"/>
              </a:rPr>
              <a:t> </a:t>
            </a:r>
            <a:r>
              <a:rPr sz="1200" dirty="0">
                <a:latin typeface="Times New Roman"/>
                <a:cs typeface="Times New Roman"/>
              </a:rPr>
              <a:t>failed</a:t>
            </a:r>
            <a:r>
              <a:rPr sz="1200" spc="-40" dirty="0">
                <a:latin typeface="Times New Roman"/>
                <a:cs typeface="Times New Roman"/>
              </a:rPr>
              <a:t> </a:t>
            </a:r>
            <a:r>
              <a:rPr sz="1200" spc="-10" dirty="0">
                <a:latin typeface="Times New Roman"/>
                <a:cs typeface="Times New Roman"/>
              </a:rPr>
              <a:t>attempts.</a:t>
            </a:r>
            <a:endParaRPr sz="1200">
              <a:latin typeface="Times New Roman"/>
              <a:cs typeface="Times New Roman"/>
            </a:endParaRPr>
          </a:p>
          <a:p>
            <a:pPr marL="12700" marR="5080">
              <a:lnSpc>
                <a:spcPct val="104299"/>
              </a:lnSpc>
              <a:spcBef>
                <a:spcPts val="775"/>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then</a:t>
            </a:r>
            <a:r>
              <a:rPr sz="1200" spc="-20" dirty="0">
                <a:latin typeface="Times New Roman"/>
                <a:cs typeface="Times New Roman"/>
              </a:rPr>
              <a:t> </a:t>
            </a:r>
            <a:r>
              <a:rPr sz="1200" b="1" dirty="0">
                <a:latin typeface="Times New Roman"/>
                <a:cs typeface="Times New Roman"/>
              </a:rPr>
              <a:t>sets</a:t>
            </a:r>
            <a:r>
              <a:rPr sz="1200" b="1" spc="-30" dirty="0">
                <a:latin typeface="Times New Roman"/>
                <a:cs typeface="Times New Roman"/>
              </a:rPr>
              <a:t> </a:t>
            </a:r>
            <a:r>
              <a:rPr sz="1200" b="1" dirty="0">
                <a:latin typeface="Times New Roman"/>
                <a:cs typeface="Times New Roman"/>
              </a:rPr>
              <a:t>the</a:t>
            </a:r>
            <a:r>
              <a:rPr sz="1200" b="1" spc="-20" dirty="0">
                <a:latin typeface="Times New Roman"/>
                <a:cs typeface="Times New Roman"/>
              </a:rPr>
              <a:t> </a:t>
            </a:r>
            <a:r>
              <a:rPr sz="1200" b="1" dirty="0">
                <a:latin typeface="Times New Roman"/>
                <a:cs typeface="Times New Roman"/>
              </a:rPr>
              <a:t>new</a:t>
            </a:r>
            <a:r>
              <a:rPr sz="1200" b="1" spc="-30" dirty="0">
                <a:latin typeface="Times New Roman"/>
                <a:cs typeface="Times New Roman"/>
              </a:rPr>
              <a:t> </a:t>
            </a:r>
            <a:r>
              <a:rPr sz="1200" b="1" dirty="0">
                <a:latin typeface="Times New Roman"/>
                <a:cs typeface="Times New Roman"/>
              </a:rPr>
              <a:t>password</a:t>
            </a:r>
            <a:r>
              <a:rPr sz="1200" b="1" spc="-25"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securely</a:t>
            </a:r>
            <a:r>
              <a:rPr sz="1200" spc="-20" dirty="0">
                <a:latin typeface="Times New Roman"/>
                <a:cs typeface="Times New Roman"/>
              </a:rPr>
              <a:t>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customer’s </a:t>
            </a:r>
            <a:r>
              <a:rPr sz="1200" dirty="0">
                <a:latin typeface="Times New Roman"/>
                <a:cs typeface="Times New Roman"/>
              </a:rPr>
              <a:t>account</a:t>
            </a:r>
            <a:r>
              <a:rPr sz="1200" spc="-45" dirty="0">
                <a:latin typeface="Times New Roman"/>
                <a:cs typeface="Times New Roman"/>
              </a:rPr>
              <a:t> </a:t>
            </a:r>
            <a:r>
              <a:rPr sz="1200" spc="-10" dirty="0">
                <a:latin typeface="Times New Roman"/>
                <a:cs typeface="Times New Roman"/>
              </a:rPr>
              <a:t>credentials.</a:t>
            </a:r>
            <a:endParaRPr sz="1200">
              <a:latin typeface="Times New Roman"/>
              <a:cs typeface="Times New Roman"/>
            </a:endParaRPr>
          </a:p>
        </p:txBody>
      </p:sp>
      <p:grpSp>
        <p:nvGrpSpPr>
          <p:cNvPr id="10" name="object 10"/>
          <p:cNvGrpSpPr/>
          <p:nvPr/>
        </p:nvGrpSpPr>
        <p:grpSpPr>
          <a:xfrm>
            <a:off x="304800" y="304800"/>
            <a:ext cx="7165340" cy="9451340"/>
            <a:chOff x="304800" y="304800"/>
            <a:chExt cx="7165340" cy="9451340"/>
          </a:xfrm>
        </p:grpSpPr>
        <p:sp>
          <p:nvSpPr>
            <p:cNvPr id="11" name="object 11"/>
            <p:cNvSpPr/>
            <p:nvPr/>
          </p:nvSpPr>
          <p:spPr>
            <a:xfrm>
              <a:off x="3879850" y="2009775"/>
              <a:ext cx="381000" cy="1254125"/>
            </a:xfrm>
            <a:custGeom>
              <a:avLst/>
              <a:gdLst/>
              <a:ahLst/>
              <a:cxnLst/>
              <a:rect l="l" t="t" r="r" b="b"/>
              <a:pathLst>
                <a:path w="381000" h="1254125">
                  <a:moveTo>
                    <a:pt x="381000" y="0"/>
                  </a:moveTo>
                  <a:lnTo>
                    <a:pt x="0" y="0"/>
                  </a:lnTo>
                  <a:lnTo>
                    <a:pt x="0" y="1254125"/>
                  </a:lnTo>
                  <a:lnTo>
                    <a:pt x="381000" y="1254125"/>
                  </a:lnTo>
                  <a:lnTo>
                    <a:pt x="381000" y="0"/>
                  </a:lnTo>
                  <a:close/>
                </a:path>
              </a:pathLst>
            </a:custGeom>
            <a:solidFill>
              <a:srgbClr val="FFFFFF"/>
            </a:solidFill>
          </p:spPr>
          <p:txBody>
            <a:bodyPr wrap="square" lIns="0" tIns="0" rIns="0" bIns="0" rtlCol="0"/>
            <a:lstStyle/>
            <a:p>
              <a:endParaRPr/>
            </a:p>
          </p:txBody>
        </p:sp>
        <p:pic>
          <p:nvPicPr>
            <p:cNvPr id="12" name="object 12"/>
            <p:cNvPicPr/>
            <p:nvPr/>
          </p:nvPicPr>
          <p:blipFill>
            <a:blip r:embed="rId4" cstate="print"/>
            <a:stretch>
              <a:fillRect/>
            </a:stretch>
          </p:blipFill>
          <p:spPr>
            <a:xfrm>
              <a:off x="304800" y="304800"/>
              <a:ext cx="7165084" cy="9451022"/>
            </a:xfrm>
            <a:prstGeom prst="rect">
              <a:avLst/>
            </a:prstGeom>
          </p:spPr>
        </p:pic>
      </p:gr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112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42925" y="2729547"/>
            <a:ext cx="6711315" cy="6221095"/>
            <a:chOff x="542925" y="2729547"/>
            <a:chExt cx="6711315" cy="622109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1161092" y="2732786"/>
              <a:ext cx="6089718" cy="3048634"/>
            </a:xfrm>
            <a:prstGeom prst="rect">
              <a:avLst/>
            </a:prstGeom>
          </p:spPr>
        </p:pic>
        <p:sp>
          <p:nvSpPr>
            <p:cNvPr id="5" name="object 5"/>
            <p:cNvSpPr/>
            <p:nvPr/>
          </p:nvSpPr>
          <p:spPr>
            <a:xfrm>
              <a:off x="544512" y="2731135"/>
              <a:ext cx="6708140" cy="3051810"/>
            </a:xfrm>
            <a:custGeom>
              <a:avLst/>
              <a:gdLst/>
              <a:ahLst/>
              <a:cxnLst/>
              <a:rect l="l" t="t" r="r" b="b"/>
              <a:pathLst>
                <a:path w="6708140" h="3051810">
                  <a:moveTo>
                    <a:pt x="0" y="3051810"/>
                  </a:moveTo>
                  <a:lnTo>
                    <a:pt x="6707885" y="3051810"/>
                  </a:lnTo>
                  <a:lnTo>
                    <a:pt x="6707885" y="0"/>
                  </a:lnTo>
                  <a:lnTo>
                    <a:pt x="0" y="0"/>
                  </a:lnTo>
                  <a:lnTo>
                    <a:pt x="0" y="3051810"/>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21367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400" b="1" dirty="0">
                <a:latin typeface="Times New Roman"/>
                <a:cs typeface="Times New Roman"/>
              </a:rPr>
              <a:t>New</a:t>
            </a:r>
            <a:r>
              <a:rPr sz="1400" b="1" spc="-40" dirty="0">
                <a:latin typeface="Times New Roman"/>
                <a:cs typeface="Times New Roman"/>
              </a:rPr>
              <a:t> </a:t>
            </a:r>
            <a:r>
              <a:rPr sz="1400" b="1" dirty="0">
                <a:latin typeface="Times New Roman"/>
                <a:cs typeface="Times New Roman"/>
              </a:rPr>
              <a:t>Password</a:t>
            </a:r>
            <a:r>
              <a:rPr sz="1400" b="1" spc="-30" dirty="0">
                <a:latin typeface="Times New Roman"/>
                <a:cs typeface="Times New Roman"/>
              </a:rPr>
              <a:t> </a:t>
            </a:r>
            <a:r>
              <a:rPr sz="1400" b="1" dirty="0">
                <a:latin typeface="Times New Roman"/>
                <a:cs typeface="Times New Roman"/>
              </a:rPr>
              <a:t>Provided</a:t>
            </a:r>
            <a:r>
              <a:rPr sz="1400" b="1" spc="-45" dirty="0">
                <a:latin typeface="Times New Roman"/>
                <a:cs typeface="Times New Roman"/>
              </a:rPr>
              <a:t> </a:t>
            </a:r>
            <a:r>
              <a:rPr sz="1400" b="1" dirty="0">
                <a:latin typeface="Times New Roman"/>
                <a:cs typeface="Times New Roman"/>
              </a:rPr>
              <a:t>to</a:t>
            </a:r>
            <a:r>
              <a:rPr sz="1400" b="1" spc="-30" dirty="0">
                <a:latin typeface="Times New Roman"/>
                <a:cs typeface="Times New Roman"/>
              </a:rPr>
              <a:t> </a:t>
            </a:r>
            <a:r>
              <a:rPr sz="1400" b="1" spc="-10" dirty="0">
                <a:latin typeface="Times New Roman"/>
                <a:cs typeface="Times New Roman"/>
              </a:rPr>
              <a:t>Customer:</a:t>
            </a:r>
            <a:endParaRPr sz="1400">
              <a:latin typeface="Times New Roman"/>
              <a:cs typeface="Times New Roman"/>
            </a:endParaRPr>
          </a:p>
          <a:p>
            <a:pPr marL="12700" marR="391795">
              <a:lnSpc>
                <a:spcPct val="102800"/>
              </a:lnSpc>
              <a:spcBef>
                <a:spcPts val="819"/>
              </a:spcBef>
            </a:pPr>
            <a:r>
              <a:rPr sz="1200" dirty="0">
                <a:latin typeface="Times New Roman"/>
                <a:cs typeface="Times New Roman"/>
              </a:rPr>
              <a:t>Once</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password</a:t>
            </a:r>
            <a:r>
              <a:rPr sz="1200" spc="-2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successfully</a:t>
            </a:r>
            <a:r>
              <a:rPr sz="1200" spc="-25" dirty="0">
                <a:latin typeface="Times New Roman"/>
                <a:cs typeface="Times New Roman"/>
              </a:rPr>
              <a:t> </a:t>
            </a:r>
            <a:r>
              <a:rPr sz="1200" dirty="0">
                <a:latin typeface="Times New Roman"/>
                <a:cs typeface="Times New Roman"/>
              </a:rPr>
              <a:t>reset,</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company</a:t>
            </a:r>
            <a:r>
              <a:rPr sz="1200" spc="-25" dirty="0">
                <a:latin typeface="Times New Roman"/>
                <a:cs typeface="Times New Roman"/>
              </a:rPr>
              <a:t> </a:t>
            </a:r>
            <a:r>
              <a:rPr sz="1200" dirty="0">
                <a:latin typeface="Times New Roman"/>
                <a:cs typeface="Times New Roman"/>
              </a:rPr>
              <a:t>user</a:t>
            </a:r>
            <a:r>
              <a:rPr sz="1200" spc="5" dirty="0">
                <a:latin typeface="Times New Roman"/>
                <a:cs typeface="Times New Roman"/>
              </a:rPr>
              <a:t> </a:t>
            </a:r>
            <a:r>
              <a:rPr sz="1200" b="1" dirty="0">
                <a:latin typeface="Times New Roman"/>
                <a:cs typeface="Times New Roman"/>
              </a:rPr>
              <a:t>sends</a:t>
            </a:r>
            <a:r>
              <a:rPr sz="1200" b="1" spc="-35" dirty="0">
                <a:latin typeface="Times New Roman"/>
                <a:cs typeface="Times New Roman"/>
              </a:rPr>
              <a:t> </a:t>
            </a:r>
            <a:r>
              <a:rPr sz="1200" b="1" dirty="0">
                <a:latin typeface="Times New Roman"/>
                <a:cs typeface="Times New Roman"/>
              </a:rPr>
              <a:t>the</a:t>
            </a:r>
            <a:r>
              <a:rPr sz="1200" b="1" spc="-20" dirty="0">
                <a:latin typeface="Times New Roman"/>
                <a:cs typeface="Times New Roman"/>
              </a:rPr>
              <a:t> </a:t>
            </a:r>
            <a:r>
              <a:rPr sz="1200" b="1" dirty="0">
                <a:latin typeface="Times New Roman"/>
                <a:cs typeface="Times New Roman"/>
              </a:rPr>
              <a:t>new</a:t>
            </a:r>
            <a:r>
              <a:rPr sz="1200" b="1" spc="-35" dirty="0">
                <a:latin typeface="Times New Roman"/>
                <a:cs typeface="Times New Roman"/>
              </a:rPr>
              <a:t> </a:t>
            </a:r>
            <a:r>
              <a:rPr sz="1200" b="1" dirty="0">
                <a:latin typeface="Times New Roman"/>
                <a:cs typeface="Times New Roman"/>
              </a:rPr>
              <a:t>password</a:t>
            </a:r>
            <a:r>
              <a:rPr sz="1200" b="1" spc="-35" dirty="0">
                <a:latin typeface="Times New Roman"/>
                <a:cs typeface="Times New Roman"/>
              </a:rPr>
              <a:t> </a:t>
            </a:r>
            <a:r>
              <a:rPr sz="1200" b="1" dirty="0">
                <a:latin typeface="Times New Roman"/>
                <a:cs typeface="Times New Roman"/>
              </a:rPr>
              <a:t>to</a:t>
            </a:r>
            <a:r>
              <a:rPr sz="1200" b="1" spc="-20" dirty="0">
                <a:latin typeface="Times New Roman"/>
                <a:cs typeface="Times New Roman"/>
              </a:rPr>
              <a:t> </a:t>
            </a:r>
            <a:r>
              <a:rPr sz="1200" b="1" spc="-25" dirty="0">
                <a:latin typeface="Times New Roman"/>
                <a:cs typeface="Times New Roman"/>
              </a:rPr>
              <a:t>the </a:t>
            </a:r>
            <a:r>
              <a:rPr sz="1200" b="1" dirty="0">
                <a:latin typeface="Times New Roman"/>
                <a:cs typeface="Times New Roman"/>
              </a:rPr>
              <a:t>customer</a:t>
            </a:r>
            <a:r>
              <a:rPr sz="1200" b="1" spc="-20" dirty="0">
                <a:latin typeface="Times New Roman"/>
                <a:cs typeface="Times New Roman"/>
              </a:rPr>
              <a:t> </a:t>
            </a:r>
            <a:r>
              <a:rPr sz="1200" dirty="0">
                <a:latin typeface="Times New Roman"/>
                <a:cs typeface="Times New Roman"/>
              </a:rPr>
              <a:t>through</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secure</a:t>
            </a:r>
            <a:r>
              <a:rPr sz="1200" spc="-20" dirty="0">
                <a:latin typeface="Times New Roman"/>
                <a:cs typeface="Times New Roman"/>
              </a:rPr>
              <a:t> </a:t>
            </a:r>
            <a:r>
              <a:rPr sz="1200" dirty="0">
                <a:latin typeface="Times New Roman"/>
                <a:cs typeface="Times New Roman"/>
              </a:rPr>
              <a:t>method</a:t>
            </a:r>
            <a:r>
              <a:rPr sz="1200" spc="-25" dirty="0">
                <a:latin typeface="Times New Roman"/>
                <a:cs typeface="Times New Roman"/>
              </a:rPr>
              <a:t> </a:t>
            </a:r>
            <a:r>
              <a:rPr sz="1200" dirty="0">
                <a:latin typeface="Times New Roman"/>
                <a:cs typeface="Times New Roman"/>
              </a:rPr>
              <a:t>(e.g.,</a:t>
            </a:r>
            <a:r>
              <a:rPr sz="1200" spc="-45" dirty="0">
                <a:latin typeface="Times New Roman"/>
                <a:cs typeface="Times New Roman"/>
              </a:rPr>
              <a:t> </a:t>
            </a:r>
            <a:r>
              <a:rPr sz="1200" dirty="0">
                <a:latin typeface="Times New Roman"/>
                <a:cs typeface="Times New Roman"/>
              </a:rPr>
              <a:t>via</a:t>
            </a:r>
            <a:r>
              <a:rPr sz="1200" spc="-20" dirty="0">
                <a:latin typeface="Times New Roman"/>
                <a:cs typeface="Times New Roman"/>
              </a:rPr>
              <a:t> </a:t>
            </a:r>
            <a:r>
              <a:rPr sz="1200" spc="-10" dirty="0">
                <a:latin typeface="Times New Roman"/>
                <a:cs typeface="Times New Roman"/>
              </a:rPr>
              <a:t>email).</a:t>
            </a:r>
            <a:endParaRPr sz="1200">
              <a:latin typeface="Times New Roman"/>
              <a:cs typeface="Times New Roman"/>
            </a:endParaRPr>
          </a:p>
          <a:p>
            <a:pPr marL="12700" marR="385445">
              <a:lnSpc>
                <a:spcPct val="103000"/>
              </a:lnSpc>
              <a:spcBef>
                <a:spcPts val="815"/>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0" dirty="0">
                <a:latin typeface="Times New Roman"/>
                <a:cs typeface="Times New Roman"/>
              </a:rPr>
              <a:t> </a:t>
            </a:r>
            <a:r>
              <a:rPr sz="1200" dirty="0">
                <a:latin typeface="Times New Roman"/>
                <a:cs typeface="Times New Roman"/>
              </a:rPr>
              <a:t>receives</a:t>
            </a:r>
            <a:r>
              <a:rPr sz="1200" spc="-30" dirty="0">
                <a:latin typeface="Times New Roman"/>
                <a:cs typeface="Times New Roman"/>
              </a:rPr>
              <a:t> </a:t>
            </a:r>
            <a:r>
              <a:rPr sz="1200" dirty="0">
                <a:latin typeface="Times New Roman"/>
                <a:cs typeface="Times New Roman"/>
              </a:rPr>
              <a:t>an</a:t>
            </a:r>
            <a:r>
              <a:rPr sz="1200" spc="-5" dirty="0">
                <a:latin typeface="Times New Roman"/>
                <a:cs typeface="Times New Roman"/>
              </a:rPr>
              <a:t> </a:t>
            </a:r>
            <a:r>
              <a:rPr sz="1200" b="1" dirty="0">
                <a:latin typeface="Times New Roman"/>
                <a:cs typeface="Times New Roman"/>
              </a:rPr>
              <a:t>email</a:t>
            </a:r>
            <a:r>
              <a:rPr sz="1200" b="1" spc="-15"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instructed</a:t>
            </a:r>
            <a:r>
              <a:rPr sz="1200" spc="-2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log</a:t>
            </a:r>
            <a:r>
              <a:rPr sz="1200" spc="-20"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using</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updated</a:t>
            </a:r>
            <a:r>
              <a:rPr sz="1200" spc="-25" dirty="0">
                <a:latin typeface="Times New Roman"/>
                <a:cs typeface="Times New Roman"/>
              </a:rPr>
              <a:t> </a:t>
            </a:r>
            <a:r>
              <a:rPr sz="1200" spc="-10" dirty="0">
                <a:latin typeface="Times New Roman"/>
                <a:cs typeface="Times New Roman"/>
              </a:rPr>
              <a:t>credentials.</a:t>
            </a:r>
            <a:endParaRPr sz="1200">
              <a:latin typeface="Times New Roman"/>
              <a:cs typeface="Times New Roman"/>
            </a:endParaRPr>
          </a:p>
          <a:p>
            <a:pPr>
              <a:lnSpc>
                <a:spcPct val="100000"/>
              </a:lnSpc>
              <a:spcBef>
                <a:spcPts val="960"/>
              </a:spcBef>
            </a:pPr>
            <a:endParaRPr sz="1200">
              <a:latin typeface="Times New Roman"/>
              <a:cs typeface="Times New Roman"/>
            </a:endParaRPr>
          </a:p>
          <a:p>
            <a:pPr marL="12700">
              <a:lnSpc>
                <a:spcPct val="100000"/>
              </a:lnSpc>
            </a:pPr>
            <a:r>
              <a:rPr sz="1200" b="1" dirty="0">
                <a:latin typeface="Times New Roman"/>
                <a:cs typeface="Times New Roman"/>
              </a:rPr>
              <a:t>Login</a:t>
            </a:r>
            <a:r>
              <a:rPr sz="1200" b="1" spc="-30" dirty="0">
                <a:latin typeface="Times New Roman"/>
                <a:cs typeface="Times New Roman"/>
              </a:rPr>
              <a:t> </a:t>
            </a:r>
            <a:r>
              <a:rPr sz="1200" b="1" dirty="0">
                <a:latin typeface="Times New Roman"/>
                <a:cs typeface="Times New Roman"/>
              </a:rPr>
              <a:t>with</a:t>
            </a:r>
            <a:r>
              <a:rPr sz="1200" b="1" spc="-25" dirty="0">
                <a:latin typeface="Times New Roman"/>
                <a:cs typeface="Times New Roman"/>
              </a:rPr>
              <a:t> </a:t>
            </a:r>
            <a:r>
              <a:rPr sz="1200" b="1" dirty="0">
                <a:latin typeface="Times New Roman"/>
                <a:cs typeface="Times New Roman"/>
              </a:rPr>
              <a:t>New</a:t>
            </a:r>
            <a:r>
              <a:rPr sz="1200" b="1" spc="-25" dirty="0">
                <a:latin typeface="Times New Roman"/>
                <a:cs typeface="Times New Roman"/>
              </a:rPr>
              <a:t> </a:t>
            </a:r>
            <a:r>
              <a:rPr sz="1200" b="1" spc="-10" dirty="0">
                <a:latin typeface="Times New Roman"/>
                <a:cs typeface="Times New Roman"/>
              </a:rPr>
              <a:t>Password:</a:t>
            </a:r>
            <a:endParaRPr sz="1200">
              <a:latin typeface="Times New Roman"/>
              <a:cs typeface="Times New Roman"/>
            </a:endParaRPr>
          </a:p>
        </p:txBody>
      </p:sp>
      <p:sp>
        <p:nvSpPr>
          <p:cNvPr id="7" name="object 7"/>
          <p:cNvSpPr txBox="1"/>
          <p:nvPr/>
        </p:nvSpPr>
        <p:spPr>
          <a:xfrm>
            <a:off x="902017" y="6143244"/>
            <a:ext cx="5475605" cy="790575"/>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now</a:t>
            </a:r>
            <a:r>
              <a:rPr sz="1200" spc="-25" dirty="0">
                <a:latin typeface="Times New Roman"/>
                <a:cs typeface="Times New Roman"/>
              </a:rPr>
              <a:t> </a:t>
            </a:r>
            <a:r>
              <a:rPr sz="1200" b="1" dirty="0">
                <a:latin typeface="Times New Roman"/>
                <a:cs typeface="Times New Roman"/>
              </a:rPr>
              <a:t>log</a:t>
            </a:r>
            <a:r>
              <a:rPr sz="1200" b="1" spc="-20" dirty="0">
                <a:latin typeface="Times New Roman"/>
                <a:cs typeface="Times New Roman"/>
              </a:rPr>
              <a:t> </a:t>
            </a:r>
            <a:r>
              <a:rPr sz="1200" b="1" dirty="0">
                <a:latin typeface="Times New Roman"/>
                <a:cs typeface="Times New Roman"/>
              </a:rPr>
              <a:t>in</a:t>
            </a:r>
            <a:r>
              <a:rPr sz="1200" b="1" spc="-25" dirty="0">
                <a:latin typeface="Times New Roman"/>
                <a:cs typeface="Times New Roman"/>
              </a:rPr>
              <a:t> </a:t>
            </a:r>
            <a:r>
              <a:rPr sz="1200" dirty="0">
                <a:latin typeface="Times New Roman"/>
                <a:cs typeface="Times New Roman"/>
              </a:rPr>
              <a:t>using</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newly</a:t>
            </a:r>
            <a:r>
              <a:rPr sz="1200" spc="-20" dirty="0">
                <a:latin typeface="Times New Roman"/>
                <a:cs typeface="Times New Roman"/>
              </a:rPr>
              <a:t> </a:t>
            </a:r>
            <a:r>
              <a:rPr sz="1200" dirty="0">
                <a:latin typeface="Times New Roman"/>
                <a:cs typeface="Times New Roman"/>
              </a:rPr>
              <a:t>provided</a:t>
            </a:r>
            <a:r>
              <a:rPr sz="1200" spc="-20"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80"/>
              </a:spcBef>
            </a:pPr>
            <a:endParaRPr sz="1200">
              <a:latin typeface="Times New Roman"/>
              <a:cs typeface="Times New Roman"/>
            </a:endParaRPr>
          </a:p>
          <a:p>
            <a:pPr marL="12700">
              <a:lnSpc>
                <a:spcPct val="100000"/>
              </a:lnSpc>
            </a:pPr>
            <a:r>
              <a:rPr sz="1200" b="1" dirty="0">
                <a:latin typeface="Times New Roman"/>
                <a:cs typeface="Times New Roman"/>
              </a:rPr>
              <a:t>Login</a:t>
            </a:r>
            <a:r>
              <a:rPr sz="1200" b="1" spc="-20" dirty="0">
                <a:latin typeface="Times New Roman"/>
                <a:cs typeface="Times New Roman"/>
              </a:rPr>
              <a:t> </a:t>
            </a:r>
            <a:r>
              <a:rPr sz="1200" b="1" spc="-10" dirty="0">
                <a:latin typeface="Times New Roman"/>
                <a:cs typeface="Times New Roman"/>
              </a:rPr>
              <a:t>Successful!</a:t>
            </a:r>
            <a:r>
              <a:rPr sz="1200" b="1" spc="-35" dirty="0">
                <a:latin typeface="Times New Roman"/>
                <a:cs typeface="Times New Roman"/>
              </a:rPr>
              <a:t> </a:t>
            </a:r>
            <a:r>
              <a:rPr sz="1200" spc="-35" dirty="0">
                <a:latin typeface="Times New Roman"/>
                <a:cs typeface="Times New Roman"/>
              </a:rPr>
              <a:t>You</a:t>
            </a:r>
            <a:r>
              <a:rPr sz="1200" spc="-10" dirty="0">
                <a:latin typeface="Times New Roman"/>
                <a:cs typeface="Times New Roman"/>
              </a:rPr>
              <a:t> </a:t>
            </a:r>
            <a:r>
              <a:rPr sz="1200" dirty="0">
                <a:latin typeface="Times New Roman"/>
                <a:cs typeface="Times New Roman"/>
              </a:rPr>
              <a:t>have been</a:t>
            </a:r>
            <a:r>
              <a:rPr sz="1200" spc="-5" dirty="0">
                <a:latin typeface="Times New Roman"/>
                <a:cs typeface="Times New Roman"/>
              </a:rPr>
              <a:t> </a:t>
            </a:r>
            <a:r>
              <a:rPr sz="1200" dirty="0">
                <a:latin typeface="Times New Roman"/>
                <a:cs typeface="Times New Roman"/>
              </a:rPr>
              <a:t>successfully</a:t>
            </a:r>
            <a:r>
              <a:rPr sz="1200" spc="-10" dirty="0">
                <a:latin typeface="Times New Roman"/>
                <a:cs typeface="Times New Roman"/>
              </a:rPr>
              <a:t> </a:t>
            </a:r>
            <a:r>
              <a:rPr sz="1200" dirty="0">
                <a:latin typeface="Times New Roman"/>
                <a:cs typeface="Times New Roman"/>
              </a:rPr>
              <a:t>logged</a:t>
            </a:r>
            <a:r>
              <a:rPr sz="1200" spc="-30" dirty="0">
                <a:latin typeface="Times New Roman"/>
                <a:cs typeface="Times New Roman"/>
              </a:rPr>
              <a:t> </a:t>
            </a:r>
            <a:r>
              <a:rPr sz="1200" dirty="0">
                <a:latin typeface="Times New Roman"/>
                <a:cs typeface="Times New Roman"/>
              </a:rPr>
              <a:t>in</a:t>
            </a:r>
            <a:r>
              <a:rPr sz="1200" spc="-5" dirty="0">
                <a:latin typeface="Times New Roman"/>
                <a:cs typeface="Times New Roman"/>
              </a:rPr>
              <a:t> </a:t>
            </a:r>
            <a:r>
              <a:rPr sz="1200" dirty="0">
                <a:latin typeface="Times New Roman"/>
                <a:cs typeface="Times New Roman"/>
              </a:rPr>
              <a:t>and</a:t>
            </a:r>
            <a:r>
              <a:rPr sz="1200" spc="-10" dirty="0">
                <a:latin typeface="Times New Roman"/>
                <a:cs typeface="Times New Roman"/>
              </a:rPr>
              <a:t> redirected</a:t>
            </a:r>
            <a:r>
              <a:rPr sz="1200" spc="-30" dirty="0">
                <a:latin typeface="Times New Roman"/>
                <a:cs typeface="Times New Roman"/>
              </a:rPr>
              <a:t> </a:t>
            </a:r>
            <a:r>
              <a:rPr sz="1200" dirty="0">
                <a:latin typeface="Times New Roman"/>
                <a:cs typeface="Times New Roman"/>
              </a:rPr>
              <a:t>to</a:t>
            </a:r>
            <a:r>
              <a:rPr sz="1200" spc="-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homepage.</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113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30225" y="1269936"/>
            <a:ext cx="6779259" cy="7680959"/>
            <a:chOff x="530225" y="1269936"/>
            <a:chExt cx="6779259" cy="7680959"/>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86313" y="1273175"/>
              <a:ext cx="6719996" cy="3058667"/>
            </a:xfrm>
            <a:prstGeom prst="rect">
              <a:avLst/>
            </a:prstGeom>
          </p:spPr>
        </p:pic>
        <p:sp>
          <p:nvSpPr>
            <p:cNvPr id="5" name="object 5"/>
            <p:cNvSpPr/>
            <p:nvPr/>
          </p:nvSpPr>
          <p:spPr>
            <a:xfrm>
              <a:off x="531812" y="1271524"/>
              <a:ext cx="6776084" cy="3061970"/>
            </a:xfrm>
            <a:custGeom>
              <a:avLst/>
              <a:gdLst/>
              <a:ahLst/>
              <a:cxnLst/>
              <a:rect l="l" t="t" r="r" b="b"/>
              <a:pathLst>
                <a:path w="6776084" h="3061970">
                  <a:moveTo>
                    <a:pt x="0" y="3061842"/>
                  </a:moveTo>
                  <a:lnTo>
                    <a:pt x="6776084" y="3061842"/>
                  </a:lnTo>
                  <a:lnTo>
                    <a:pt x="6776084" y="0"/>
                  </a:lnTo>
                  <a:lnTo>
                    <a:pt x="0" y="0"/>
                  </a:lnTo>
                  <a:lnTo>
                    <a:pt x="0" y="3061842"/>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66611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200" dirty="0">
                <a:latin typeface="Times New Roman"/>
                <a:cs typeface="Times New Roman"/>
              </a:rPr>
              <a:t>Here's</a:t>
            </a:r>
            <a:r>
              <a:rPr sz="1200" spc="-4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structured</a:t>
            </a:r>
            <a:r>
              <a:rPr sz="1200" spc="-30" dirty="0">
                <a:latin typeface="Times New Roman"/>
                <a:cs typeface="Times New Roman"/>
              </a:rPr>
              <a:t> </a:t>
            </a:r>
            <a:r>
              <a:rPr sz="1200" dirty="0">
                <a:latin typeface="Times New Roman"/>
                <a:cs typeface="Times New Roman"/>
              </a:rPr>
              <a:t>breakdown</a:t>
            </a:r>
            <a:r>
              <a:rPr sz="1200" spc="-25"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list</a:t>
            </a:r>
            <a:r>
              <a:rPr sz="1200" spc="-20"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shown</a:t>
            </a:r>
            <a:r>
              <a:rPr sz="1200" spc="-2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image:</a:t>
            </a:r>
            <a:endParaRPr sz="1200">
              <a:latin typeface="Times New Roman"/>
              <a:cs typeface="Times New Roman"/>
            </a:endParaRPr>
          </a:p>
        </p:txBody>
      </p:sp>
      <p:sp>
        <p:nvSpPr>
          <p:cNvPr id="7" name="object 7"/>
          <p:cNvSpPr txBox="1"/>
          <p:nvPr/>
        </p:nvSpPr>
        <p:spPr>
          <a:xfrm>
            <a:off x="902017" y="4565649"/>
            <a:ext cx="5707380" cy="4357370"/>
          </a:xfrm>
          <a:prstGeom prst="rect">
            <a:avLst/>
          </a:prstGeom>
        </p:spPr>
        <p:txBody>
          <a:bodyPr vert="horz" wrap="square" lIns="0" tIns="119380" rIns="0" bIns="0" rtlCol="0">
            <a:spAutoFit/>
          </a:bodyPr>
          <a:lstStyle/>
          <a:p>
            <a:pPr marL="12700">
              <a:lnSpc>
                <a:spcPct val="100000"/>
              </a:lnSpc>
              <a:spcBef>
                <a:spcPts val="940"/>
              </a:spcBef>
            </a:pPr>
            <a:r>
              <a:rPr sz="1200" b="1" dirty="0">
                <a:latin typeface="Times New Roman"/>
                <a:cs typeface="Times New Roman"/>
              </a:rPr>
              <a:t>Customer</a:t>
            </a:r>
            <a:r>
              <a:rPr sz="1200" b="1" spc="-75" dirty="0">
                <a:latin typeface="Times New Roman"/>
                <a:cs typeface="Times New Roman"/>
              </a:rPr>
              <a:t> </a:t>
            </a:r>
            <a:r>
              <a:rPr sz="1200" b="1" spc="-20" dirty="0">
                <a:latin typeface="Times New Roman"/>
                <a:cs typeface="Times New Roman"/>
              </a:rPr>
              <a:t>Name</a:t>
            </a:r>
            <a:endParaRPr sz="1200">
              <a:latin typeface="Times New Roman"/>
              <a:cs typeface="Times New Roman"/>
            </a:endParaRPr>
          </a:p>
          <a:p>
            <a:pPr marL="12700">
              <a:lnSpc>
                <a:spcPct val="100000"/>
              </a:lnSpc>
              <a:spcBef>
                <a:spcPts val="840"/>
              </a:spcBef>
            </a:pPr>
            <a:r>
              <a:rPr sz="1200" dirty="0">
                <a:latin typeface="Times New Roman"/>
                <a:cs typeface="Times New Roman"/>
              </a:rPr>
              <a:t>Displays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customer,</a:t>
            </a:r>
            <a:r>
              <a:rPr sz="1200" spc="-20" dirty="0">
                <a:latin typeface="Times New Roman"/>
                <a:cs typeface="Times New Roman"/>
              </a:rPr>
              <a:t> </a:t>
            </a:r>
            <a:r>
              <a:rPr sz="1200" dirty="0">
                <a:latin typeface="Times New Roman"/>
                <a:cs typeface="Times New Roman"/>
              </a:rPr>
              <a:t>shown</a:t>
            </a:r>
            <a:r>
              <a:rPr sz="1200" spc="-20"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clickable</a:t>
            </a:r>
            <a:r>
              <a:rPr sz="1200" spc="-15" dirty="0">
                <a:latin typeface="Times New Roman"/>
                <a:cs typeface="Times New Roman"/>
              </a:rPr>
              <a:t> </a:t>
            </a:r>
            <a:r>
              <a:rPr sz="1200" spc="-10" dirty="0">
                <a:latin typeface="Times New Roman"/>
                <a:cs typeface="Times New Roman"/>
              </a:rPr>
              <a:t>link.</a:t>
            </a:r>
            <a:endParaRPr sz="1200">
              <a:latin typeface="Times New Roman"/>
              <a:cs typeface="Times New Roman"/>
            </a:endParaRPr>
          </a:p>
          <a:p>
            <a:pPr marL="12700">
              <a:lnSpc>
                <a:spcPct val="100000"/>
              </a:lnSpc>
              <a:spcBef>
                <a:spcPts val="860"/>
              </a:spcBef>
            </a:pPr>
            <a:r>
              <a:rPr sz="1200" dirty="0">
                <a:latin typeface="Times New Roman"/>
                <a:cs typeface="Times New Roman"/>
              </a:rPr>
              <a:t>Clicking</a:t>
            </a:r>
            <a:r>
              <a:rPr sz="1200" spc="-5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name</a:t>
            </a:r>
            <a:r>
              <a:rPr sz="1200" spc="-25" dirty="0">
                <a:latin typeface="Times New Roman"/>
                <a:cs typeface="Times New Roman"/>
              </a:rPr>
              <a:t> </a:t>
            </a:r>
            <a:r>
              <a:rPr sz="1200" dirty="0">
                <a:latin typeface="Times New Roman"/>
                <a:cs typeface="Times New Roman"/>
              </a:rPr>
              <a:t>reveals</a:t>
            </a:r>
            <a:r>
              <a:rPr sz="1200" spc="-40" dirty="0">
                <a:latin typeface="Times New Roman"/>
                <a:cs typeface="Times New Roman"/>
              </a:rPr>
              <a:t> </a:t>
            </a:r>
            <a:r>
              <a:rPr sz="1200" dirty="0">
                <a:latin typeface="Times New Roman"/>
                <a:cs typeface="Times New Roman"/>
              </a:rPr>
              <a:t>additional</a:t>
            </a:r>
            <a:r>
              <a:rPr sz="1200" spc="-45" dirty="0">
                <a:latin typeface="Times New Roman"/>
                <a:cs typeface="Times New Roman"/>
              </a:rPr>
              <a:t> </a:t>
            </a:r>
            <a:r>
              <a:rPr sz="1200" dirty="0">
                <a:latin typeface="Times New Roman"/>
                <a:cs typeface="Times New Roman"/>
              </a:rPr>
              <a:t>actions</a:t>
            </a:r>
            <a:r>
              <a:rPr sz="1200" spc="-35" dirty="0">
                <a:latin typeface="Times New Roman"/>
                <a:cs typeface="Times New Roman"/>
              </a:rPr>
              <a:t> </a:t>
            </a:r>
            <a:r>
              <a:rPr sz="1200" dirty="0">
                <a:latin typeface="Times New Roman"/>
                <a:cs typeface="Times New Roman"/>
              </a:rPr>
              <a:t>related</a:t>
            </a:r>
            <a:r>
              <a:rPr sz="1200" spc="-5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a:lnSpc>
                <a:spcPct val="100000"/>
              </a:lnSpc>
              <a:spcBef>
                <a:spcPts val="840"/>
              </a:spcBef>
            </a:pPr>
            <a:r>
              <a:rPr sz="1200" dirty="0">
                <a:latin typeface="Times New Roman"/>
                <a:cs typeface="Times New Roman"/>
              </a:rPr>
              <a:t>When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35" dirty="0">
                <a:latin typeface="Times New Roman"/>
                <a:cs typeface="Times New Roman"/>
              </a:rPr>
              <a:t> </a:t>
            </a:r>
            <a:r>
              <a:rPr sz="1200" dirty="0">
                <a:latin typeface="Times New Roman"/>
                <a:cs typeface="Times New Roman"/>
              </a:rPr>
              <a:t>clicks</a:t>
            </a:r>
            <a:r>
              <a:rPr sz="1200" spc="-30"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arrow</a:t>
            </a:r>
            <a:r>
              <a:rPr sz="1200" spc="-30" dirty="0">
                <a:latin typeface="Times New Roman"/>
                <a:cs typeface="Times New Roman"/>
              </a:rPr>
              <a:t> </a:t>
            </a:r>
            <a:r>
              <a:rPr sz="1200" dirty="0">
                <a:latin typeface="Times New Roman"/>
                <a:cs typeface="Times New Roman"/>
              </a:rPr>
              <a:t>next</a:t>
            </a:r>
            <a:r>
              <a:rPr sz="1200" spc="-15"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detailed</a:t>
            </a:r>
            <a:r>
              <a:rPr sz="1200" spc="-20"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expands,</a:t>
            </a:r>
            <a:r>
              <a:rPr sz="1200" spc="-20" dirty="0">
                <a:latin typeface="Times New Roman"/>
                <a:cs typeface="Times New Roman"/>
              </a:rPr>
              <a:t> </a:t>
            </a:r>
            <a:r>
              <a:rPr sz="1200" spc="-10" dirty="0">
                <a:latin typeface="Times New Roman"/>
                <a:cs typeface="Times New Roman"/>
              </a:rPr>
              <a:t>displaying</a:t>
            </a:r>
            <a:endParaRPr sz="1200">
              <a:latin typeface="Times New Roman"/>
              <a:cs typeface="Times New Roman"/>
            </a:endParaRPr>
          </a:p>
          <a:p>
            <a:pPr marL="12700" marR="5080">
              <a:lnSpc>
                <a:spcPct val="103000"/>
              </a:lnSpc>
              <a:spcBef>
                <a:spcPts val="15"/>
              </a:spcBef>
            </a:pPr>
            <a:r>
              <a:rPr sz="1200" dirty="0">
                <a:latin typeface="Times New Roman"/>
                <a:cs typeface="Times New Roman"/>
              </a:rPr>
              <a:t>additional</a:t>
            </a:r>
            <a:r>
              <a:rPr sz="1200" spc="-20"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about</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provides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more</a:t>
            </a:r>
            <a:r>
              <a:rPr sz="1200" spc="-20" dirty="0">
                <a:latin typeface="Times New Roman"/>
                <a:cs typeface="Times New Roman"/>
              </a:rPr>
              <a:t> </a:t>
            </a:r>
            <a:r>
              <a:rPr sz="1200" spc="-10" dirty="0">
                <a:latin typeface="Times New Roman"/>
                <a:cs typeface="Times New Roman"/>
              </a:rPr>
              <a:t>comprehensive</a:t>
            </a:r>
            <a:r>
              <a:rPr sz="1200" spc="-20" dirty="0">
                <a:latin typeface="Times New Roman"/>
                <a:cs typeface="Times New Roman"/>
              </a:rPr>
              <a:t> </a:t>
            </a:r>
            <a:r>
              <a:rPr sz="1200" dirty="0">
                <a:latin typeface="Times New Roman"/>
                <a:cs typeface="Times New Roman"/>
              </a:rPr>
              <a:t>look</a:t>
            </a:r>
            <a:r>
              <a:rPr sz="1200" spc="-20" dirty="0">
                <a:latin typeface="Times New Roman"/>
                <a:cs typeface="Times New Roman"/>
              </a:rPr>
              <a:t> </a:t>
            </a:r>
            <a:r>
              <a:rPr sz="1200" dirty="0">
                <a:latin typeface="Times New Roman"/>
                <a:cs typeface="Times New Roman"/>
              </a:rPr>
              <a:t>at</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ticket's</a:t>
            </a:r>
            <a:r>
              <a:rPr sz="1200" spc="-45" dirty="0">
                <a:latin typeface="Times New Roman"/>
                <a:cs typeface="Times New Roman"/>
              </a:rPr>
              <a:t> </a:t>
            </a:r>
            <a:r>
              <a:rPr sz="1200" dirty="0">
                <a:latin typeface="Times New Roman"/>
                <a:cs typeface="Times New Roman"/>
              </a:rPr>
              <a:t>specifics,</a:t>
            </a:r>
            <a:r>
              <a:rPr sz="1200" spc="-30" dirty="0">
                <a:latin typeface="Times New Roman"/>
                <a:cs typeface="Times New Roman"/>
              </a:rPr>
              <a:t> </a:t>
            </a:r>
            <a:r>
              <a:rPr sz="1200" dirty="0">
                <a:latin typeface="Times New Roman"/>
                <a:cs typeface="Times New Roman"/>
              </a:rPr>
              <a:t>helping</a:t>
            </a:r>
            <a:r>
              <a:rPr sz="1200" spc="-30" dirty="0">
                <a:latin typeface="Times New Roman"/>
                <a:cs typeface="Times New Roman"/>
              </a:rPr>
              <a:t> </a:t>
            </a:r>
            <a:r>
              <a:rPr sz="1200" dirty="0">
                <a:latin typeface="Times New Roman"/>
                <a:cs typeface="Times New Roman"/>
              </a:rPr>
              <a:t>users</a:t>
            </a:r>
            <a:r>
              <a:rPr sz="1200" spc="-40" dirty="0">
                <a:latin typeface="Times New Roman"/>
                <a:cs typeface="Times New Roman"/>
              </a:rPr>
              <a:t> </a:t>
            </a:r>
            <a:r>
              <a:rPr sz="1200" dirty="0">
                <a:latin typeface="Times New Roman"/>
                <a:cs typeface="Times New Roman"/>
              </a:rPr>
              <a:t>understand</a:t>
            </a:r>
            <a:r>
              <a:rPr sz="1200" spc="-5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manage</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more</a:t>
            </a:r>
            <a:r>
              <a:rPr sz="1200" spc="-30" dirty="0">
                <a:latin typeface="Times New Roman"/>
                <a:cs typeface="Times New Roman"/>
              </a:rPr>
              <a:t> </a:t>
            </a:r>
            <a:r>
              <a:rPr sz="1200" spc="-10" dirty="0">
                <a:latin typeface="Times New Roman"/>
                <a:cs typeface="Times New Roman"/>
              </a:rPr>
              <a:t>effectively.</a:t>
            </a:r>
            <a:endParaRPr sz="1200">
              <a:latin typeface="Times New Roman"/>
              <a:cs typeface="Times New Roman"/>
            </a:endParaRPr>
          </a:p>
          <a:p>
            <a:pPr marL="12700">
              <a:lnSpc>
                <a:spcPct val="100000"/>
              </a:lnSpc>
              <a:spcBef>
                <a:spcPts val="860"/>
              </a:spcBef>
            </a:pPr>
            <a:r>
              <a:rPr sz="1200" b="1" spc="-10" dirty="0">
                <a:latin typeface="Times New Roman"/>
                <a:cs typeface="Times New Roman"/>
              </a:rPr>
              <a:t>Status</a:t>
            </a:r>
            <a:endParaRPr sz="1200">
              <a:latin typeface="Times New Roman"/>
              <a:cs typeface="Times New Roman"/>
            </a:endParaRPr>
          </a:p>
          <a:p>
            <a:pPr marL="12700" marR="3159760">
              <a:lnSpc>
                <a:spcPts val="2300"/>
              </a:lnSpc>
              <a:spcBef>
                <a:spcPts val="200"/>
              </a:spcBef>
            </a:pPr>
            <a:r>
              <a:rPr sz="1200" dirty="0">
                <a:latin typeface="Times New Roman"/>
                <a:cs typeface="Times New Roman"/>
              </a:rPr>
              <a:t>Indicates</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spc="-10" dirty="0">
                <a:latin typeface="Times New Roman"/>
                <a:cs typeface="Times New Roman"/>
              </a:rPr>
              <a:t>ticket.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options</a:t>
            </a:r>
            <a:r>
              <a:rPr sz="1200" spc="-3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2700">
              <a:lnSpc>
                <a:spcPct val="100000"/>
              </a:lnSpc>
              <a:spcBef>
                <a:spcPts val="620"/>
              </a:spcBef>
            </a:pPr>
            <a:r>
              <a:rPr sz="1200" spc="-20" dirty="0">
                <a:latin typeface="Times New Roman"/>
                <a:cs typeface="Times New Roman"/>
              </a:rPr>
              <a:t>Open</a:t>
            </a:r>
            <a:endParaRPr sz="1200">
              <a:latin typeface="Times New Roman"/>
              <a:cs typeface="Times New Roman"/>
            </a:endParaRPr>
          </a:p>
          <a:p>
            <a:pPr marL="12700" marR="4631690">
              <a:lnSpc>
                <a:spcPct val="102800"/>
              </a:lnSpc>
              <a:spcBef>
                <a:spcPts val="20"/>
              </a:spcBef>
            </a:pPr>
            <a:r>
              <a:rPr sz="1200" spc="-20" dirty="0">
                <a:latin typeface="Times New Roman"/>
                <a:cs typeface="Times New Roman"/>
              </a:rPr>
              <a:t>Work</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spc="-10" dirty="0">
                <a:latin typeface="Times New Roman"/>
                <a:cs typeface="Times New Roman"/>
              </a:rPr>
              <a:t>Progress Escalated</a:t>
            </a:r>
            <a:endParaRPr sz="1200">
              <a:latin typeface="Times New Roman"/>
              <a:cs typeface="Times New Roman"/>
            </a:endParaRPr>
          </a:p>
          <a:p>
            <a:pPr marL="12700">
              <a:lnSpc>
                <a:spcPct val="100000"/>
              </a:lnSpc>
              <a:spcBef>
                <a:spcPts val="40"/>
              </a:spcBef>
            </a:pPr>
            <a:r>
              <a:rPr sz="1200" spc="-10" dirty="0">
                <a:latin typeface="Times New Roman"/>
                <a:cs typeface="Times New Roman"/>
              </a:rPr>
              <a:t>Solved</a:t>
            </a:r>
            <a:endParaRPr sz="1200">
              <a:latin typeface="Times New Roman"/>
              <a:cs typeface="Times New Roman"/>
            </a:endParaRPr>
          </a:p>
          <a:p>
            <a:pPr marL="12700">
              <a:lnSpc>
                <a:spcPct val="100000"/>
              </a:lnSpc>
              <a:spcBef>
                <a:spcPts val="60"/>
              </a:spcBef>
            </a:pPr>
            <a:r>
              <a:rPr sz="1200" b="1" dirty="0">
                <a:latin typeface="Times New Roman"/>
                <a:cs typeface="Times New Roman"/>
              </a:rPr>
              <a:t>Requested</a:t>
            </a:r>
            <a:r>
              <a:rPr sz="1200" b="1" spc="-60" dirty="0">
                <a:latin typeface="Times New Roman"/>
                <a:cs typeface="Times New Roman"/>
              </a:rPr>
              <a:t> </a:t>
            </a:r>
            <a:r>
              <a:rPr sz="1200" b="1" spc="-25" dirty="0">
                <a:latin typeface="Times New Roman"/>
                <a:cs typeface="Times New Roman"/>
              </a:rPr>
              <a:t>On</a:t>
            </a:r>
            <a:endParaRPr sz="1200">
              <a:latin typeface="Times New Roman"/>
              <a:cs typeface="Times New Roman"/>
            </a:endParaRPr>
          </a:p>
          <a:p>
            <a:pPr marL="12700" marR="2291080">
              <a:lnSpc>
                <a:spcPts val="2300"/>
              </a:lnSpc>
              <a:spcBef>
                <a:spcPts val="200"/>
              </a:spcBef>
            </a:pPr>
            <a:r>
              <a:rPr sz="1200" dirty="0">
                <a:latin typeface="Times New Roman"/>
                <a:cs typeface="Times New Roman"/>
              </a:rPr>
              <a:t>Shows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date</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when</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10" dirty="0">
                <a:latin typeface="Times New Roman"/>
                <a:cs typeface="Times New Roman"/>
              </a:rPr>
              <a:t> </a:t>
            </a:r>
            <a:r>
              <a:rPr sz="1200" dirty="0">
                <a:latin typeface="Times New Roman"/>
                <a:cs typeface="Times New Roman"/>
              </a:rPr>
              <a:t>was</a:t>
            </a:r>
            <a:r>
              <a:rPr sz="1200" spc="-30" dirty="0">
                <a:latin typeface="Times New Roman"/>
                <a:cs typeface="Times New Roman"/>
              </a:rPr>
              <a:t> </a:t>
            </a:r>
            <a:r>
              <a:rPr sz="1200" spc="-10" dirty="0">
                <a:latin typeface="Times New Roman"/>
                <a:cs typeface="Times New Roman"/>
              </a:rPr>
              <a:t>requested. </a:t>
            </a:r>
            <a:r>
              <a:rPr sz="1200" dirty="0">
                <a:latin typeface="Times New Roman"/>
                <a:cs typeface="Times New Roman"/>
              </a:rPr>
              <a:t>Examples</a:t>
            </a:r>
            <a:r>
              <a:rPr sz="1200" spc="-50"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12700">
              <a:lnSpc>
                <a:spcPct val="100000"/>
              </a:lnSpc>
              <a:spcBef>
                <a:spcPts val="625"/>
              </a:spcBef>
            </a:pPr>
            <a:r>
              <a:rPr sz="1200" spc="-10" dirty="0">
                <a:latin typeface="Times New Roman"/>
                <a:cs typeface="Times New Roman"/>
              </a:rPr>
              <a:t>Yesterday</a:t>
            </a:r>
            <a:r>
              <a:rPr sz="1200" spc="-35" dirty="0">
                <a:latin typeface="Times New Roman"/>
                <a:cs typeface="Times New Roman"/>
              </a:rPr>
              <a:t> </a:t>
            </a:r>
            <a:r>
              <a:rPr sz="1200" dirty="0">
                <a:latin typeface="Times New Roman"/>
                <a:cs typeface="Times New Roman"/>
              </a:rPr>
              <a:t>at</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114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96240" y="1794192"/>
            <a:ext cx="6943725" cy="7156450"/>
            <a:chOff x="396240" y="1794192"/>
            <a:chExt cx="6943725" cy="715645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534035" y="2566034"/>
              <a:ext cx="560070" cy="970788"/>
            </a:xfrm>
            <a:prstGeom prst="rect">
              <a:avLst/>
            </a:prstGeom>
          </p:spPr>
        </p:pic>
        <p:pic>
          <p:nvPicPr>
            <p:cNvPr id="5" name="object 5"/>
            <p:cNvPicPr/>
            <p:nvPr/>
          </p:nvPicPr>
          <p:blipFill>
            <a:blip r:embed="rId3" cstate="print"/>
            <a:stretch>
              <a:fillRect/>
            </a:stretch>
          </p:blipFill>
          <p:spPr>
            <a:xfrm>
              <a:off x="2789392" y="6632320"/>
              <a:ext cx="1911929" cy="1208520"/>
            </a:xfrm>
            <a:prstGeom prst="rect">
              <a:avLst/>
            </a:prstGeom>
          </p:spPr>
        </p:pic>
        <p:pic>
          <p:nvPicPr>
            <p:cNvPr id="6" name="object 6"/>
            <p:cNvPicPr/>
            <p:nvPr/>
          </p:nvPicPr>
          <p:blipFill>
            <a:blip r:embed="rId4" cstate="print"/>
            <a:stretch>
              <a:fillRect/>
            </a:stretch>
          </p:blipFill>
          <p:spPr>
            <a:xfrm>
              <a:off x="399415" y="1797303"/>
              <a:ext cx="6937375" cy="3168523"/>
            </a:xfrm>
            <a:prstGeom prst="rect">
              <a:avLst/>
            </a:prstGeom>
          </p:spPr>
        </p:pic>
        <p:sp>
          <p:nvSpPr>
            <p:cNvPr id="7" name="object 7"/>
            <p:cNvSpPr/>
            <p:nvPr/>
          </p:nvSpPr>
          <p:spPr>
            <a:xfrm>
              <a:off x="397827" y="1795779"/>
              <a:ext cx="6940550" cy="3171825"/>
            </a:xfrm>
            <a:custGeom>
              <a:avLst/>
              <a:gdLst/>
              <a:ahLst/>
              <a:cxnLst/>
              <a:rect l="l" t="t" r="r" b="b"/>
              <a:pathLst>
                <a:path w="6940550" h="3171825">
                  <a:moveTo>
                    <a:pt x="0" y="3171698"/>
                  </a:moveTo>
                  <a:lnTo>
                    <a:pt x="6940550" y="3171698"/>
                  </a:lnTo>
                  <a:lnTo>
                    <a:pt x="6940550" y="0"/>
                  </a:lnTo>
                  <a:lnTo>
                    <a:pt x="0" y="0"/>
                  </a:lnTo>
                  <a:lnTo>
                    <a:pt x="0" y="3171698"/>
                  </a:lnTo>
                  <a:close/>
                </a:path>
              </a:pathLst>
            </a:custGeom>
            <a:ln w="3175">
              <a:solidFill>
                <a:srgbClr val="000000"/>
              </a:solidFill>
            </a:ln>
          </p:spPr>
          <p:txBody>
            <a:bodyPr wrap="square" lIns="0" tIns="0" rIns="0" bIns="0" rtlCol="0"/>
            <a:lstStyle/>
            <a:p>
              <a:endParaRPr/>
            </a:p>
          </p:txBody>
        </p:sp>
      </p:grpSp>
      <p:sp>
        <p:nvSpPr>
          <p:cNvPr id="8" name="object 8"/>
          <p:cNvSpPr txBox="1"/>
          <p:nvPr/>
        </p:nvSpPr>
        <p:spPr>
          <a:xfrm>
            <a:off x="902017" y="434340"/>
            <a:ext cx="5969635" cy="11461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12700">
              <a:lnSpc>
                <a:spcPct val="100000"/>
              </a:lnSpc>
            </a:pPr>
            <a:r>
              <a:rPr sz="1200" spc="-10" dirty="0">
                <a:latin typeface="Times New Roman"/>
                <a:cs typeface="Times New Roman"/>
              </a:rPr>
              <a:t>Today</a:t>
            </a:r>
            <a:r>
              <a:rPr sz="1200" spc="-35" dirty="0">
                <a:latin typeface="Times New Roman"/>
                <a:cs typeface="Times New Roman"/>
              </a:rPr>
              <a:t> </a:t>
            </a:r>
            <a:r>
              <a:rPr sz="1200" dirty="0">
                <a:latin typeface="Times New Roman"/>
                <a:cs typeface="Times New Roman"/>
              </a:rPr>
              <a:t>at</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specific</a:t>
            </a:r>
            <a:r>
              <a:rPr sz="1200" spc="-45" dirty="0">
                <a:latin typeface="Times New Roman"/>
                <a:cs typeface="Times New Roman"/>
              </a:rPr>
              <a:t> </a:t>
            </a:r>
            <a:r>
              <a:rPr sz="1200" spc="-20" dirty="0">
                <a:latin typeface="Times New Roman"/>
                <a:cs typeface="Times New Roman"/>
              </a:rPr>
              <a:t>time</a:t>
            </a:r>
            <a:endParaRPr sz="1200">
              <a:latin typeface="Times New Roman"/>
              <a:cs typeface="Times New Roman"/>
            </a:endParaRPr>
          </a:p>
          <a:p>
            <a:pPr marL="469265" marR="238125">
              <a:lnSpc>
                <a:spcPct val="104200"/>
              </a:lnSpc>
              <a:spcBef>
                <a:spcPts val="780"/>
              </a:spcBef>
            </a:pPr>
            <a:r>
              <a:rPr sz="1200" dirty="0">
                <a:latin typeface="Times New Roman"/>
                <a:cs typeface="Times New Roman"/>
              </a:rPr>
              <a:t>Clicking</a:t>
            </a:r>
            <a:r>
              <a:rPr sz="1200" spc="-3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dirty="0">
                <a:latin typeface="Times New Roman"/>
                <a:cs typeface="Times New Roman"/>
              </a:rPr>
              <a:t>Create</a:t>
            </a:r>
            <a:r>
              <a:rPr sz="1200" b="1" spc="-20" dirty="0">
                <a:latin typeface="Times New Roman"/>
                <a:cs typeface="Times New Roman"/>
              </a:rPr>
              <a:t> </a:t>
            </a:r>
            <a:r>
              <a:rPr sz="1200" b="1" dirty="0">
                <a:latin typeface="Times New Roman"/>
                <a:cs typeface="Times New Roman"/>
              </a:rPr>
              <a:t>New</a:t>
            </a:r>
            <a:r>
              <a:rPr sz="1200" b="1" spc="-30" dirty="0">
                <a:latin typeface="Times New Roman"/>
                <a:cs typeface="Times New Roman"/>
              </a:rPr>
              <a:t> </a:t>
            </a:r>
            <a:r>
              <a:rPr sz="1200" dirty="0">
                <a:latin typeface="Times New Roman"/>
                <a:cs typeface="Times New Roman"/>
              </a:rPr>
              <a:t>button</a:t>
            </a:r>
            <a:r>
              <a:rPr sz="1200" spc="-50"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initiate</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process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creating</a:t>
            </a:r>
            <a:r>
              <a:rPr sz="1200" spc="-25" dirty="0">
                <a:latin typeface="Times New Roman"/>
                <a:cs typeface="Times New Roman"/>
              </a:rPr>
              <a:t> </a:t>
            </a:r>
            <a:r>
              <a:rPr sz="1200" spc="-50" dirty="0">
                <a:latin typeface="Times New Roman"/>
                <a:cs typeface="Times New Roman"/>
              </a:rPr>
              <a:t>a </a:t>
            </a:r>
            <a:r>
              <a:rPr sz="1200" dirty="0">
                <a:latin typeface="Times New Roman"/>
                <a:cs typeface="Times New Roman"/>
              </a:rPr>
              <a:t>new</a:t>
            </a:r>
            <a:r>
              <a:rPr sz="1200" spc="-35" dirty="0">
                <a:latin typeface="Times New Roman"/>
                <a:cs typeface="Times New Roman"/>
              </a:rPr>
              <a:t> </a:t>
            </a:r>
            <a:r>
              <a:rPr sz="1200" dirty="0">
                <a:latin typeface="Times New Roman"/>
                <a:cs typeface="Times New Roman"/>
              </a:rPr>
              <a:t>ticket.</a:t>
            </a:r>
            <a:r>
              <a:rPr sz="1200" spc="-5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feature</a:t>
            </a:r>
            <a:r>
              <a:rPr sz="1200" spc="-20" dirty="0">
                <a:latin typeface="Times New Roman"/>
                <a:cs typeface="Times New Roman"/>
              </a:rPr>
              <a:t> </a:t>
            </a:r>
            <a:r>
              <a:rPr sz="1200" dirty="0">
                <a:latin typeface="Times New Roman"/>
                <a:cs typeface="Times New Roman"/>
              </a:rPr>
              <a:t>opens</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form</a:t>
            </a:r>
            <a:r>
              <a:rPr sz="1200" spc="-20"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interface</a:t>
            </a:r>
            <a:r>
              <a:rPr sz="1200" spc="-20"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spc="-20" dirty="0">
                <a:latin typeface="Times New Roman"/>
                <a:cs typeface="Times New Roman"/>
              </a:rPr>
              <a:t>can:</a:t>
            </a:r>
            <a:endParaRPr sz="1200">
              <a:latin typeface="Times New Roman"/>
              <a:cs typeface="Times New Roman"/>
            </a:endParaRPr>
          </a:p>
        </p:txBody>
      </p:sp>
      <p:sp>
        <p:nvSpPr>
          <p:cNvPr id="9" name="object 9"/>
          <p:cNvSpPr txBox="1"/>
          <p:nvPr/>
        </p:nvSpPr>
        <p:spPr>
          <a:xfrm>
            <a:off x="902017" y="5322570"/>
            <a:ext cx="4247515" cy="1199515"/>
          </a:xfrm>
          <a:prstGeom prst="rect">
            <a:avLst/>
          </a:prstGeom>
        </p:spPr>
        <p:txBody>
          <a:bodyPr vert="horz" wrap="square" lIns="0" tIns="119380" rIns="0" bIns="0" rtlCol="0">
            <a:spAutoFit/>
          </a:bodyPr>
          <a:lstStyle/>
          <a:p>
            <a:pPr marL="12700">
              <a:lnSpc>
                <a:spcPct val="100000"/>
              </a:lnSpc>
              <a:spcBef>
                <a:spcPts val="940"/>
              </a:spcBef>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new</a:t>
            </a:r>
            <a:r>
              <a:rPr sz="1200" spc="-30" dirty="0">
                <a:latin typeface="Times New Roman"/>
                <a:cs typeface="Times New Roman"/>
              </a:rPr>
              <a:t> </a:t>
            </a:r>
            <a:r>
              <a:rPr sz="1200" dirty="0">
                <a:latin typeface="Times New Roman"/>
                <a:cs typeface="Times New Roman"/>
              </a:rPr>
              <a:t>ticket</a:t>
            </a:r>
            <a:r>
              <a:rPr sz="1200" spc="-40" dirty="0">
                <a:latin typeface="Times New Roman"/>
                <a:cs typeface="Times New Roman"/>
              </a:rPr>
              <a:t> </a:t>
            </a:r>
            <a:r>
              <a:rPr sz="1200" dirty="0">
                <a:latin typeface="Times New Roman"/>
                <a:cs typeface="Times New Roman"/>
              </a:rPr>
              <a:t>creation</a:t>
            </a:r>
            <a:r>
              <a:rPr sz="1200" spc="-20" dirty="0">
                <a:latin typeface="Times New Roman"/>
                <a:cs typeface="Times New Roman"/>
              </a:rPr>
              <a:t> </a:t>
            </a:r>
            <a:r>
              <a:rPr sz="1200" dirty="0">
                <a:latin typeface="Times New Roman"/>
                <a:cs typeface="Times New Roman"/>
              </a:rPr>
              <a:t>process,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has</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spc="-10" dirty="0">
                <a:latin typeface="Times New Roman"/>
                <a:cs typeface="Times New Roman"/>
              </a:rPr>
              <a:t>options:</a:t>
            </a:r>
            <a:endParaRPr sz="1200">
              <a:latin typeface="Times New Roman"/>
              <a:cs typeface="Times New Roman"/>
            </a:endParaRPr>
          </a:p>
          <a:p>
            <a:pPr marL="12700">
              <a:lnSpc>
                <a:spcPct val="100000"/>
              </a:lnSpc>
              <a:spcBef>
                <a:spcPts val="840"/>
              </a:spcBef>
            </a:pPr>
            <a:r>
              <a:rPr sz="1200" b="1" dirty="0">
                <a:latin typeface="Times New Roman"/>
                <a:cs typeface="Times New Roman"/>
              </a:rPr>
              <a:t>Subject</a:t>
            </a:r>
            <a:r>
              <a:rPr sz="1200" dirty="0">
                <a:latin typeface="Times New Roman"/>
                <a:cs typeface="Times New Roman"/>
              </a:rPr>
              <a:t>:</a:t>
            </a:r>
            <a:r>
              <a:rPr sz="1200" spc="-25" dirty="0">
                <a:latin typeface="Times New Roman"/>
                <a:cs typeface="Times New Roman"/>
              </a:rPr>
              <a:t> </a:t>
            </a:r>
            <a:r>
              <a:rPr sz="1200" dirty="0">
                <a:latin typeface="Times New Roman"/>
                <a:cs typeface="Times New Roman"/>
              </a:rPr>
              <a:t>Enter</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brief</a:t>
            </a:r>
            <a:r>
              <a:rPr sz="1200" spc="-45" dirty="0">
                <a:latin typeface="Times New Roman"/>
                <a:cs typeface="Times New Roman"/>
              </a:rPr>
              <a:t> </a:t>
            </a:r>
            <a:r>
              <a:rPr sz="1200" dirty="0">
                <a:latin typeface="Times New Roman"/>
                <a:cs typeface="Times New Roman"/>
              </a:rPr>
              <a:t>title</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12700">
              <a:lnSpc>
                <a:spcPct val="100000"/>
              </a:lnSpc>
              <a:spcBef>
                <a:spcPts val="860"/>
              </a:spcBef>
            </a:pPr>
            <a:r>
              <a:rPr sz="1200" b="1" dirty="0">
                <a:latin typeface="Times New Roman"/>
                <a:cs typeface="Times New Roman"/>
              </a:rPr>
              <a:t>Description</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Provide</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detailed</a:t>
            </a:r>
            <a:r>
              <a:rPr sz="1200" spc="-20" dirty="0">
                <a:latin typeface="Times New Roman"/>
                <a:cs typeface="Times New Roman"/>
              </a:rPr>
              <a:t> </a:t>
            </a:r>
            <a:r>
              <a:rPr sz="1200" spc="-10" dirty="0">
                <a:latin typeface="Times New Roman"/>
                <a:cs typeface="Times New Roman"/>
              </a:rPr>
              <a:t>explanation</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issue</a:t>
            </a:r>
            <a:r>
              <a:rPr sz="1200" spc="-2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endParaRPr sz="1200">
              <a:latin typeface="Times New Roman"/>
              <a:cs typeface="Times New Roman"/>
            </a:endParaRPr>
          </a:p>
          <a:p>
            <a:pPr marL="469265" indent="-227965">
              <a:lnSpc>
                <a:spcPct val="100000"/>
              </a:lnSpc>
              <a:spcBef>
                <a:spcPts val="940"/>
              </a:spcBef>
              <a:buFont typeface="Symbol"/>
              <a:buChar char=""/>
              <a:tabLst>
                <a:tab pos="469265" algn="l"/>
              </a:tabLst>
            </a:pPr>
            <a:r>
              <a:rPr sz="1200" b="1" dirty="0">
                <a:latin typeface="Times New Roman"/>
                <a:cs typeface="Times New Roman"/>
              </a:rPr>
              <a:t>Status</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Choose</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initial</a:t>
            </a:r>
            <a:r>
              <a:rPr sz="1200" spc="-30" dirty="0">
                <a:latin typeface="Times New Roman"/>
                <a:cs typeface="Times New Roman"/>
              </a:rPr>
              <a:t> </a:t>
            </a:r>
            <a:r>
              <a:rPr sz="1200" dirty="0">
                <a:latin typeface="Times New Roman"/>
                <a:cs typeface="Times New Roman"/>
              </a:rPr>
              <a:t>ticket</a:t>
            </a:r>
            <a:r>
              <a:rPr sz="1200" spc="-30" dirty="0">
                <a:latin typeface="Times New Roman"/>
                <a:cs typeface="Times New Roman"/>
              </a:rPr>
              <a:t> </a:t>
            </a:r>
            <a:r>
              <a:rPr sz="1200" dirty="0">
                <a:latin typeface="Times New Roman"/>
                <a:cs typeface="Times New Roman"/>
              </a:rPr>
              <a:t>status</a:t>
            </a:r>
            <a:r>
              <a:rPr sz="1200" spc="-45" dirty="0">
                <a:latin typeface="Times New Roman"/>
                <a:cs typeface="Times New Roman"/>
              </a:rPr>
              <a:t> </a:t>
            </a:r>
            <a:r>
              <a:rPr sz="1200" spc="-20" dirty="0">
                <a:latin typeface="Times New Roman"/>
                <a:cs typeface="Times New Roman"/>
              </a:rPr>
              <a:t>from:</a:t>
            </a:r>
            <a:endParaRPr sz="1200">
              <a:latin typeface="Times New Roman"/>
              <a:cs typeface="Times New Roman"/>
            </a:endParaRPr>
          </a:p>
        </p:txBody>
      </p:sp>
      <p:sp>
        <p:nvSpPr>
          <p:cNvPr id="10" name="object 10"/>
          <p:cNvSpPr txBox="1"/>
          <p:nvPr/>
        </p:nvSpPr>
        <p:spPr>
          <a:xfrm>
            <a:off x="1588135" y="7891144"/>
            <a:ext cx="4441190" cy="238760"/>
          </a:xfrm>
          <a:prstGeom prst="rect">
            <a:avLst/>
          </a:prstGeom>
        </p:spPr>
        <p:txBody>
          <a:bodyPr vert="horz" wrap="square" lIns="0" tIns="12700" rIns="0" bIns="0" rtlCol="0">
            <a:spAutoFit/>
          </a:bodyPr>
          <a:lstStyle/>
          <a:p>
            <a:pPr marL="241300" indent="-228600">
              <a:lnSpc>
                <a:spcPct val="100000"/>
              </a:lnSpc>
              <a:spcBef>
                <a:spcPts val="100"/>
              </a:spcBef>
              <a:buSzPct val="85714"/>
              <a:buFont typeface="Courier New"/>
              <a:buChar char="o"/>
              <a:tabLst>
                <a:tab pos="241300" algn="l"/>
              </a:tabLst>
            </a:pPr>
            <a:r>
              <a:rPr sz="1400" b="1" spc="-10" dirty="0">
                <a:latin typeface="Times New Roman"/>
                <a:cs typeface="Times New Roman"/>
              </a:rPr>
              <a:t>Priority</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dropdown</a:t>
            </a:r>
            <a:r>
              <a:rPr sz="1200" spc="-3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select</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priority</a:t>
            </a:r>
            <a:r>
              <a:rPr sz="1200" spc="-20" dirty="0">
                <a:latin typeface="Times New Roman"/>
                <a:cs typeface="Times New Roman"/>
              </a:rPr>
              <a:t> </a:t>
            </a:r>
            <a:r>
              <a:rPr sz="1200" dirty="0">
                <a:latin typeface="Times New Roman"/>
                <a:cs typeface="Times New Roman"/>
              </a:rPr>
              <a:t>level.</a:t>
            </a:r>
            <a:r>
              <a:rPr sz="1200" spc="-20" dirty="0">
                <a:latin typeface="Times New Roman"/>
                <a:cs typeface="Times New Roman"/>
              </a:rPr>
              <a:t> </a:t>
            </a:r>
            <a:r>
              <a:rPr sz="1200" dirty="0">
                <a:latin typeface="Times New Roman"/>
                <a:cs typeface="Times New Roman"/>
              </a:rPr>
              <a:t>Options</a:t>
            </a:r>
            <a:r>
              <a:rPr sz="1200" spc="-25" dirty="0">
                <a:latin typeface="Times New Roman"/>
                <a:cs typeface="Times New Roman"/>
              </a:rPr>
              <a:t> </a:t>
            </a:r>
            <a:r>
              <a:rPr sz="1200" dirty="0">
                <a:latin typeface="Times New Roman"/>
                <a:cs typeface="Times New Roman"/>
              </a:rPr>
              <a:t>could</a:t>
            </a:r>
            <a:r>
              <a:rPr sz="1200" spc="-20" dirty="0">
                <a:latin typeface="Times New Roman"/>
                <a:cs typeface="Times New Roman"/>
              </a:rPr>
              <a:t> </a:t>
            </a:r>
            <a:r>
              <a:rPr sz="1200" spc="-25" dirty="0">
                <a:latin typeface="Times New Roman"/>
                <a:cs typeface="Times New Roman"/>
              </a:rPr>
              <a:t>be:</a:t>
            </a:r>
            <a:endParaRPr sz="1200">
              <a:latin typeface="Times New Roman"/>
              <a:cs typeface="Times New Roman"/>
            </a:endParaRPr>
          </a:p>
        </p:txBody>
      </p:sp>
      <p:pic>
        <p:nvPicPr>
          <p:cNvPr id="11" name="object 11"/>
          <p:cNvPicPr/>
          <p:nvPr/>
        </p:nvPicPr>
        <p:blipFill>
          <a:blip r:embed="rId5"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115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825848"/>
            <a:ext cx="5981065" cy="8124825"/>
            <a:chOff x="896937" y="825848"/>
            <a:chExt cx="5981065" cy="8124825"/>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367729" y="825848"/>
              <a:ext cx="1959711" cy="1124763"/>
            </a:xfrm>
            <a:prstGeom prst="rect">
              <a:avLst/>
            </a:prstGeom>
          </p:spPr>
        </p:pic>
        <p:pic>
          <p:nvPicPr>
            <p:cNvPr id="6" name="object 6"/>
            <p:cNvPicPr/>
            <p:nvPr/>
          </p:nvPicPr>
          <p:blipFill>
            <a:blip r:embed="rId3" cstate="print"/>
            <a:stretch>
              <a:fillRect/>
            </a:stretch>
          </p:blipFill>
          <p:spPr>
            <a:xfrm>
              <a:off x="2713189" y="2616646"/>
              <a:ext cx="2221815" cy="1398900"/>
            </a:xfrm>
            <a:prstGeom prst="rect">
              <a:avLst/>
            </a:prstGeom>
          </p:spPr>
        </p:pic>
        <p:pic>
          <p:nvPicPr>
            <p:cNvPr id="7" name="object 7"/>
            <p:cNvPicPr/>
            <p:nvPr/>
          </p:nvPicPr>
          <p:blipFill>
            <a:blip r:embed="rId4" cstate="print"/>
            <a:stretch>
              <a:fillRect/>
            </a:stretch>
          </p:blipFill>
          <p:spPr>
            <a:xfrm>
              <a:off x="2662367" y="4831445"/>
              <a:ext cx="2351398" cy="921530"/>
            </a:xfrm>
            <a:prstGeom prst="rect">
              <a:avLst/>
            </a:prstGeom>
          </p:spPr>
        </p:pic>
      </p:grpSp>
      <p:sp>
        <p:nvSpPr>
          <p:cNvPr id="8" name="object 8"/>
          <p:cNvSpPr txBox="1"/>
          <p:nvPr/>
        </p:nvSpPr>
        <p:spPr>
          <a:xfrm>
            <a:off x="1130617" y="2179955"/>
            <a:ext cx="5588635" cy="429259"/>
          </a:xfrm>
          <a:prstGeom prst="rect">
            <a:avLst/>
          </a:prstGeom>
        </p:spPr>
        <p:txBody>
          <a:bodyPr vert="horz" wrap="square" lIns="0" tIns="5080" rIns="0" bIns="0" rtlCol="0">
            <a:spAutoFit/>
          </a:bodyPr>
          <a:lstStyle/>
          <a:p>
            <a:pPr marL="240665" marR="5080" indent="-228600">
              <a:lnSpc>
                <a:spcPct val="103600"/>
              </a:lnSpc>
              <a:spcBef>
                <a:spcPts val="40"/>
              </a:spcBef>
              <a:buSzPct val="85714"/>
              <a:buFont typeface="Symbol"/>
              <a:buChar char=""/>
              <a:tabLst>
                <a:tab pos="240665" algn="l"/>
              </a:tabLst>
            </a:pPr>
            <a:r>
              <a:rPr sz="1400" b="1" dirty="0">
                <a:latin typeface="Times New Roman"/>
                <a:cs typeface="Times New Roman"/>
              </a:rPr>
              <a:t>Category</a:t>
            </a:r>
            <a:r>
              <a:rPr sz="1400" dirty="0">
                <a:latin typeface="Times New Roman"/>
                <a:cs typeface="Times New Roman"/>
              </a:rPr>
              <a:t>:</a:t>
            </a:r>
            <a:r>
              <a:rPr sz="1400" spc="-35" dirty="0">
                <a:latin typeface="Times New Roman"/>
                <a:cs typeface="Times New Roman"/>
              </a:rPr>
              <a:t> </a:t>
            </a:r>
            <a:r>
              <a:rPr sz="1200" dirty="0">
                <a:latin typeface="Times New Roman"/>
                <a:cs typeface="Times New Roman"/>
              </a:rPr>
              <a:t>Specify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general</a:t>
            </a:r>
            <a:r>
              <a:rPr sz="1200" spc="-20" dirty="0">
                <a:latin typeface="Times New Roman"/>
                <a:cs typeface="Times New Roman"/>
              </a:rPr>
              <a:t> </a:t>
            </a:r>
            <a:r>
              <a:rPr sz="1200" dirty="0">
                <a:latin typeface="Times New Roman"/>
                <a:cs typeface="Times New Roman"/>
              </a:rPr>
              <a:t>category</a:t>
            </a:r>
            <a:r>
              <a:rPr sz="1200" spc="-4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categories</a:t>
            </a:r>
            <a:r>
              <a:rPr sz="1200" spc="-35"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spc="-10" dirty="0">
                <a:latin typeface="Times New Roman"/>
                <a:cs typeface="Times New Roman"/>
              </a:rPr>
              <a:t>fetched</a:t>
            </a:r>
            <a:r>
              <a:rPr sz="1200" spc="-45" dirty="0">
                <a:latin typeface="Times New Roman"/>
                <a:cs typeface="Times New Roman"/>
              </a:rPr>
              <a:t> </a:t>
            </a:r>
            <a:r>
              <a:rPr sz="1200" spc="-25" dirty="0">
                <a:latin typeface="Times New Roman"/>
                <a:cs typeface="Times New Roman"/>
              </a:rPr>
              <a:t>by </a:t>
            </a:r>
            <a:r>
              <a:rPr sz="1200" dirty="0">
                <a:latin typeface="Times New Roman"/>
                <a:cs typeface="Times New Roman"/>
              </a:rPr>
              <a:t>API</a:t>
            </a:r>
            <a:r>
              <a:rPr sz="1200" spc="-15" dirty="0">
                <a:latin typeface="Times New Roman"/>
                <a:cs typeface="Times New Roman"/>
              </a:rPr>
              <a:t> </a:t>
            </a:r>
            <a:r>
              <a:rPr sz="1200" dirty="0">
                <a:latin typeface="Times New Roman"/>
                <a:cs typeface="Times New Roman"/>
              </a:rPr>
              <a:t>call,</a:t>
            </a:r>
            <a:r>
              <a:rPr sz="1200" spc="-15" dirty="0">
                <a:latin typeface="Times New Roman"/>
                <a:cs typeface="Times New Roman"/>
              </a:rPr>
              <a:t> </a:t>
            </a:r>
            <a:r>
              <a:rPr sz="1200" dirty="0">
                <a:latin typeface="Times New Roman"/>
                <a:cs typeface="Times New Roman"/>
              </a:rPr>
              <a:t>such</a:t>
            </a:r>
            <a:r>
              <a:rPr sz="1200" spc="-15"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sp>
        <p:nvSpPr>
          <p:cNvPr id="9" name="object 9"/>
          <p:cNvSpPr txBox="1"/>
          <p:nvPr/>
        </p:nvSpPr>
        <p:spPr>
          <a:xfrm>
            <a:off x="1646554" y="4303648"/>
            <a:ext cx="5030470" cy="429895"/>
          </a:xfrm>
          <a:prstGeom prst="rect">
            <a:avLst/>
          </a:prstGeom>
        </p:spPr>
        <p:txBody>
          <a:bodyPr vert="horz" wrap="square" lIns="0" tIns="4445" rIns="0" bIns="0" rtlCol="0">
            <a:spAutoFit/>
          </a:bodyPr>
          <a:lstStyle/>
          <a:p>
            <a:pPr marL="241300" marR="5080" indent="-228600">
              <a:lnSpc>
                <a:spcPct val="103699"/>
              </a:lnSpc>
              <a:spcBef>
                <a:spcPts val="35"/>
              </a:spcBef>
              <a:buSzPct val="85714"/>
              <a:buFont typeface="Courier New"/>
              <a:buChar char="o"/>
              <a:tabLst>
                <a:tab pos="241300" algn="l"/>
              </a:tabLst>
            </a:pPr>
            <a:r>
              <a:rPr sz="1400" b="1" dirty="0">
                <a:latin typeface="Times New Roman"/>
                <a:cs typeface="Times New Roman"/>
              </a:rPr>
              <a:t>Subcategory</a:t>
            </a:r>
            <a:r>
              <a:rPr sz="1400" dirty="0">
                <a:latin typeface="Times New Roman"/>
                <a:cs typeface="Times New Roman"/>
              </a:rPr>
              <a:t>:</a:t>
            </a:r>
            <a:r>
              <a:rPr sz="1400" spc="-40" dirty="0">
                <a:latin typeface="Times New Roman"/>
                <a:cs typeface="Times New Roman"/>
              </a:rPr>
              <a:t> </a:t>
            </a:r>
            <a:r>
              <a:rPr sz="1200" dirty="0">
                <a:latin typeface="Times New Roman"/>
                <a:cs typeface="Times New Roman"/>
              </a:rPr>
              <a:t>Select</a:t>
            </a:r>
            <a:r>
              <a:rPr sz="1200" spc="-25" dirty="0">
                <a:latin typeface="Times New Roman"/>
                <a:cs typeface="Times New Roman"/>
              </a:rPr>
              <a:t> </a:t>
            </a:r>
            <a:r>
              <a:rPr sz="1200" dirty="0">
                <a:latin typeface="Times New Roman"/>
                <a:cs typeface="Times New Roman"/>
              </a:rPr>
              <a:t>or</a:t>
            </a:r>
            <a:r>
              <a:rPr sz="1200" spc="-50" dirty="0">
                <a:latin typeface="Times New Roman"/>
                <a:cs typeface="Times New Roman"/>
              </a:rPr>
              <a:t> </a:t>
            </a:r>
            <a:r>
              <a:rPr sz="1200" dirty="0">
                <a:latin typeface="Times New Roman"/>
                <a:cs typeface="Times New Roman"/>
              </a:rPr>
              <a:t>create</a:t>
            </a:r>
            <a:r>
              <a:rPr sz="1200" spc="-2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new</a:t>
            </a:r>
            <a:r>
              <a:rPr sz="1200" spc="-40"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dirty="0">
                <a:latin typeface="Times New Roman"/>
                <a:cs typeface="Times New Roman"/>
              </a:rPr>
              <a:t>subcategory</a:t>
            </a:r>
            <a:r>
              <a:rPr sz="1200" spc="-30"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spc="-10" dirty="0">
                <a:latin typeface="Times New Roman"/>
                <a:cs typeface="Times New Roman"/>
              </a:rPr>
              <a:t>chosen category,</a:t>
            </a:r>
            <a:r>
              <a:rPr sz="1200" spc="-4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sub-</a:t>
            </a:r>
            <a:r>
              <a:rPr sz="1200" dirty="0">
                <a:latin typeface="Times New Roman"/>
                <a:cs typeface="Times New Roman"/>
              </a:rPr>
              <a:t>categories</a:t>
            </a:r>
            <a:r>
              <a:rPr sz="1200" spc="-30"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fetched</a:t>
            </a:r>
            <a:r>
              <a:rPr sz="1200" spc="-20" dirty="0">
                <a:latin typeface="Times New Roman"/>
                <a:cs typeface="Times New Roman"/>
              </a:rPr>
              <a:t> </a:t>
            </a:r>
            <a:r>
              <a:rPr sz="1200" dirty="0">
                <a:latin typeface="Times New Roman"/>
                <a:cs typeface="Times New Roman"/>
              </a:rPr>
              <a:t>by</a:t>
            </a:r>
            <a:r>
              <a:rPr sz="1200" spc="-75" dirty="0">
                <a:latin typeface="Times New Roman"/>
                <a:cs typeface="Times New Roman"/>
              </a:rPr>
              <a:t> </a:t>
            </a:r>
            <a:r>
              <a:rPr sz="1200" dirty="0">
                <a:latin typeface="Times New Roman"/>
                <a:cs typeface="Times New Roman"/>
              </a:rPr>
              <a:t>API</a:t>
            </a:r>
            <a:r>
              <a:rPr sz="1200" spc="-20" dirty="0">
                <a:latin typeface="Times New Roman"/>
                <a:cs typeface="Times New Roman"/>
              </a:rPr>
              <a:t> </a:t>
            </a:r>
            <a:r>
              <a:rPr sz="1200" dirty="0">
                <a:latin typeface="Times New Roman"/>
                <a:cs typeface="Times New Roman"/>
              </a:rPr>
              <a:t>call</a:t>
            </a:r>
            <a:r>
              <a:rPr sz="1200" spc="-15"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spc="-25" dirty="0">
                <a:latin typeface="Times New Roman"/>
                <a:cs typeface="Times New Roman"/>
              </a:rPr>
              <a:t>as:</a:t>
            </a:r>
            <a:endParaRPr sz="1200">
              <a:latin typeface="Times New Roman"/>
              <a:cs typeface="Times New Roman"/>
            </a:endParaRPr>
          </a:p>
        </p:txBody>
      </p:sp>
      <p:sp>
        <p:nvSpPr>
          <p:cNvPr id="10" name="object 10"/>
          <p:cNvSpPr txBox="1"/>
          <p:nvPr/>
        </p:nvSpPr>
        <p:spPr>
          <a:xfrm>
            <a:off x="902017" y="6072123"/>
            <a:ext cx="5803265" cy="1245235"/>
          </a:xfrm>
          <a:prstGeom prst="rect">
            <a:avLst/>
          </a:prstGeom>
        </p:spPr>
        <p:txBody>
          <a:bodyPr vert="horz" wrap="square" lIns="0" tIns="5080" rIns="0" bIns="0" rtlCol="0">
            <a:spAutoFit/>
          </a:bodyPr>
          <a:lstStyle/>
          <a:p>
            <a:pPr marL="527685" marR="18415" indent="-228600">
              <a:lnSpc>
                <a:spcPct val="103600"/>
              </a:lnSpc>
              <a:spcBef>
                <a:spcPts val="40"/>
              </a:spcBef>
              <a:buSzPct val="85714"/>
              <a:buFont typeface="Symbol"/>
              <a:buChar char=""/>
              <a:tabLst>
                <a:tab pos="527685" algn="l"/>
              </a:tabLst>
            </a:pPr>
            <a:r>
              <a:rPr sz="1400" b="1" spc="-10" dirty="0">
                <a:latin typeface="Times New Roman"/>
                <a:cs typeface="Times New Roman"/>
              </a:rPr>
              <a:t>Upload</a:t>
            </a:r>
            <a:r>
              <a:rPr sz="1400" b="1" spc="-80" dirty="0">
                <a:latin typeface="Times New Roman"/>
                <a:cs typeface="Times New Roman"/>
              </a:rPr>
              <a:t> </a:t>
            </a:r>
            <a:r>
              <a:rPr sz="1400" b="1" dirty="0">
                <a:latin typeface="Times New Roman"/>
                <a:cs typeface="Times New Roman"/>
              </a:rPr>
              <a:t>Attachment:</a:t>
            </a:r>
            <a:r>
              <a:rPr sz="1400" b="1" spc="-40" dirty="0">
                <a:latin typeface="Times New Roman"/>
                <a:cs typeface="Times New Roman"/>
              </a:rPr>
              <a:t> </a:t>
            </a: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there</a:t>
            </a:r>
            <a:r>
              <a:rPr sz="1200" spc="-15"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any</a:t>
            </a:r>
            <a:r>
              <a:rPr sz="1200" spc="-45" dirty="0">
                <a:latin typeface="Times New Roman"/>
                <a:cs typeface="Times New Roman"/>
              </a:rPr>
              <a:t> </a:t>
            </a:r>
            <a:r>
              <a:rPr sz="1200" dirty="0">
                <a:latin typeface="Times New Roman"/>
                <a:cs typeface="Times New Roman"/>
              </a:rPr>
              <a:t>attachment</a:t>
            </a:r>
            <a:r>
              <a:rPr sz="1200" spc="-15" dirty="0">
                <a:latin typeface="Times New Roman"/>
                <a:cs typeface="Times New Roman"/>
              </a:rPr>
              <a:t> </a:t>
            </a:r>
            <a:r>
              <a:rPr sz="1200" dirty="0">
                <a:latin typeface="Times New Roman"/>
                <a:cs typeface="Times New Roman"/>
              </a:rPr>
              <a:t>regarding</a:t>
            </a:r>
            <a:r>
              <a:rPr sz="1200" spc="-25" dirty="0">
                <a:latin typeface="Times New Roman"/>
                <a:cs typeface="Times New Roman"/>
              </a:rPr>
              <a:t> </a:t>
            </a:r>
            <a:r>
              <a:rPr sz="1200" dirty="0">
                <a:latin typeface="Times New Roman"/>
                <a:cs typeface="Times New Roman"/>
              </a:rPr>
              <a:t>ticket,</a:t>
            </a:r>
            <a:r>
              <a:rPr sz="1200" spc="-20" dirty="0">
                <a:latin typeface="Times New Roman"/>
                <a:cs typeface="Times New Roman"/>
              </a:rPr>
              <a:t> </a:t>
            </a:r>
            <a:r>
              <a:rPr sz="1200" dirty="0">
                <a:latin typeface="Times New Roman"/>
                <a:cs typeface="Times New Roman"/>
              </a:rPr>
              <a:t>we</a:t>
            </a:r>
            <a:r>
              <a:rPr sz="1200" spc="-15" dirty="0">
                <a:latin typeface="Times New Roman"/>
                <a:cs typeface="Times New Roman"/>
              </a:rPr>
              <a:t> </a:t>
            </a:r>
            <a:r>
              <a:rPr sz="1200" dirty="0">
                <a:latin typeface="Times New Roman"/>
                <a:cs typeface="Times New Roman"/>
              </a:rPr>
              <a:t>can</a:t>
            </a:r>
            <a:r>
              <a:rPr sz="1200" spc="-45" dirty="0">
                <a:latin typeface="Times New Roman"/>
                <a:cs typeface="Times New Roman"/>
              </a:rPr>
              <a:t> </a:t>
            </a:r>
            <a:r>
              <a:rPr sz="1200" dirty="0">
                <a:latin typeface="Times New Roman"/>
                <a:cs typeface="Times New Roman"/>
              </a:rPr>
              <a:t>attach</a:t>
            </a:r>
            <a:r>
              <a:rPr sz="1200" spc="-45" dirty="0">
                <a:latin typeface="Times New Roman"/>
                <a:cs typeface="Times New Roman"/>
              </a:rPr>
              <a:t> </a:t>
            </a:r>
            <a:r>
              <a:rPr sz="1200" spc="-25" dirty="0">
                <a:latin typeface="Times New Roman"/>
                <a:cs typeface="Times New Roman"/>
              </a:rPr>
              <a:t>it </a:t>
            </a:r>
            <a:r>
              <a:rPr sz="1200" dirty="0">
                <a:latin typeface="Times New Roman"/>
                <a:cs typeface="Times New Roman"/>
              </a:rPr>
              <a:t>during</a:t>
            </a:r>
            <a:r>
              <a:rPr sz="1200" spc="-25"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spc="-10" dirty="0">
                <a:latin typeface="Times New Roman"/>
                <a:cs typeface="Times New Roman"/>
              </a:rPr>
              <a:t>formation.</a:t>
            </a:r>
            <a:endParaRPr sz="1200">
              <a:latin typeface="Times New Roman"/>
              <a:cs typeface="Times New Roman"/>
            </a:endParaRPr>
          </a:p>
          <a:p>
            <a:pPr marL="527685" indent="-228600">
              <a:lnSpc>
                <a:spcPct val="100000"/>
              </a:lnSpc>
              <a:spcBef>
                <a:spcPts val="960"/>
              </a:spcBef>
              <a:buFont typeface="Symbol"/>
              <a:buChar char=""/>
              <a:tabLst>
                <a:tab pos="527685" algn="l"/>
              </a:tabLst>
            </a:pPr>
            <a:r>
              <a:rPr sz="1400" b="1" dirty="0">
                <a:latin typeface="Times New Roman"/>
                <a:cs typeface="Times New Roman"/>
              </a:rPr>
              <a:t>Save</a:t>
            </a:r>
            <a:r>
              <a:rPr sz="1400" b="1" spc="5" dirty="0">
                <a:latin typeface="Times New Roman"/>
                <a:cs typeface="Times New Roman"/>
              </a:rPr>
              <a:t> </a:t>
            </a:r>
            <a:r>
              <a:rPr sz="1400" b="1" spc="-10" dirty="0">
                <a:latin typeface="Times New Roman"/>
                <a:cs typeface="Times New Roman"/>
              </a:rPr>
              <a:t>Details:</a:t>
            </a:r>
            <a:endParaRPr sz="1400">
              <a:latin typeface="Times New Roman"/>
              <a:cs typeface="Times New Roman"/>
            </a:endParaRPr>
          </a:p>
          <a:p>
            <a:pPr marL="12700" marR="5080">
              <a:lnSpc>
                <a:spcPct val="102800"/>
              </a:lnSpc>
              <a:spcBef>
                <a:spcPts val="82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3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0"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pic>
        <p:nvPicPr>
          <p:cNvPr id="11" name="object 11"/>
          <p:cNvPicPr/>
          <p:nvPr/>
        </p:nvPicPr>
        <p:blipFill>
          <a:blip r:embed="rId5" cstate="print"/>
          <a:stretch>
            <a:fillRect/>
          </a:stretch>
        </p:blipFill>
        <p:spPr>
          <a:xfrm>
            <a:off x="304800" y="304800"/>
            <a:ext cx="7165084" cy="9451022"/>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116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461644" y="2981642"/>
            <a:ext cx="6850380" cy="5969000"/>
            <a:chOff x="461644" y="2981642"/>
            <a:chExt cx="6850380" cy="596900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21849" y="2984880"/>
              <a:ext cx="6786492" cy="3090545"/>
            </a:xfrm>
            <a:prstGeom prst="rect">
              <a:avLst/>
            </a:prstGeom>
          </p:spPr>
        </p:pic>
        <p:sp>
          <p:nvSpPr>
            <p:cNvPr id="6" name="object 6"/>
            <p:cNvSpPr/>
            <p:nvPr/>
          </p:nvSpPr>
          <p:spPr>
            <a:xfrm>
              <a:off x="463232" y="2983229"/>
              <a:ext cx="6847205" cy="3093720"/>
            </a:xfrm>
            <a:custGeom>
              <a:avLst/>
              <a:gdLst/>
              <a:ahLst/>
              <a:cxnLst/>
              <a:rect l="l" t="t" r="r" b="b"/>
              <a:pathLst>
                <a:path w="6847205" h="3093720">
                  <a:moveTo>
                    <a:pt x="0" y="3093720"/>
                  </a:moveTo>
                  <a:lnTo>
                    <a:pt x="6846697" y="3093720"/>
                  </a:lnTo>
                  <a:lnTo>
                    <a:pt x="6846697" y="0"/>
                  </a:lnTo>
                  <a:lnTo>
                    <a:pt x="0" y="0"/>
                  </a:lnTo>
                  <a:lnTo>
                    <a:pt x="0" y="309372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130617" y="904493"/>
            <a:ext cx="2124710" cy="1092835"/>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600" b="1" dirty="0">
                <a:latin typeface="Times New Roman"/>
                <a:cs typeface="Times New Roman"/>
              </a:rPr>
              <a:t>Details</a:t>
            </a:r>
            <a:r>
              <a:rPr sz="1600" b="1" spc="-35" dirty="0">
                <a:latin typeface="Times New Roman"/>
                <a:cs typeface="Times New Roman"/>
              </a:rPr>
              <a:t> </a:t>
            </a:r>
            <a:r>
              <a:rPr sz="1600" b="1" dirty="0">
                <a:latin typeface="Times New Roman"/>
                <a:cs typeface="Times New Roman"/>
              </a:rPr>
              <a:t>of</a:t>
            </a:r>
            <a:r>
              <a:rPr sz="1600" b="1" spc="-40" dirty="0">
                <a:latin typeface="Times New Roman"/>
                <a:cs typeface="Times New Roman"/>
              </a:rPr>
              <a:t> </a:t>
            </a:r>
            <a:r>
              <a:rPr sz="1600" b="1" spc="-10" dirty="0">
                <a:latin typeface="Times New Roman"/>
                <a:cs typeface="Times New Roman"/>
              </a:rPr>
              <a:t>Ticket:</a:t>
            </a:r>
            <a:endParaRPr sz="1600">
              <a:latin typeface="Times New Roman"/>
              <a:cs typeface="Times New Roman"/>
            </a:endParaRPr>
          </a:p>
          <a:p>
            <a:pPr>
              <a:lnSpc>
                <a:spcPct val="100000"/>
              </a:lnSpc>
              <a:buFont typeface="Symbol"/>
              <a:buChar char=""/>
            </a:pPr>
            <a:endParaRPr sz="1600">
              <a:latin typeface="Times New Roman"/>
              <a:cs typeface="Times New Roman"/>
            </a:endParaRPr>
          </a:p>
          <a:p>
            <a:pPr>
              <a:lnSpc>
                <a:spcPct val="100000"/>
              </a:lnSpc>
              <a:spcBef>
                <a:spcPts val="880"/>
              </a:spcBef>
              <a:buFont typeface="Symbol"/>
              <a:buChar char=""/>
            </a:pPr>
            <a:endParaRPr sz="1600">
              <a:latin typeface="Times New Roman"/>
              <a:cs typeface="Times New Roman"/>
            </a:endParaRPr>
          </a:p>
          <a:p>
            <a:pPr marL="984885" lvl="1" indent="-227965">
              <a:lnSpc>
                <a:spcPct val="100000"/>
              </a:lnSpc>
              <a:buFont typeface="Courier New"/>
              <a:buChar char="o"/>
              <a:tabLst>
                <a:tab pos="984885" algn="l"/>
              </a:tabLst>
            </a:pPr>
            <a:r>
              <a:rPr sz="1600" b="1" dirty="0">
                <a:latin typeface="Times New Roman"/>
                <a:cs typeface="Times New Roman"/>
              </a:rPr>
              <a:t>Activity</a:t>
            </a:r>
            <a:r>
              <a:rPr sz="1600" b="1" spc="-6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p:txBody>
      </p:sp>
      <p:sp>
        <p:nvSpPr>
          <p:cNvPr id="8" name="object 8"/>
          <p:cNvSpPr txBox="1"/>
          <p:nvPr/>
        </p:nvSpPr>
        <p:spPr>
          <a:xfrm>
            <a:off x="902017" y="2436494"/>
            <a:ext cx="5943600" cy="398780"/>
          </a:xfrm>
          <a:prstGeom prst="rect">
            <a:avLst/>
          </a:prstGeom>
        </p:spPr>
        <p:txBody>
          <a:bodyPr vert="horz" wrap="square" lIns="0" tIns="5080" rIns="0" bIns="0" rtlCol="0">
            <a:spAutoFit/>
          </a:bodyPr>
          <a:lstStyle/>
          <a:p>
            <a:pPr marL="12700" marR="5080">
              <a:lnSpc>
                <a:spcPct val="104200"/>
              </a:lnSpc>
              <a:spcBef>
                <a:spcPts val="40"/>
              </a:spcBef>
            </a:pP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sections</a:t>
            </a:r>
            <a:r>
              <a:rPr sz="1200" spc="-30"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improving</a:t>
            </a:r>
            <a:r>
              <a:rPr sz="1200" spc="-50"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9" name="object 9"/>
          <p:cNvSpPr txBox="1"/>
          <p:nvPr/>
        </p:nvSpPr>
        <p:spPr>
          <a:xfrm>
            <a:off x="1702435" y="6430390"/>
            <a:ext cx="4969510" cy="1270635"/>
          </a:xfrm>
          <a:prstGeom prst="rect">
            <a:avLst/>
          </a:prstGeom>
        </p:spPr>
        <p:txBody>
          <a:bodyPr vert="horz" wrap="square" lIns="0" tIns="12700" rIns="0" bIns="0" rtlCol="0">
            <a:spAutoFit/>
          </a:bodyPr>
          <a:lstStyle/>
          <a:p>
            <a:pPr marL="241300" indent="-228600">
              <a:lnSpc>
                <a:spcPct val="100000"/>
              </a:lnSpc>
              <a:spcBef>
                <a:spcPts val="100"/>
              </a:spcBef>
              <a:buFont typeface="Courier New"/>
              <a:buChar char="o"/>
              <a:tabLst>
                <a:tab pos="241300" algn="l"/>
              </a:tabLst>
            </a:pPr>
            <a:r>
              <a:rPr sz="1200" dirty="0">
                <a:latin typeface="Times New Roman"/>
                <a:cs typeface="Times New Roman"/>
              </a:rPr>
              <a:t>Displays</a:t>
            </a:r>
            <a:r>
              <a:rPr sz="1200" spc="-40" dirty="0">
                <a:latin typeface="Times New Roman"/>
                <a:cs typeface="Times New Roman"/>
              </a:rPr>
              <a:t> </a:t>
            </a:r>
            <a:r>
              <a:rPr sz="1200" dirty="0">
                <a:latin typeface="Times New Roman"/>
                <a:cs typeface="Times New Roman"/>
              </a:rPr>
              <a:t>all</a:t>
            </a:r>
            <a:r>
              <a:rPr sz="1200" spc="-2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activities</a:t>
            </a:r>
            <a:r>
              <a:rPr sz="1200" spc="-35" dirty="0">
                <a:latin typeface="Times New Roman"/>
                <a:cs typeface="Times New Roman"/>
              </a:rPr>
              <a:t> </a:t>
            </a:r>
            <a:r>
              <a:rPr sz="1200" dirty="0">
                <a:latin typeface="Times New Roman"/>
                <a:cs typeface="Times New Roman"/>
              </a:rPr>
              <a:t>performed</a:t>
            </a:r>
            <a:r>
              <a:rPr sz="1200" spc="-30" dirty="0">
                <a:latin typeface="Times New Roman"/>
                <a:cs typeface="Times New Roman"/>
              </a:rPr>
              <a:t> </a:t>
            </a:r>
            <a:r>
              <a:rPr sz="1200" dirty="0">
                <a:latin typeface="Times New Roman"/>
                <a:cs typeface="Times New Roman"/>
              </a:rPr>
              <a:t>on</a:t>
            </a:r>
            <a:r>
              <a:rPr sz="1200" spc="-4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specific</a:t>
            </a:r>
            <a:r>
              <a:rPr sz="1200" spc="-4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with</a:t>
            </a:r>
            <a:r>
              <a:rPr sz="1200" spc="-45" dirty="0">
                <a:latin typeface="Times New Roman"/>
                <a:cs typeface="Times New Roman"/>
              </a:rPr>
              <a:t> </a:t>
            </a:r>
            <a:r>
              <a:rPr sz="1200" spc="-10" dirty="0">
                <a:latin typeface="Times New Roman"/>
                <a:cs typeface="Times New Roman"/>
              </a:rPr>
              <a:t>timestamps.</a:t>
            </a:r>
            <a:endParaRPr sz="1200">
              <a:latin typeface="Times New Roman"/>
              <a:cs typeface="Times New Roman"/>
            </a:endParaRPr>
          </a:p>
          <a:p>
            <a:pPr marL="241300" indent="-228600">
              <a:lnSpc>
                <a:spcPct val="100000"/>
              </a:lnSpc>
              <a:spcBef>
                <a:spcPts val="860"/>
              </a:spcBef>
              <a:buFont typeface="Courier New"/>
              <a:buChar char="o"/>
              <a:tabLst>
                <a:tab pos="241300" algn="l"/>
              </a:tabLst>
            </a:pP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"Status"</a:t>
            </a:r>
            <a:r>
              <a:rPr sz="1200" spc="-35" dirty="0">
                <a:latin typeface="Times New Roman"/>
                <a:cs typeface="Times New Roman"/>
              </a:rPr>
              <a:t> </a:t>
            </a:r>
            <a:r>
              <a:rPr sz="1200" dirty="0">
                <a:latin typeface="Times New Roman"/>
                <a:cs typeface="Times New Roman"/>
              </a:rPr>
              <a:t>drop</a:t>
            </a:r>
            <a:r>
              <a:rPr sz="1200" spc="-25" dirty="0">
                <a:latin typeface="Times New Roman"/>
                <a:cs typeface="Times New Roman"/>
              </a:rPr>
              <a:t> </a:t>
            </a:r>
            <a:r>
              <a:rPr sz="1200" dirty="0">
                <a:latin typeface="Times New Roman"/>
                <a:cs typeface="Times New Roman"/>
              </a:rPr>
              <a:t>down</a:t>
            </a:r>
            <a:r>
              <a:rPr sz="1200" spc="-25" dirty="0">
                <a:latin typeface="Times New Roman"/>
                <a:cs typeface="Times New Roman"/>
              </a:rPr>
              <a:t> </a:t>
            </a:r>
            <a:r>
              <a:rPr sz="1200" dirty="0">
                <a:latin typeface="Times New Roman"/>
                <a:cs typeface="Times New Roman"/>
              </a:rPr>
              <a:t>allows</a:t>
            </a:r>
            <a:r>
              <a:rPr sz="1200" spc="-40" dirty="0">
                <a:latin typeface="Times New Roman"/>
                <a:cs typeface="Times New Roman"/>
              </a:rPr>
              <a:t> </a:t>
            </a:r>
            <a:r>
              <a:rPr sz="1200" dirty="0">
                <a:latin typeface="Times New Roman"/>
                <a:cs typeface="Times New Roman"/>
              </a:rPr>
              <a:t>selecting</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a:t>
            </a:r>
            <a:r>
              <a:rPr sz="1200" spc="-20" dirty="0">
                <a:latin typeface="Times New Roman"/>
                <a:cs typeface="Times New Roman"/>
              </a:rPr>
              <a:t> </a:t>
            </a:r>
            <a:r>
              <a:rPr sz="1200" dirty="0">
                <a:latin typeface="Times New Roman"/>
                <a:cs typeface="Times New Roman"/>
              </a:rPr>
              <a:t>status</a:t>
            </a:r>
            <a:r>
              <a:rPr sz="1200" spc="-4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indent="-228600">
              <a:lnSpc>
                <a:spcPct val="100000"/>
              </a:lnSpc>
              <a:spcBef>
                <a:spcPts val="840"/>
              </a:spcBef>
              <a:buFont typeface="Courier New"/>
              <a:buChar char="o"/>
              <a:tabLst>
                <a:tab pos="241300" algn="l"/>
              </a:tabLst>
            </a:pPr>
            <a:r>
              <a:rPr sz="1200" dirty="0">
                <a:latin typeface="Times New Roman"/>
                <a:cs typeface="Times New Roman"/>
              </a:rPr>
              <a:t>Shows</a:t>
            </a:r>
            <a:r>
              <a:rPr sz="1200" spc="-4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associated</a:t>
            </a:r>
            <a:r>
              <a:rPr sz="1200" spc="-25" dirty="0">
                <a:latin typeface="Times New Roman"/>
                <a:cs typeface="Times New Roman"/>
              </a:rPr>
              <a:t> </a:t>
            </a:r>
            <a:r>
              <a:rPr sz="1200" dirty="0">
                <a:latin typeface="Times New Roman"/>
                <a:cs typeface="Times New Roman"/>
              </a:rPr>
              <a:t>with</a:t>
            </a:r>
            <a:r>
              <a:rPr sz="1200" spc="-5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marR="5080" indent="-228600">
              <a:lnSpc>
                <a:spcPct val="102800"/>
              </a:lnSpc>
              <a:spcBef>
                <a:spcPts val="819"/>
              </a:spcBef>
              <a:buFont typeface="Courier New"/>
              <a:buChar char="o"/>
              <a:tabLst>
                <a:tab pos="241300" algn="l"/>
              </a:tabLst>
            </a:pPr>
            <a:r>
              <a:rPr sz="1200" dirty="0">
                <a:latin typeface="Times New Roman"/>
                <a:cs typeface="Times New Roman"/>
              </a:rPr>
              <a:t>Includes</a:t>
            </a:r>
            <a:r>
              <a:rPr sz="1200" spc="-30"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ticket</a:t>
            </a:r>
            <a:r>
              <a:rPr sz="1200" spc="-10" dirty="0">
                <a:latin typeface="Times New Roman"/>
                <a:cs typeface="Times New Roman"/>
              </a:rPr>
              <a:t> "Category,"</a:t>
            </a:r>
            <a:r>
              <a:rPr sz="1200" spc="-2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spc="-10" dirty="0">
                <a:latin typeface="Times New Roman"/>
                <a:cs typeface="Times New Roman"/>
              </a:rPr>
              <a:t>"Sub-category,"</a:t>
            </a:r>
            <a:r>
              <a:rPr sz="1200" spc="-25"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can</a:t>
            </a:r>
            <a:r>
              <a:rPr sz="1200" spc="-15" dirty="0">
                <a:latin typeface="Times New Roman"/>
                <a:cs typeface="Times New Roman"/>
              </a:rPr>
              <a:t> </a:t>
            </a:r>
            <a:r>
              <a:rPr sz="1200" dirty="0">
                <a:latin typeface="Times New Roman"/>
                <a:cs typeface="Times New Roman"/>
              </a:rPr>
              <a:t>be</a:t>
            </a:r>
            <a:r>
              <a:rPr sz="1200" spc="-10" dirty="0">
                <a:latin typeface="Times New Roman"/>
                <a:cs typeface="Times New Roman"/>
              </a:rPr>
              <a:t> </a:t>
            </a:r>
            <a:r>
              <a:rPr sz="1200" dirty="0">
                <a:latin typeface="Times New Roman"/>
                <a:cs typeface="Times New Roman"/>
              </a:rPr>
              <a:t>set </a:t>
            </a:r>
            <a:r>
              <a:rPr sz="1200" spc="-25" dirty="0">
                <a:latin typeface="Times New Roman"/>
                <a:cs typeface="Times New Roman"/>
              </a:rPr>
              <a:t>or </a:t>
            </a:r>
            <a:r>
              <a:rPr sz="1200" dirty="0">
                <a:latin typeface="Times New Roman"/>
                <a:cs typeface="Times New Roman"/>
              </a:rPr>
              <a:t>modified</a:t>
            </a:r>
            <a:r>
              <a:rPr sz="1200" spc="-2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user</a:t>
            </a:r>
            <a:r>
              <a:rPr sz="1200" spc="-15" dirty="0">
                <a:latin typeface="Times New Roman"/>
                <a:cs typeface="Times New Roman"/>
              </a:rPr>
              <a:t> </a:t>
            </a:r>
            <a:r>
              <a:rPr sz="1200" dirty="0">
                <a:latin typeface="Times New Roman"/>
                <a:cs typeface="Times New Roman"/>
              </a:rPr>
              <a:t>when</a:t>
            </a:r>
            <a:r>
              <a:rPr sz="1200" spc="-40" dirty="0">
                <a:latin typeface="Times New Roman"/>
                <a:cs typeface="Times New Roman"/>
              </a:rPr>
              <a:t> </a:t>
            </a:r>
            <a:r>
              <a:rPr sz="1200" dirty="0">
                <a:latin typeface="Times New Roman"/>
                <a:cs typeface="Times New Roman"/>
              </a:rPr>
              <a:t>creating</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updating</a:t>
            </a:r>
            <a:r>
              <a:rPr sz="1200" spc="-1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117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28625" y="1788604"/>
            <a:ext cx="6915150" cy="7162165"/>
            <a:chOff x="428625" y="1788604"/>
            <a:chExt cx="6915150" cy="716216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431800" y="1791843"/>
              <a:ext cx="6908800" cy="3159125"/>
            </a:xfrm>
            <a:prstGeom prst="rect">
              <a:avLst/>
            </a:prstGeom>
          </p:spPr>
        </p:pic>
        <p:sp>
          <p:nvSpPr>
            <p:cNvPr id="5" name="object 5"/>
            <p:cNvSpPr/>
            <p:nvPr/>
          </p:nvSpPr>
          <p:spPr>
            <a:xfrm>
              <a:off x="430212" y="1790192"/>
              <a:ext cx="6911975" cy="3162300"/>
            </a:xfrm>
            <a:custGeom>
              <a:avLst/>
              <a:gdLst/>
              <a:ahLst/>
              <a:cxnLst/>
              <a:rect l="l" t="t" r="r" b="b"/>
              <a:pathLst>
                <a:path w="6911975" h="3162300">
                  <a:moveTo>
                    <a:pt x="0" y="3162299"/>
                  </a:moveTo>
                  <a:lnTo>
                    <a:pt x="6911975" y="3162299"/>
                  </a:lnTo>
                  <a:lnTo>
                    <a:pt x="6911975" y="0"/>
                  </a:lnTo>
                  <a:lnTo>
                    <a:pt x="0" y="0"/>
                  </a:lnTo>
                  <a:lnTo>
                    <a:pt x="0" y="3162299"/>
                  </a:lnTo>
                  <a:close/>
                </a:path>
              </a:pathLst>
            </a:custGeom>
            <a:ln w="3175">
              <a:solidFill>
                <a:srgbClr val="00000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6507479" y="1821688"/>
              <a:ext cx="800100" cy="168275"/>
            </a:xfrm>
            <a:prstGeom prst="rect">
              <a:avLst/>
            </a:prstGeom>
          </p:spPr>
        </p:pic>
        <p:pic>
          <p:nvPicPr>
            <p:cNvPr id="7" name="object 7"/>
            <p:cNvPicPr/>
            <p:nvPr/>
          </p:nvPicPr>
          <p:blipFill>
            <a:blip r:embed="rId4" cstate="print"/>
            <a:stretch>
              <a:fillRect/>
            </a:stretch>
          </p:blipFill>
          <p:spPr>
            <a:xfrm>
              <a:off x="1355089" y="1795526"/>
              <a:ext cx="1816735" cy="2726054"/>
            </a:xfrm>
            <a:prstGeom prst="rect">
              <a:avLst/>
            </a:prstGeom>
          </p:spPr>
        </p:pic>
      </p:grpSp>
      <p:sp>
        <p:nvSpPr>
          <p:cNvPr id="8" name="object 8"/>
          <p:cNvSpPr txBox="1"/>
          <p:nvPr/>
        </p:nvSpPr>
        <p:spPr>
          <a:xfrm>
            <a:off x="902017" y="434340"/>
            <a:ext cx="5969635" cy="12096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1213485" indent="-227965">
              <a:lnSpc>
                <a:spcPct val="100000"/>
              </a:lnSpc>
              <a:buFont typeface="Courier New"/>
              <a:buChar char="o"/>
              <a:tabLst>
                <a:tab pos="1213485" algn="l"/>
              </a:tabLst>
            </a:pPr>
            <a:r>
              <a:rPr sz="1600" b="1" dirty="0">
                <a:latin typeface="Times New Roman"/>
                <a:cs typeface="Times New Roman"/>
              </a:rPr>
              <a:t>Query</a:t>
            </a:r>
            <a:r>
              <a:rPr sz="1600" b="1" spc="-70" dirty="0">
                <a:latin typeface="Times New Roman"/>
                <a:cs typeface="Times New Roman"/>
              </a:rPr>
              <a:t> </a:t>
            </a:r>
            <a:r>
              <a:rPr sz="1600" b="1" spc="-20" dirty="0">
                <a:latin typeface="Times New Roman"/>
                <a:cs typeface="Times New Roman"/>
              </a:rPr>
              <a:t>Tab</a:t>
            </a:r>
            <a:r>
              <a:rPr sz="1600" spc="-20" dirty="0">
                <a:latin typeface="Times New Roman"/>
                <a:cs typeface="Times New Roman"/>
              </a:rPr>
              <a:t>:</a:t>
            </a:r>
            <a:endParaRPr sz="1600">
              <a:latin typeface="Times New Roman"/>
              <a:cs typeface="Times New Roman"/>
            </a:endParaRPr>
          </a:p>
          <a:p>
            <a:pPr marL="12700" marR="30480">
              <a:lnSpc>
                <a:spcPct val="104200"/>
              </a:lnSpc>
              <a:spcBef>
                <a:spcPts val="819"/>
              </a:spcBef>
            </a:pPr>
            <a:r>
              <a:rPr sz="1200" dirty="0">
                <a:latin typeface="Times New Roman"/>
                <a:cs typeface="Times New Roman"/>
              </a:rPr>
              <a:t>These</a:t>
            </a:r>
            <a:r>
              <a:rPr sz="1200" spc="-25" dirty="0">
                <a:latin typeface="Times New Roman"/>
                <a:cs typeface="Times New Roman"/>
              </a:rPr>
              <a:t> </a:t>
            </a:r>
            <a:r>
              <a:rPr sz="1200" dirty="0">
                <a:latin typeface="Times New Roman"/>
                <a:cs typeface="Times New Roman"/>
              </a:rPr>
              <a:t>sections</a:t>
            </a:r>
            <a:r>
              <a:rPr sz="1200" spc="-30" dirty="0">
                <a:latin typeface="Times New Roman"/>
                <a:cs typeface="Times New Roman"/>
              </a:rPr>
              <a:t> </a:t>
            </a:r>
            <a:r>
              <a:rPr sz="1200" dirty="0">
                <a:latin typeface="Times New Roman"/>
                <a:cs typeface="Times New Roman"/>
              </a:rPr>
              <a:t>help</a:t>
            </a:r>
            <a:r>
              <a:rPr sz="1200" spc="-25" dirty="0">
                <a:latin typeface="Times New Roman"/>
                <a:cs typeface="Times New Roman"/>
              </a:rPr>
              <a:t> </a:t>
            </a:r>
            <a:r>
              <a:rPr sz="1200" dirty="0">
                <a:latin typeface="Times New Roman"/>
                <a:cs typeface="Times New Roman"/>
              </a:rPr>
              <a:t>track</a:t>
            </a:r>
            <a:r>
              <a:rPr sz="1200" spc="-5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history,</a:t>
            </a:r>
            <a:r>
              <a:rPr sz="1200" spc="-25" dirty="0">
                <a:latin typeface="Times New Roman"/>
                <a:cs typeface="Times New Roman"/>
              </a:rPr>
              <a:t> </a:t>
            </a:r>
            <a:r>
              <a:rPr sz="1200" dirty="0">
                <a:latin typeface="Times New Roman"/>
                <a:cs typeface="Times New Roman"/>
              </a:rPr>
              <a:t>status,</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ticket,</a:t>
            </a:r>
            <a:r>
              <a:rPr sz="1200" spc="-45" dirty="0">
                <a:latin typeface="Times New Roman"/>
                <a:cs typeface="Times New Roman"/>
              </a:rPr>
              <a:t> </a:t>
            </a:r>
            <a:r>
              <a:rPr sz="1200" dirty="0">
                <a:latin typeface="Times New Roman"/>
                <a:cs typeface="Times New Roman"/>
              </a:rPr>
              <a:t>improving</a:t>
            </a:r>
            <a:r>
              <a:rPr sz="1200" spc="-50" dirty="0">
                <a:latin typeface="Times New Roman"/>
                <a:cs typeface="Times New Roman"/>
              </a:rPr>
              <a:t> </a:t>
            </a:r>
            <a:r>
              <a:rPr sz="1200" dirty="0">
                <a:latin typeface="Times New Roman"/>
                <a:cs typeface="Times New Roman"/>
              </a:rPr>
              <a:t>clarity</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20" dirty="0">
                <a:latin typeface="Times New Roman"/>
                <a:cs typeface="Times New Roman"/>
              </a:rPr>
              <a:t>ease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management</a:t>
            </a:r>
            <a:r>
              <a:rPr sz="1200" spc="-4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working</a:t>
            </a:r>
            <a:r>
              <a:rPr sz="1200" spc="-20" dirty="0">
                <a:latin typeface="Times New Roman"/>
                <a:cs typeface="Times New Roman"/>
              </a:rPr>
              <a:t> </a:t>
            </a:r>
            <a:r>
              <a:rPr sz="1200" dirty="0">
                <a:latin typeface="Times New Roman"/>
                <a:cs typeface="Times New Roman"/>
              </a:rPr>
              <a:t>on</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support</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service</a:t>
            </a:r>
            <a:r>
              <a:rPr sz="1200" spc="-35" dirty="0">
                <a:latin typeface="Times New Roman"/>
                <a:cs typeface="Times New Roman"/>
              </a:rPr>
              <a:t> </a:t>
            </a:r>
            <a:r>
              <a:rPr sz="1200" spc="-10" dirty="0">
                <a:latin typeface="Times New Roman"/>
                <a:cs typeface="Times New Roman"/>
              </a:rPr>
              <a:t>team.</a:t>
            </a:r>
            <a:endParaRPr sz="1200">
              <a:latin typeface="Times New Roman"/>
              <a:cs typeface="Times New Roman"/>
            </a:endParaRPr>
          </a:p>
        </p:txBody>
      </p:sp>
      <p:sp>
        <p:nvSpPr>
          <p:cNvPr id="9" name="object 9"/>
          <p:cNvSpPr txBox="1"/>
          <p:nvPr/>
        </p:nvSpPr>
        <p:spPr>
          <a:xfrm>
            <a:off x="902017" y="5220970"/>
            <a:ext cx="5803265" cy="1290955"/>
          </a:xfrm>
          <a:prstGeom prst="rect">
            <a:avLst/>
          </a:prstGeom>
        </p:spPr>
        <p:txBody>
          <a:bodyPr vert="horz" wrap="square" lIns="0" tIns="12700" rIns="0" bIns="0" rtlCol="0">
            <a:spAutoFit/>
          </a:bodyPr>
          <a:lstStyle/>
          <a:p>
            <a:pPr marL="698500" indent="-229235">
              <a:lnSpc>
                <a:spcPct val="100000"/>
              </a:lnSpc>
              <a:spcBef>
                <a:spcPts val="100"/>
              </a:spcBef>
              <a:buFont typeface="Symbol"/>
              <a:buChar char=""/>
              <a:tabLst>
                <a:tab pos="698500" algn="l"/>
              </a:tabLst>
            </a:pP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a:t>
            </a:r>
            <a:r>
              <a:rPr sz="1200" b="1" dirty="0">
                <a:latin typeface="Times New Roman"/>
                <a:cs typeface="Times New Roman"/>
              </a:rPr>
              <a:t>Subject</a:t>
            </a:r>
            <a:r>
              <a:rPr sz="1200" dirty="0">
                <a:latin typeface="Times New Roman"/>
                <a:cs typeface="Times New Roman"/>
              </a:rPr>
              <a:t>"</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t>
            </a:r>
            <a:r>
              <a:rPr sz="1200" b="1" dirty="0">
                <a:latin typeface="Times New Roman"/>
                <a:cs typeface="Times New Roman"/>
              </a:rPr>
              <a:t>Description</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698500" indent="-229235">
              <a:lnSpc>
                <a:spcPct val="100000"/>
              </a:lnSpc>
              <a:spcBef>
                <a:spcPts val="940"/>
              </a:spcBef>
              <a:buFont typeface="Symbol"/>
              <a:buChar char=""/>
              <a:tabLst>
                <a:tab pos="698500" algn="l"/>
              </a:tabLst>
            </a:pPr>
            <a:r>
              <a:rPr sz="1200" dirty="0">
                <a:latin typeface="Times New Roman"/>
                <a:cs typeface="Times New Roman"/>
              </a:rPr>
              <a:t>These</a:t>
            </a:r>
            <a:r>
              <a:rPr sz="1200" spc="-15" dirty="0">
                <a:latin typeface="Times New Roman"/>
                <a:cs typeface="Times New Roman"/>
              </a:rPr>
              <a:t> </a:t>
            </a:r>
            <a:r>
              <a:rPr sz="1200" dirty="0">
                <a:latin typeface="Times New Roman"/>
                <a:cs typeface="Times New Roman"/>
              </a:rPr>
              <a:t>fields</a:t>
            </a:r>
            <a:r>
              <a:rPr sz="1200" spc="-25"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likely</a:t>
            </a:r>
            <a:r>
              <a:rPr sz="1200" spc="-20" dirty="0">
                <a:latin typeface="Times New Roman"/>
                <a:cs typeface="Times New Roman"/>
              </a:rPr>
              <a:t> </a:t>
            </a:r>
            <a:r>
              <a:rPr sz="1200" dirty="0">
                <a:latin typeface="Times New Roman"/>
                <a:cs typeface="Times New Roman"/>
              </a:rPr>
              <a:t>defined</a:t>
            </a:r>
            <a:r>
              <a:rPr sz="1200" spc="-15" dirty="0">
                <a:latin typeface="Times New Roman"/>
                <a:cs typeface="Times New Roman"/>
              </a:rPr>
              <a:t> </a:t>
            </a:r>
            <a:r>
              <a:rPr sz="1200" dirty="0">
                <a:latin typeface="Times New Roman"/>
                <a:cs typeface="Times New Roman"/>
              </a:rPr>
              <a:t>when</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ticket</a:t>
            </a:r>
            <a:r>
              <a:rPr sz="1200" spc="-1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spc="-10" dirty="0">
                <a:latin typeface="Times New Roman"/>
                <a:cs typeface="Times New Roman"/>
              </a:rPr>
              <a:t>initially</a:t>
            </a:r>
            <a:r>
              <a:rPr sz="1200" spc="-40" dirty="0">
                <a:latin typeface="Times New Roman"/>
                <a:cs typeface="Times New Roman"/>
              </a:rPr>
              <a:t> </a:t>
            </a:r>
            <a:r>
              <a:rPr sz="1200" spc="-10" dirty="0">
                <a:latin typeface="Times New Roman"/>
                <a:cs typeface="Times New Roman"/>
              </a:rPr>
              <a:t>created.</a:t>
            </a:r>
            <a:endParaRPr sz="1200">
              <a:latin typeface="Times New Roman"/>
              <a:cs typeface="Times New Roman"/>
            </a:endParaRPr>
          </a:p>
          <a:p>
            <a:pPr marL="698500" indent="-229235">
              <a:lnSpc>
                <a:spcPct val="100000"/>
              </a:lnSpc>
              <a:spcBef>
                <a:spcPts val="919"/>
              </a:spcBef>
              <a:buFont typeface="Symbol"/>
              <a:buChar char=""/>
              <a:tabLst>
                <a:tab pos="698500" algn="l"/>
              </a:tabLst>
            </a:pPr>
            <a:r>
              <a:rPr sz="1200" b="1" dirty="0">
                <a:latin typeface="Times New Roman"/>
                <a:cs typeface="Times New Roman"/>
              </a:rPr>
              <a:t>Save</a:t>
            </a:r>
            <a:r>
              <a:rPr sz="1200" b="1" spc="-25" dirty="0">
                <a:latin typeface="Times New Roman"/>
                <a:cs typeface="Times New Roman"/>
              </a:rPr>
              <a:t> </a:t>
            </a:r>
            <a:r>
              <a:rPr sz="1200" b="1" spc="-10" dirty="0">
                <a:latin typeface="Times New Roman"/>
                <a:cs typeface="Times New Roman"/>
              </a:rPr>
              <a:t>Details:</a:t>
            </a:r>
            <a:endParaRPr sz="1200">
              <a:latin typeface="Times New Roman"/>
              <a:cs typeface="Times New Roman"/>
            </a:endParaRPr>
          </a:p>
          <a:p>
            <a:pPr marL="12700" marR="5080">
              <a:lnSpc>
                <a:spcPct val="104200"/>
              </a:lnSpc>
              <a:spcBef>
                <a:spcPts val="78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ensures</a:t>
            </a:r>
            <a:r>
              <a:rPr sz="1200" spc="-30"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any</a:t>
            </a:r>
            <a:r>
              <a:rPr sz="1200" spc="-20"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information</a:t>
            </a:r>
            <a:r>
              <a:rPr sz="1200" spc="-4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dirty="0">
                <a:latin typeface="Times New Roman"/>
                <a:cs typeface="Times New Roman"/>
              </a:rPr>
              <a:t>securely</a:t>
            </a:r>
            <a:r>
              <a:rPr sz="1200" spc="-25" dirty="0">
                <a:latin typeface="Times New Roman"/>
                <a:cs typeface="Times New Roman"/>
              </a:rPr>
              <a:t> </a:t>
            </a:r>
            <a:r>
              <a:rPr sz="1200" dirty="0">
                <a:latin typeface="Times New Roman"/>
                <a:cs typeface="Times New Roman"/>
              </a:rPr>
              <a:t>stored</a:t>
            </a:r>
            <a:r>
              <a:rPr sz="1200" spc="-20"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maintained </a:t>
            </a:r>
            <a:r>
              <a:rPr sz="1200" dirty="0">
                <a:latin typeface="Times New Roman"/>
                <a:cs typeface="Times New Roman"/>
              </a:rPr>
              <a:t>within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safeguarding</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integrity</a:t>
            </a:r>
            <a:r>
              <a:rPr sz="1200" spc="-3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privacy</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data.</a:t>
            </a:r>
            <a:endParaRPr sz="1200">
              <a:latin typeface="Times New Roman"/>
              <a:cs typeface="Times New Roman"/>
            </a:endParaRPr>
          </a:p>
        </p:txBody>
      </p:sp>
      <p:grpSp>
        <p:nvGrpSpPr>
          <p:cNvPr id="10" name="object 10"/>
          <p:cNvGrpSpPr/>
          <p:nvPr/>
        </p:nvGrpSpPr>
        <p:grpSpPr>
          <a:xfrm>
            <a:off x="304800" y="304800"/>
            <a:ext cx="7165340" cy="9451340"/>
            <a:chOff x="304800" y="304800"/>
            <a:chExt cx="7165340" cy="9451340"/>
          </a:xfrm>
        </p:grpSpPr>
        <p:sp>
          <p:nvSpPr>
            <p:cNvPr id="11" name="object 11"/>
            <p:cNvSpPr/>
            <p:nvPr/>
          </p:nvSpPr>
          <p:spPr>
            <a:xfrm>
              <a:off x="484504" y="2451989"/>
              <a:ext cx="600075" cy="573405"/>
            </a:xfrm>
            <a:custGeom>
              <a:avLst/>
              <a:gdLst/>
              <a:ahLst/>
              <a:cxnLst/>
              <a:rect l="l" t="t" r="r" b="b"/>
              <a:pathLst>
                <a:path w="600075" h="573405">
                  <a:moveTo>
                    <a:pt x="600075" y="0"/>
                  </a:moveTo>
                  <a:lnTo>
                    <a:pt x="0" y="0"/>
                  </a:lnTo>
                  <a:lnTo>
                    <a:pt x="0" y="573404"/>
                  </a:lnTo>
                  <a:lnTo>
                    <a:pt x="600075" y="573404"/>
                  </a:lnTo>
                  <a:lnTo>
                    <a:pt x="600075" y="0"/>
                  </a:lnTo>
                  <a:close/>
                </a:path>
              </a:pathLst>
            </a:custGeom>
            <a:solidFill>
              <a:srgbClr val="FFFFFF"/>
            </a:solidFill>
          </p:spPr>
          <p:txBody>
            <a:bodyPr wrap="square" lIns="0" tIns="0" rIns="0" bIns="0" rtlCol="0"/>
            <a:lstStyle/>
            <a:p>
              <a:endParaRPr/>
            </a:p>
          </p:txBody>
        </p:sp>
        <p:pic>
          <p:nvPicPr>
            <p:cNvPr id="12" name="object 12"/>
            <p:cNvPicPr/>
            <p:nvPr/>
          </p:nvPicPr>
          <p:blipFill>
            <a:blip r:embed="rId5" cstate="print"/>
            <a:stretch>
              <a:fillRect/>
            </a:stretch>
          </p:blipFill>
          <p:spPr>
            <a:xfrm>
              <a:off x="304800" y="304800"/>
              <a:ext cx="7165084" cy="9451022"/>
            </a:xfrm>
            <a:prstGeom prst="rect">
              <a:avLst/>
            </a:prstGeom>
          </p:spPr>
        </p:pic>
      </p:gr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118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67994" y="2005012"/>
            <a:ext cx="6832600" cy="6945630"/>
            <a:chOff x="467994" y="2005012"/>
            <a:chExt cx="6832600" cy="6945630"/>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883337" y="6439337"/>
              <a:ext cx="2008518" cy="2145152"/>
            </a:xfrm>
            <a:prstGeom prst="rect">
              <a:avLst/>
            </a:prstGeom>
          </p:spPr>
        </p:pic>
        <p:pic>
          <p:nvPicPr>
            <p:cNvPr id="5" name="object 5"/>
            <p:cNvPicPr/>
            <p:nvPr/>
          </p:nvPicPr>
          <p:blipFill>
            <a:blip r:embed="rId3" cstate="print"/>
            <a:stretch>
              <a:fillRect/>
            </a:stretch>
          </p:blipFill>
          <p:spPr>
            <a:xfrm>
              <a:off x="525147" y="2008250"/>
              <a:ext cx="6772145" cy="3089275"/>
            </a:xfrm>
            <a:prstGeom prst="rect">
              <a:avLst/>
            </a:prstGeom>
          </p:spPr>
        </p:pic>
        <p:sp>
          <p:nvSpPr>
            <p:cNvPr id="6" name="object 6"/>
            <p:cNvSpPr/>
            <p:nvPr/>
          </p:nvSpPr>
          <p:spPr>
            <a:xfrm>
              <a:off x="469582" y="2006600"/>
              <a:ext cx="6829425" cy="3092450"/>
            </a:xfrm>
            <a:custGeom>
              <a:avLst/>
              <a:gdLst/>
              <a:ahLst/>
              <a:cxnLst/>
              <a:rect l="l" t="t" r="r" b="b"/>
              <a:pathLst>
                <a:path w="6829425" h="3092450">
                  <a:moveTo>
                    <a:pt x="0" y="3092450"/>
                  </a:moveTo>
                  <a:lnTo>
                    <a:pt x="6829298" y="3092450"/>
                  </a:lnTo>
                  <a:lnTo>
                    <a:pt x="6829298" y="0"/>
                  </a:lnTo>
                  <a:lnTo>
                    <a:pt x="0" y="0"/>
                  </a:lnTo>
                  <a:lnTo>
                    <a:pt x="0" y="3092450"/>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434340"/>
            <a:ext cx="5969635" cy="139763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60"/>
              </a:spcBef>
            </a:pPr>
            <a:endParaRPr sz="1200">
              <a:latin typeface="Times New Roman"/>
              <a:cs typeface="Times New Roman"/>
            </a:endParaRPr>
          </a:p>
          <a:p>
            <a:pPr marL="1213485" indent="-227965">
              <a:lnSpc>
                <a:spcPct val="100000"/>
              </a:lnSpc>
              <a:buFont typeface="Courier New"/>
              <a:buChar char="o"/>
              <a:tabLst>
                <a:tab pos="1213485" algn="l"/>
              </a:tabLst>
            </a:pPr>
            <a:r>
              <a:rPr sz="1600" b="1" dirty="0">
                <a:latin typeface="Times New Roman"/>
                <a:cs typeface="Times New Roman"/>
              </a:rPr>
              <a:t>Note</a:t>
            </a:r>
            <a:r>
              <a:rPr sz="1600" b="1" spc="-60" dirty="0">
                <a:latin typeface="Times New Roman"/>
                <a:cs typeface="Times New Roman"/>
              </a:rPr>
              <a:t> </a:t>
            </a:r>
            <a:r>
              <a:rPr sz="1600" b="1" spc="-20" dirty="0">
                <a:latin typeface="Times New Roman"/>
                <a:cs typeface="Times New Roman"/>
              </a:rPr>
              <a:t>Tab:</a:t>
            </a:r>
            <a:endParaRPr sz="1600">
              <a:latin typeface="Times New Roman"/>
              <a:cs typeface="Times New Roman"/>
            </a:endParaRPr>
          </a:p>
          <a:p>
            <a:pPr marL="12700">
              <a:lnSpc>
                <a:spcPct val="100000"/>
              </a:lnSpc>
              <a:spcBef>
                <a:spcPts val="880"/>
              </a:spcBef>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provides</a:t>
            </a:r>
            <a:r>
              <a:rPr sz="1200" spc="-40" dirty="0">
                <a:latin typeface="Times New Roman"/>
                <a:cs typeface="Times New Roman"/>
              </a:rPr>
              <a:t> </a:t>
            </a:r>
            <a:r>
              <a:rPr sz="1200" dirty="0">
                <a:latin typeface="Times New Roman"/>
                <a:cs typeface="Times New Roman"/>
              </a:rPr>
              <a:t>users</a:t>
            </a:r>
            <a:r>
              <a:rPr sz="1200" spc="-35"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ability</a:t>
            </a:r>
            <a:r>
              <a:rPr sz="1200" spc="-2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document</a:t>
            </a:r>
            <a:r>
              <a:rPr sz="1200" spc="-20" dirty="0">
                <a:latin typeface="Times New Roman"/>
                <a:cs typeface="Times New Roman"/>
              </a:rPr>
              <a:t> </a:t>
            </a:r>
            <a:r>
              <a:rPr sz="1200" dirty="0">
                <a:latin typeface="Times New Roman"/>
                <a:cs typeface="Times New Roman"/>
              </a:rPr>
              <a:t>ticket-related</a:t>
            </a:r>
            <a:r>
              <a:rPr sz="1200" spc="-50" dirty="0">
                <a:latin typeface="Times New Roman"/>
                <a:cs typeface="Times New Roman"/>
              </a:rPr>
              <a:t> </a:t>
            </a:r>
            <a:r>
              <a:rPr sz="1200" spc="-10" dirty="0">
                <a:latin typeface="Times New Roman"/>
                <a:cs typeface="Times New Roman"/>
              </a:rPr>
              <a:t>information</a:t>
            </a:r>
            <a:endParaRPr sz="1200">
              <a:latin typeface="Times New Roman"/>
              <a:cs typeface="Times New Roman"/>
            </a:endParaRPr>
          </a:p>
          <a:p>
            <a:pPr marL="12700" marR="152400">
              <a:lnSpc>
                <a:spcPct val="102800"/>
              </a:lnSpc>
              <a:spcBef>
                <a:spcPts val="20"/>
              </a:spcBef>
            </a:pPr>
            <a:r>
              <a:rPr sz="1200" spc="-10" dirty="0">
                <a:latin typeface="Times New Roman"/>
                <a:cs typeface="Times New Roman"/>
              </a:rPr>
              <a:t>comprehensively,</a:t>
            </a:r>
            <a:r>
              <a:rPr sz="1200" spc="-15" dirty="0">
                <a:latin typeface="Times New Roman"/>
                <a:cs typeface="Times New Roman"/>
              </a:rPr>
              <a:t> </a:t>
            </a:r>
            <a:r>
              <a:rPr sz="1200" dirty="0">
                <a:latin typeface="Times New Roman"/>
                <a:cs typeface="Times New Roman"/>
              </a:rPr>
              <a:t>including</a:t>
            </a:r>
            <a:r>
              <a:rPr sz="1200" spc="-35" dirty="0">
                <a:latin typeface="Times New Roman"/>
                <a:cs typeface="Times New Roman"/>
              </a:rPr>
              <a:t> </a:t>
            </a:r>
            <a:r>
              <a:rPr sz="1200" dirty="0">
                <a:latin typeface="Times New Roman"/>
                <a:cs typeface="Times New Roman"/>
              </a:rPr>
              <a:t>text</a:t>
            </a:r>
            <a:r>
              <a:rPr sz="1200" spc="-5" dirty="0">
                <a:latin typeface="Times New Roman"/>
                <a:cs typeface="Times New Roman"/>
              </a:rPr>
              <a:t> </a:t>
            </a:r>
            <a:r>
              <a:rPr sz="1200" spc="-10" dirty="0">
                <a:latin typeface="Times New Roman"/>
                <a:cs typeface="Times New Roman"/>
              </a:rPr>
              <a:t>descriptions</a:t>
            </a:r>
            <a:r>
              <a:rPr sz="1200" spc="-2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file</a:t>
            </a:r>
            <a:r>
              <a:rPr sz="1200" spc="-5" dirty="0">
                <a:latin typeface="Times New Roman"/>
                <a:cs typeface="Times New Roman"/>
              </a:rPr>
              <a:t> </a:t>
            </a:r>
            <a:r>
              <a:rPr sz="1200" spc="-10" dirty="0">
                <a:latin typeface="Times New Roman"/>
                <a:cs typeface="Times New Roman"/>
              </a:rPr>
              <a:t>attachments, </a:t>
            </a:r>
            <a:r>
              <a:rPr sz="1200" dirty="0">
                <a:latin typeface="Times New Roman"/>
                <a:cs typeface="Times New Roman"/>
              </a:rPr>
              <a:t>enhancing</a:t>
            </a:r>
            <a:r>
              <a:rPr sz="1200" spc="40" dirty="0">
                <a:latin typeface="Times New Roman"/>
                <a:cs typeface="Times New Roman"/>
              </a:rPr>
              <a:t> </a:t>
            </a:r>
            <a:r>
              <a:rPr sz="1200" dirty="0">
                <a:latin typeface="Times New Roman"/>
                <a:cs typeface="Times New Roman"/>
              </a:rPr>
              <a:t>collaboration</a:t>
            </a:r>
            <a:r>
              <a:rPr sz="1200" spc="-10" dirty="0">
                <a:latin typeface="Times New Roman"/>
                <a:cs typeface="Times New Roman"/>
              </a:rPr>
              <a:t> </a:t>
            </a:r>
            <a:r>
              <a:rPr sz="1200" spc="-25" dirty="0">
                <a:latin typeface="Times New Roman"/>
                <a:cs typeface="Times New Roman"/>
              </a:rPr>
              <a:t>and </a:t>
            </a:r>
            <a:r>
              <a:rPr sz="1200" spc="-10" dirty="0">
                <a:latin typeface="Times New Roman"/>
                <a:cs typeface="Times New Roman"/>
              </a:rPr>
              <a:t>record-keeping.</a:t>
            </a:r>
            <a:endParaRPr sz="1200">
              <a:latin typeface="Times New Roman"/>
              <a:cs typeface="Times New Roman"/>
            </a:endParaRPr>
          </a:p>
        </p:txBody>
      </p:sp>
      <p:sp>
        <p:nvSpPr>
          <p:cNvPr id="8" name="object 8"/>
          <p:cNvSpPr txBox="1"/>
          <p:nvPr/>
        </p:nvSpPr>
        <p:spPr>
          <a:xfrm>
            <a:off x="902017" y="5327650"/>
            <a:ext cx="5909310" cy="104203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View</a:t>
            </a:r>
            <a:r>
              <a:rPr sz="1400" b="1" spc="-35" dirty="0">
                <a:latin typeface="Times New Roman"/>
                <a:cs typeface="Times New Roman"/>
              </a:rPr>
              <a:t> </a:t>
            </a:r>
            <a:r>
              <a:rPr sz="1400" b="1" dirty="0">
                <a:latin typeface="Times New Roman"/>
                <a:cs typeface="Times New Roman"/>
              </a:rPr>
              <a:t>Notes</a:t>
            </a:r>
            <a:r>
              <a:rPr sz="1400" b="1" spc="-45" dirty="0">
                <a:latin typeface="Times New Roman"/>
                <a:cs typeface="Times New Roman"/>
              </a:rPr>
              <a:t> </a:t>
            </a:r>
            <a:r>
              <a:rPr sz="1400" b="1" dirty="0">
                <a:latin typeface="Times New Roman"/>
                <a:cs typeface="Times New Roman"/>
              </a:rPr>
              <a:t>by</a:t>
            </a:r>
            <a:r>
              <a:rPr sz="1400" b="1" spc="-70" dirty="0">
                <a:latin typeface="Times New Roman"/>
                <a:cs typeface="Times New Roman"/>
              </a:rPr>
              <a:t> </a:t>
            </a:r>
            <a:r>
              <a:rPr sz="1400" b="1" dirty="0">
                <a:latin typeface="Times New Roman"/>
                <a:cs typeface="Times New Roman"/>
              </a:rPr>
              <a:t>Time</a:t>
            </a:r>
            <a:r>
              <a:rPr sz="1400" b="1" spc="-35" dirty="0">
                <a:latin typeface="Times New Roman"/>
                <a:cs typeface="Times New Roman"/>
              </a:rPr>
              <a:t> </a:t>
            </a:r>
            <a:r>
              <a:rPr sz="1400" b="1" dirty="0">
                <a:latin typeface="Times New Roman"/>
                <a:cs typeface="Times New Roman"/>
              </a:rPr>
              <a:t>and</a:t>
            </a:r>
            <a:r>
              <a:rPr sz="1400" b="1" spc="-70" dirty="0">
                <a:latin typeface="Times New Roman"/>
                <a:cs typeface="Times New Roman"/>
              </a:rPr>
              <a:t> </a:t>
            </a:r>
            <a:r>
              <a:rPr sz="1400" b="1" spc="-20" dirty="0">
                <a:latin typeface="Times New Roman"/>
                <a:cs typeface="Times New Roman"/>
              </a:rPr>
              <a:t>Type</a:t>
            </a:r>
            <a:r>
              <a:rPr sz="1400" spc="-20" dirty="0">
                <a:latin typeface="Times New Roman"/>
                <a:cs typeface="Times New Roman"/>
              </a:rPr>
              <a:t>:</a:t>
            </a:r>
            <a:endParaRPr sz="1400">
              <a:latin typeface="Times New Roman"/>
              <a:cs typeface="Times New Roman"/>
            </a:endParaRPr>
          </a:p>
          <a:p>
            <a:pPr marL="1099820" indent="-228600">
              <a:lnSpc>
                <a:spcPct val="100000"/>
              </a:lnSpc>
              <a:spcBef>
                <a:spcPts val="860"/>
              </a:spcBef>
              <a:buFont typeface="Courier New"/>
              <a:buChar char="o"/>
              <a:tabLst>
                <a:tab pos="1099820" algn="l"/>
              </a:tabLst>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dirty="0">
                <a:latin typeface="Times New Roman"/>
                <a:cs typeface="Times New Roman"/>
              </a:rPr>
              <a:t>all</a:t>
            </a:r>
            <a:r>
              <a:rPr sz="1200" spc="-1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4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ticket,</a:t>
            </a:r>
            <a:r>
              <a:rPr sz="1200" spc="-25" dirty="0">
                <a:latin typeface="Times New Roman"/>
                <a:cs typeface="Times New Roman"/>
              </a:rPr>
              <a:t> </a:t>
            </a:r>
            <a:r>
              <a:rPr sz="1200" dirty="0">
                <a:latin typeface="Times New Roman"/>
                <a:cs typeface="Times New Roman"/>
              </a:rPr>
              <a:t>organised</a:t>
            </a:r>
            <a:r>
              <a:rPr sz="1200" spc="-2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spc="-10" dirty="0">
                <a:latin typeface="Times New Roman"/>
                <a:cs typeface="Times New Roman"/>
              </a:rPr>
              <a:t>type.</a:t>
            </a:r>
            <a:endParaRPr sz="1200">
              <a:latin typeface="Times New Roman"/>
              <a:cs typeface="Times New Roman"/>
            </a:endParaRPr>
          </a:p>
          <a:p>
            <a:pPr marL="1099820" marR="5080" indent="-228600">
              <a:lnSpc>
                <a:spcPct val="103499"/>
              </a:lnSpc>
              <a:spcBef>
                <a:spcPts val="785"/>
              </a:spcBef>
              <a:buSzPct val="85714"/>
              <a:buFont typeface="Courier New"/>
              <a:buChar char="o"/>
              <a:tabLst>
                <a:tab pos="1099820" algn="l"/>
              </a:tabLst>
            </a:pPr>
            <a:r>
              <a:rPr sz="1400" b="1" dirty="0">
                <a:latin typeface="Times New Roman"/>
                <a:cs typeface="Times New Roman"/>
              </a:rPr>
              <a:t>Note</a:t>
            </a:r>
            <a:r>
              <a:rPr sz="1400" b="1" spc="-60" dirty="0">
                <a:latin typeface="Times New Roman"/>
                <a:cs typeface="Times New Roman"/>
              </a:rPr>
              <a:t> </a:t>
            </a:r>
            <a:r>
              <a:rPr sz="1400" b="1" spc="-20" dirty="0">
                <a:latin typeface="Times New Roman"/>
                <a:cs typeface="Times New Roman"/>
              </a:rPr>
              <a:t>Type </a:t>
            </a:r>
            <a:r>
              <a:rPr sz="1400" b="1" dirty="0">
                <a:latin typeface="Times New Roman"/>
                <a:cs typeface="Times New Roman"/>
              </a:rPr>
              <a:t>Filter</a:t>
            </a:r>
            <a:r>
              <a:rPr sz="1400" dirty="0">
                <a:latin typeface="Times New Roman"/>
                <a:cs typeface="Times New Roman"/>
              </a:rPr>
              <a:t>:</a:t>
            </a:r>
            <a:r>
              <a:rPr sz="14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dirty="0">
                <a:latin typeface="Times New Roman"/>
                <a:cs typeface="Times New Roman"/>
              </a:rPr>
              <a:t>choose</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view</a:t>
            </a:r>
            <a:r>
              <a:rPr sz="1200" spc="-30" dirty="0">
                <a:latin typeface="Times New Roman"/>
                <a:cs typeface="Times New Roman"/>
              </a:rPr>
              <a:t> </a:t>
            </a:r>
            <a:r>
              <a:rPr sz="1200" dirty="0">
                <a:latin typeface="Times New Roman"/>
                <a:cs typeface="Times New Roman"/>
              </a:rPr>
              <a:t>specific</a:t>
            </a:r>
            <a:r>
              <a:rPr sz="1200" spc="-20" dirty="0">
                <a:latin typeface="Times New Roman"/>
                <a:cs typeface="Times New Roman"/>
              </a:rPr>
              <a:t> </a:t>
            </a:r>
            <a:r>
              <a:rPr sz="1200" dirty="0">
                <a:latin typeface="Times New Roman"/>
                <a:cs typeface="Times New Roman"/>
              </a:rPr>
              <a:t>types</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notes,</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spc="-25" dirty="0">
                <a:latin typeface="Times New Roman"/>
                <a:cs typeface="Times New Roman"/>
              </a:rPr>
              <a:t>as "Your </a:t>
            </a:r>
            <a:r>
              <a:rPr sz="1200" dirty="0">
                <a:latin typeface="Times New Roman"/>
                <a:cs typeface="Times New Roman"/>
              </a:rPr>
              <a:t>Notes,"</a:t>
            </a:r>
            <a:r>
              <a:rPr sz="1200" spc="-1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Notes,"</a:t>
            </a:r>
            <a:r>
              <a:rPr sz="1200" spc="-3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"Other</a:t>
            </a:r>
            <a:r>
              <a:rPr sz="1200" spc="-2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spc="-10" dirty="0">
                <a:latin typeface="Times New Roman"/>
                <a:cs typeface="Times New Roman"/>
              </a:rPr>
              <a:t>Notes."</a:t>
            </a:r>
            <a:endParaRPr sz="12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7780">
              <a:lnSpc>
                <a:spcPts val="1300"/>
              </a:lnSpc>
            </a:pPr>
            <a:r>
              <a:rPr dirty="0">
                <a:solidFill>
                  <a:srgbClr val="000000"/>
                </a:solidFill>
              </a:rPr>
              <a:t>119 |</a:t>
            </a:r>
            <a:r>
              <a:rPr spc="-10" dirty="0">
                <a:solidFill>
                  <a:srgbClr val="000000"/>
                </a:solidFill>
              </a:rPr>
              <a:t> </a:t>
            </a:r>
            <a:r>
              <a:rPr dirty="0"/>
              <a:t>P</a:t>
            </a:r>
            <a:r>
              <a:rPr spc="20" dirty="0"/>
              <a:t> </a:t>
            </a:r>
            <a:r>
              <a:rPr dirty="0"/>
              <a:t>a</a:t>
            </a:r>
            <a:r>
              <a:rPr spc="-20" dirty="0"/>
              <a:t> </a:t>
            </a:r>
            <a:r>
              <a:rPr dirty="0"/>
              <a:t>g</a:t>
            </a:r>
            <a:r>
              <a:rPr spc="20" dirty="0"/>
              <a:t> </a:t>
            </a:r>
            <a:r>
              <a:rPr spc="-50" dirty="0"/>
              <a:t>e</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1509224"/>
            <a:ext cx="5981065" cy="7441565"/>
            <a:chOff x="896937" y="1509224"/>
            <a:chExt cx="5981065" cy="744156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929049" y="1509224"/>
              <a:ext cx="1912014" cy="2417404"/>
            </a:xfrm>
            <a:prstGeom prst="rect">
              <a:avLst/>
            </a:prstGeom>
          </p:spPr>
        </p:pic>
        <p:pic>
          <p:nvPicPr>
            <p:cNvPr id="5" name="object 5"/>
            <p:cNvPicPr/>
            <p:nvPr/>
          </p:nvPicPr>
          <p:blipFill>
            <a:blip r:embed="rId3" cstate="print"/>
            <a:stretch>
              <a:fillRect/>
            </a:stretch>
          </p:blipFill>
          <p:spPr>
            <a:xfrm>
              <a:off x="1821814" y="4834007"/>
              <a:ext cx="3877945" cy="3753084"/>
            </a:xfrm>
            <a:prstGeom prst="rect">
              <a:avLst/>
            </a:prstGeom>
          </p:spPr>
        </p:pic>
        <p:sp>
          <p:nvSpPr>
            <p:cNvPr id="6" name="object 6"/>
            <p:cNvSpPr/>
            <p:nvPr/>
          </p:nvSpPr>
          <p:spPr>
            <a:xfrm>
              <a:off x="1820163" y="4746879"/>
              <a:ext cx="3881120" cy="3918585"/>
            </a:xfrm>
            <a:custGeom>
              <a:avLst/>
              <a:gdLst/>
              <a:ahLst/>
              <a:cxnLst/>
              <a:rect l="l" t="t" r="r" b="b"/>
              <a:pathLst>
                <a:path w="3881120" h="3918584">
                  <a:moveTo>
                    <a:pt x="0" y="3918458"/>
                  </a:moveTo>
                  <a:lnTo>
                    <a:pt x="3881120" y="3918458"/>
                  </a:lnTo>
                  <a:lnTo>
                    <a:pt x="3881120" y="0"/>
                  </a:lnTo>
                  <a:lnTo>
                    <a:pt x="0" y="0"/>
                  </a:lnTo>
                  <a:lnTo>
                    <a:pt x="0" y="3918458"/>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1359153" y="434340"/>
            <a:ext cx="5512435" cy="887094"/>
          </a:xfrm>
          <a:prstGeom prst="rect">
            <a:avLst/>
          </a:prstGeom>
        </p:spPr>
        <p:txBody>
          <a:bodyPr vert="horz" wrap="square" lIns="0" tIns="12700" rIns="0" bIns="0" rtlCol="0">
            <a:spAutoFit/>
          </a:bodyPr>
          <a:lstStyle/>
          <a:p>
            <a:pPr marL="31965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20"/>
              </a:spcBef>
            </a:pPr>
            <a:endParaRPr sz="1200">
              <a:latin typeface="Times New Roman"/>
              <a:cs typeface="Times New Roman"/>
            </a:endParaRPr>
          </a:p>
          <a:p>
            <a:pPr marL="241300" marR="146685" indent="-229235">
              <a:lnSpc>
                <a:spcPct val="103600"/>
              </a:lnSpc>
              <a:buSzPct val="85714"/>
              <a:buFont typeface="Symbol"/>
              <a:buChar char=""/>
              <a:tabLst>
                <a:tab pos="241300" algn="l"/>
              </a:tabLst>
            </a:pPr>
            <a:r>
              <a:rPr sz="1400" b="1" dirty="0">
                <a:latin typeface="Times New Roman"/>
                <a:cs typeface="Times New Roman"/>
              </a:rPr>
              <a:t>Time</a:t>
            </a:r>
            <a:r>
              <a:rPr sz="1400" b="1" spc="-25" dirty="0">
                <a:latin typeface="Times New Roman"/>
                <a:cs typeface="Times New Roman"/>
              </a:rPr>
              <a:t> </a:t>
            </a:r>
            <a:r>
              <a:rPr sz="1400" b="1" dirty="0">
                <a:latin typeface="Times New Roman"/>
                <a:cs typeface="Times New Roman"/>
              </a:rPr>
              <a:t>Filter</a:t>
            </a:r>
            <a:r>
              <a:rPr sz="1400" dirty="0">
                <a:latin typeface="Times New Roman"/>
                <a:cs typeface="Times New Roman"/>
              </a:rPr>
              <a:t>:</a:t>
            </a:r>
            <a:r>
              <a:rPr sz="1400" spc="-25" dirty="0">
                <a:latin typeface="Times New Roman"/>
                <a:cs typeface="Times New Roman"/>
              </a:rPr>
              <a:t> </a:t>
            </a:r>
            <a:r>
              <a:rPr sz="1200" dirty="0">
                <a:latin typeface="Times New Roman"/>
                <a:cs typeface="Times New Roman"/>
              </a:rPr>
              <a:t>Options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filter</a:t>
            </a:r>
            <a:r>
              <a:rPr sz="1200" spc="-20" dirty="0">
                <a:latin typeface="Times New Roman"/>
                <a:cs typeface="Times New Roman"/>
              </a:rPr>
              <a:t> </a:t>
            </a:r>
            <a:r>
              <a:rPr sz="1200" dirty="0">
                <a:latin typeface="Times New Roman"/>
                <a:cs typeface="Times New Roman"/>
              </a:rPr>
              <a:t>notes</a:t>
            </a:r>
            <a:r>
              <a:rPr sz="1200" spc="-30"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time</a:t>
            </a:r>
            <a:r>
              <a:rPr sz="1200" spc="-15" dirty="0">
                <a:latin typeface="Times New Roman"/>
                <a:cs typeface="Times New Roman"/>
              </a:rPr>
              <a:t> </a:t>
            </a:r>
            <a:r>
              <a:rPr sz="1200" dirty="0">
                <a:latin typeface="Times New Roman"/>
                <a:cs typeface="Times New Roman"/>
              </a:rPr>
              <a:t>periods</a:t>
            </a:r>
            <a:r>
              <a:rPr sz="1200" spc="-30" dirty="0">
                <a:latin typeface="Times New Roman"/>
                <a:cs typeface="Times New Roman"/>
              </a:rPr>
              <a:t>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as</a:t>
            </a:r>
            <a:r>
              <a:rPr sz="1200" spc="-30" dirty="0">
                <a:latin typeface="Times New Roman"/>
                <a:cs typeface="Times New Roman"/>
              </a:rPr>
              <a:t> </a:t>
            </a:r>
            <a:r>
              <a:rPr sz="1200" spc="-25" dirty="0">
                <a:latin typeface="Times New Roman"/>
                <a:cs typeface="Times New Roman"/>
              </a:rPr>
              <a:t>"Today,"</a:t>
            </a:r>
            <a:r>
              <a:rPr sz="1200" spc="-30" dirty="0">
                <a:latin typeface="Times New Roman"/>
                <a:cs typeface="Times New Roman"/>
              </a:rPr>
              <a:t> </a:t>
            </a:r>
            <a:r>
              <a:rPr sz="1200" spc="-10" dirty="0">
                <a:latin typeface="Times New Roman"/>
                <a:cs typeface="Times New Roman"/>
              </a:rPr>
              <a:t>"Yesterday," </a:t>
            </a:r>
            <a:r>
              <a:rPr sz="1200" dirty="0">
                <a:latin typeface="Times New Roman"/>
                <a:cs typeface="Times New Roman"/>
              </a:rPr>
              <a:t>"This</a:t>
            </a:r>
            <a:r>
              <a:rPr sz="1200" spc="-50" dirty="0">
                <a:latin typeface="Times New Roman"/>
                <a:cs typeface="Times New Roman"/>
              </a:rPr>
              <a:t> </a:t>
            </a:r>
            <a:r>
              <a:rPr sz="1200" spc="-20" dirty="0">
                <a:latin typeface="Times New Roman"/>
                <a:cs typeface="Times New Roman"/>
              </a:rPr>
              <a:t>Week,"</a:t>
            </a:r>
            <a:r>
              <a:rPr sz="1200" spc="-25" dirty="0">
                <a:latin typeface="Times New Roman"/>
                <a:cs typeface="Times New Roman"/>
              </a:rPr>
              <a:t> </a:t>
            </a:r>
            <a:r>
              <a:rPr sz="1200" dirty="0">
                <a:latin typeface="Times New Roman"/>
                <a:cs typeface="Times New Roman"/>
              </a:rPr>
              <a:t>"Past</a:t>
            </a:r>
            <a:r>
              <a:rPr sz="1200" spc="-15" dirty="0">
                <a:latin typeface="Times New Roman"/>
                <a:cs typeface="Times New Roman"/>
              </a:rPr>
              <a:t> </a:t>
            </a:r>
            <a:r>
              <a:rPr sz="1200" dirty="0">
                <a:latin typeface="Times New Roman"/>
                <a:cs typeface="Times New Roman"/>
              </a:rPr>
              <a:t>Notes”</a:t>
            </a:r>
            <a:r>
              <a:rPr sz="1200" spc="-15" dirty="0">
                <a:latin typeface="Times New Roman"/>
                <a:cs typeface="Times New Roman"/>
              </a:rPr>
              <a:t> </a:t>
            </a:r>
            <a:r>
              <a:rPr sz="1200" dirty="0">
                <a:latin typeface="Times New Roman"/>
                <a:cs typeface="Times New Roman"/>
              </a:rPr>
              <a:t>allow</a:t>
            </a:r>
            <a:r>
              <a:rPr sz="1200" spc="-25"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focus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recent</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relevant</a:t>
            </a:r>
            <a:r>
              <a:rPr sz="1200" spc="-1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p:txBody>
      </p:sp>
      <p:sp>
        <p:nvSpPr>
          <p:cNvPr id="8" name="object 8"/>
          <p:cNvSpPr txBox="1"/>
          <p:nvPr/>
        </p:nvSpPr>
        <p:spPr>
          <a:xfrm>
            <a:off x="1189037" y="4316348"/>
            <a:ext cx="1030605" cy="238760"/>
          </a:xfrm>
          <a:prstGeom prst="rect">
            <a:avLst/>
          </a:prstGeom>
        </p:spPr>
        <p:txBody>
          <a:bodyPr vert="horz" wrap="square" lIns="0" tIns="12700" rIns="0" bIns="0" rtlCol="0">
            <a:spAutoFit/>
          </a:bodyPr>
          <a:lstStyle/>
          <a:p>
            <a:pPr marL="240665" indent="-227965">
              <a:lnSpc>
                <a:spcPct val="100000"/>
              </a:lnSpc>
              <a:spcBef>
                <a:spcPts val="100"/>
              </a:spcBef>
              <a:buFont typeface="Symbol"/>
              <a:buChar char=""/>
              <a:tabLst>
                <a:tab pos="240665" algn="l"/>
              </a:tabLst>
            </a:pPr>
            <a:r>
              <a:rPr sz="1400" b="1" dirty="0">
                <a:latin typeface="Times New Roman"/>
                <a:cs typeface="Times New Roman"/>
              </a:rPr>
              <a:t>Add</a:t>
            </a:r>
            <a:r>
              <a:rPr sz="1400" b="1" spc="-25" dirty="0">
                <a:latin typeface="Times New Roman"/>
                <a:cs typeface="Times New Roman"/>
              </a:rPr>
              <a:t> </a:t>
            </a:r>
            <a:r>
              <a:rPr sz="1400" b="1" spc="-10" dirty="0">
                <a:latin typeface="Times New Roman"/>
                <a:cs typeface="Times New Roman"/>
              </a:rPr>
              <a:t>Note</a:t>
            </a:r>
            <a:r>
              <a:rPr sz="1400" spc="-10" dirty="0">
                <a:latin typeface="Times New Roman"/>
                <a:cs typeface="Times New Roman"/>
              </a:rPr>
              <a:t>:</a:t>
            </a:r>
            <a:endParaRPr sz="1400">
              <a:latin typeface="Times New Roman"/>
              <a:cs typeface="Times New Roman"/>
            </a:endParaRPr>
          </a:p>
        </p:txBody>
      </p:sp>
      <p:pic>
        <p:nvPicPr>
          <p:cNvPr id="9" name="object 9"/>
          <p:cNvPicPr/>
          <p:nvPr/>
        </p:nvPicPr>
        <p:blipFill>
          <a:blip r:embed="rId4" cstate="print"/>
          <a:stretch>
            <a:fillRect/>
          </a:stretch>
        </p:blipFill>
        <p:spPr>
          <a:xfrm>
            <a:off x="304800" y="304800"/>
            <a:ext cx="7165084" cy="9451022"/>
          </a:xfrm>
          <a:prstGeom prst="rect">
            <a:avLst/>
          </a:prstGeom>
        </p:spPr>
      </p:pic>
      <p:sp>
        <p:nvSpPr>
          <p:cNvPr id="10" name="object 10"/>
          <p:cNvSpPr txBox="1"/>
          <p:nvPr/>
        </p:nvSpPr>
        <p:spPr>
          <a:xfrm>
            <a:off x="6115684" y="9275733"/>
            <a:ext cx="721995" cy="180340"/>
          </a:xfrm>
          <a:prstGeom prst="rect">
            <a:avLst/>
          </a:prstGeom>
        </p:spPr>
        <p:txBody>
          <a:bodyPr vert="horz" wrap="square" lIns="0" tIns="0" rIns="0" bIns="0" rtlCol="0">
            <a:spAutoFit/>
          </a:bodyPr>
          <a:lstStyle/>
          <a:p>
            <a:pPr marL="12700">
              <a:lnSpc>
                <a:spcPts val="1300"/>
              </a:lnSpc>
            </a:pPr>
            <a:r>
              <a:rPr sz="1100" dirty="0">
                <a:latin typeface="Times New Roman"/>
                <a:cs typeface="Times New Roman"/>
              </a:rPr>
              <a:t>120</a:t>
            </a:r>
            <a:r>
              <a:rPr sz="1100" spc="-5" dirty="0">
                <a:latin typeface="Times New Roman"/>
                <a:cs typeface="Times New Roman"/>
              </a:rPr>
              <a:t> </a:t>
            </a:r>
            <a:r>
              <a:rPr sz="1100" dirty="0">
                <a:latin typeface="Times New Roman"/>
                <a:cs typeface="Times New Roman"/>
              </a:rPr>
              <a:t>| </a:t>
            </a:r>
            <a:r>
              <a:rPr sz="1100" dirty="0">
                <a:solidFill>
                  <a:srgbClr val="7E7E7E"/>
                </a:solidFill>
                <a:latin typeface="Times New Roman"/>
                <a:cs typeface="Times New Roman"/>
              </a:rPr>
              <a:t>P</a:t>
            </a:r>
            <a:r>
              <a:rPr sz="1100" spc="30" dirty="0">
                <a:solidFill>
                  <a:srgbClr val="7E7E7E"/>
                </a:solidFill>
                <a:latin typeface="Times New Roman"/>
                <a:cs typeface="Times New Roman"/>
              </a:rPr>
              <a:t> </a:t>
            </a:r>
            <a:r>
              <a:rPr sz="1100" dirty="0">
                <a:solidFill>
                  <a:srgbClr val="7E7E7E"/>
                </a:solidFill>
                <a:latin typeface="Times New Roman"/>
                <a:cs typeface="Times New Roman"/>
              </a:rPr>
              <a:t>a</a:t>
            </a:r>
            <a:r>
              <a:rPr sz="1100" spc="20" dirty="0">
                <a:solidFill>
                  <a:srgbClr val="7E7E7E"/>
                </a:solidFill>
                <a:latin typeface="Times New Roman"/>
                <a:cs typeface="Times New Roman"/>
              </a:rPr>
              <a:t> </a:t>
            </a:r>
            <a:r>
              <a:rPr sz="1100" dirty="0">
                <a:solidFill>
                  <a:srgbClr val="7E7E7E"/>
                </a:solidFill>
                <a:latin typeface="Times New Roman"/>
                <a:cs typeface="Times New Roman"/>
              </a:rPr>
              <a:t>g</a:t>
            </a:r>
            <a:r>
              <a:rPr sz="1100" spc="30" dirty="0">
                <a:solidFill>
                  <a:srgbClr val="7E7E7E"/>
                </a:solidFill>
                <a:latin typeface="Times New Roman"/>
                <a:cs typeface="Times New Roman"/>
              </a:rPr>
              <a:t> </a:t>
            </a:r>
            <a:r>
              <a:rPr sz="1100" spc="-50" dirty="0">
                <a:solidFill>
                  <a:srgbClr val="7E7E7E"/>
                </a:solidFill>
                <a:latin typeface="Times New Roman"/>
                <a:cs typeface="Times New Roman"/>
              </a:rPr>
              <a:t>e</a:t>
            </a:r>
            <a:endParaRPr sz="1100">
              <a:latin typeface="Times New Roman"/>
              <a:cs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3075" y="2721038"/>
            <a:ext cx="6826884" cy="6229985"/>
            <a:chOff x="473075" y="2721038"/>
            <a:chExt cx="6826884" cy="622998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476250" y="2724150"/>
              <a:ext cx="6820534" cy="3104896"/>
            </a:xfrm>
            <a:prstGeom prst="rect">
              <a:avLst/>
            </a:prstGeom>
          </p:spPr>
        </p:pic>
        <p:sp>
          <p:nvSpPr>
            <p:cNvPr id="5" name="object 5"/>
            <p:cNvSpPr/>
            <p:nvPr/>
          </p:nvSpPr>
          <p:spPr>
            <a:xfrm>
              <a:off x="474662" y="2722626"/>
              <a:ext cx="6823709" cy="3108325"/>
            </a:xfrm>
            <a:custGeom>
              <a:avLst/>
              <a:gdLst/>
              <a:ahLst/>
              <a:cxnLst/>
              <a:rect l="l" t="t" r="r" b="b"/>
              <a:pathLst>
                <a:path w="6823709" h="3108325">
                  <a:moveTo>
                    <a:pt x="0" y="3108071"/>
                  </a:moveTo>
                  <a:lnTo>
                    <a:pt x="6823709" y="3108071"/>
                  </a:lnTo>
                  <a:lnTo>
                    <a:pt x="6823709" y="0"/>
                  </a:lnTo>
                  <a:lnTo>
                    <a:pt x="0" y="0"/>
                  </a:lnTo>
                  <a:lnTo>
                    <a:pt x="0" y="3108071"/>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1816735" y="434340"/>
            <a:ext cx="5054600" cy="1334135"/>
          </a:xfrm>
          <a:prstGeom prst="rect">
            <a:avLst/>
          </a:prstGeom>
        </p:spPr>
        <p:txBody>
          <a:bodyPr vert="horz" wrap="square" lIns="0" tIns="12700" rIns="0" bIns="0" rtlCol="0">
            <a:spAutoFit/>
          </a:bodyPr>
          <a:lstStyle/>
          <a:p>
            <a:pPr marL="2738755">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40"/>
              </a:spcBef>
            </a:pPr>
            <a:endParaRPr sz="1200">
              <a:latin typeface="Times New Roman"/>
              <a:cs typeface="Times New Roman"/>
            </a:endParaRPr>
          </a:p>
          <a:p>
            <a:pPr marL="241300" marR="193040" indent="-228600">
              <a:lnSpc>
                <a:spcPct val="102800"/>
              </a:lnSpc>
              <a:buFont typeface="Courier New"/>
              <a:buChar char="o"/>
              <a:tabLst>
                <a:tab pos="241300" algn="l"/>
              </a:tabLst>
            </a:pPr>
            <a:r>
              <a:rPr sz="1200" dirty="0">
                <a:latin typeface="Times New Roman"/>
                <a:cs typeface="Times New Roman"/>
              </a:rPr>
              <a:t>When</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clicks</a:t>
            </a:r>
            <a:r>
              <a:rPr sz="1200" spc="-25" dirty="0">
                <a:latin typeface="Times New Roman"/>
                <a:cs typeface="Times New Roman"/>
              </a:rPr>
              <a:t> </a:t>
            </a:r>
            <a:r>
              <a:rPr sz="1200" dirty="0">
                <a:latin typeface="Times New Roman"/>
                <a:cs typeface="Times New Roman"/>
              </a:rPr>
              <a:t>on</a:t>
            </a:r>
            <a:r>
              <a:rPr sz="1200" spc="-20" dirty="0">
                <a:latin typeface="Times New Roman"/>
                <a:cs typeface="Times New Roman"/>
              </a:rPr>
              <a:t> </a:t>
            </a:r>
            <a:r>
              <a:rPr sz="1200" dirty="0">
                <a:latin typeface="Times New Roman"/>
                <a:cs typeface="Times New Roman"/>
              </a:rPr>
              <a:t>the </a:t>
            </a:r>
            <a:r>
              <a:rPr sz="1200" b="1" dirty="0">
                <a:latin typeface="Times New Roman"/>
                <a:cs typeface="Times New Roman"/>
              </a:rPr>
              <a:t>"Add</a:t>
            </a:r>
            <a:r>
              <a:rPr sz="1200" b="1" spc="-30" dirty="0">
                <a:latin typeface="Times New Roman"/>
                <a:cs typeface="Times New Roman"/>
              </a:rPr>
              <a:t> </a:t>
            </a:r>
            <a:r>
              <a:rPr sz="1200" b="1" dirty="0">
                <a:latin typeface="Times New Roman"/>
                <a:cs typeface="Times New Roman"/>
              </a:rPr>
              <a:t>Note"</a:t>
            </a:r>
            <a:r>
              <a:rPr sz="1200" b="1" spc="-25" dirty="0">
                <a:latin typeface="Times New Roman"/>
                <a:cs typeface="Times New Roman"/>
              </a:rPr>
              <a:t> </a:t>
            </a:r>
            <a:r>
              <a:rPr sz="1200" dirty="0">
                <a:latin typeface="Times New Roman"/>
                <a:cs typeface="Times New Roman"/>
              </a:rPr>
              <a:t>button,</a:t>
            </a:r>
            <a:r>
              <a:rPr sz="1200" spc="-1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field</a:t>
            </a:r>
            <a:r>
              <a:rPr sz="1200" spc="-20" dirty="0">
                <a:latin typeface="Times New Roman"/>
                <a:cs typeface="Times New Roman"/>
              </a:rPr>
              <a:t> </a:t>
            </a:r>
            <a:r>
              <a:rPr sz="1200" dirty="0">
                <a:latin typeface="Times New Roman"/>
                <a:cs typeface="Times New Roman"/>
              </a:rPr>
              <a:t>appears</a:t>
            </a:r>
            <a:r>
              <a:rPr sz="1200" spc="-30" dirty="0">
                <a:latin typeface="Times New Roman"/>
                <a:cs typeface="Times New Roman"/>
              </a:rPr>
              <a:t> </a:t>
            </a:r>
            <a:r>
              <a:rPr sz="1200" dirty="0">
                <a:latin typeface="Times New Roman"/>
                <a:cs typeface="Times New Roman"/>
              </a:rPr>
              <a:t>that</a:t>
            </a:r>
            <a:r>
              <a:rPr sz="1200" spc="-10" dirty="0">
                <a:latin typeface="Times New Roman"/>
                <a:cs typeface="Times New Roman"/>
              </a:rPr>
              <a:t> allows </a:t>
            </a:r>
            <a:r>
              <a:rPr sz="1200" dirty="0">
                <a:latin typeface="Times New Roman"/>
                <a:cs typeface="Times New Roman"/>
              </a:rPr>
              <a:t>them</a:t>
            </a:r>
            <a:r>
              <a:rPr sz="1200" spc="-1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add</a:t>
            </a:r>
            <a:r>
              <a:rPr sz="1200" spc="-15" dirty="0">
                <a:latin typeface="Times New Roman"/>
                <a:cs typeface="Times New Roman"/>
              </a:rPr>
              <a:t> </a:t>
            </a:r>
            <a:r>
              <a:rPr sz="1200" dirty="0">
                <a:latin typeface="Times New Roman"/>
                <a:cs typeface="Times New Roman"/>
              </a:rPr>
              <a:t>a</a:t>
            </a:r>
            <a:r>
              <a:rPr sz="1200" spc="-10" dirty="0">
                <a:latin typeface="Times New Roman"/>
                <a:cs typeface="Times New Roman"/>
              </a:rPr>
              <a:t> </a:t>
            </a:r>
            <a:r>
              <a:rPr sz="1200" dirty="0">
                <a:latin typeface="Times New Roman"/>
                <a:cs typeface="Times New Roman"/>
              </a:rPr>
              <a:t>description</a:t>
            </a:r>
            <a:r>
              <a:rPr sz="1200" spc="-40" dirty="0">
                <a:latin typeface="Times New Roman"/>
                <a:cs typeface="Times New Roman"/>
              </a:rPr>
              <a:t> </a:t>
            </a:r>
            <a:r>
              <a:rPr sz="1200" dirty="0">
                <a:latin typeface="Times New Roman"/>
                <a:cs typeface="Times New Roman"/>
              </a:rPr>
              <a:t>related</a:t>
            </a:r>
            <a:r>
              <a:rPr sz="1200" spc="-40" dirty="0">
                <a:latin typeface="Times New Roman"/>
                <a:cs typeface="Times New Roman"/>
              </a:rPr>
              <a:t> </a:t>
            </a:r>
            <a:r>
              <a:rPr sz="1200" dirty="0">
                <a:latin typeface="Times New Roman"/>
                <a:cs typeface="Times New Roman"/>
              </a:rPr>
              <a:t>to</a:t>
            </a:r>
            <a:r>
              <a:rPr sz="1200" spc="-1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ticket.</a:t>
            </a:r>
            <a:endParaRPr sz="1200">
              <a:latin typeface="Times New Roman"/>
              <a:cs typeface="Times New Roman"/>
            </a:endParaRPr>
          </a:p>
          <a:p>
            <a:pPr marL="241300" marR="182245" indent="-228600">
              <a:lnSpc>
                <a:spcPct val="102800"/>
              </a:lnSpc>
              <a:spcBef>
                <a:spcPts val="819"/>
              </a:spcBef>
              <a:buFont typeface="Courier New"/>
              <a:buChar char="o"/>
              <a:tabLst>
                <a:tab pos="241300" algn="l"/>
              </a:tabLst>
            </a:pPr>
            <a:r>
              <a:rPr sz="1200" spc="-10" dirty="0">
                <a:latin typeface="Times New Roman"/>
                <a:cs typeface="Times New Roman"/>
              </a:rPr>
              <a:t>Additionally,</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can</a:t>
            </a:r>
            <a:r>
              <a:rPr sz="1200" spc="-10" dirty="0">
                <a:latin typeface="Times New Roman"/>
                <a:cs typeface="Times New Roman"/>
              </a:rPr>
              <a:t> </a:t>
            </a:r>
            <a:r>
              <a:rPr sz="1200" b="1" dirty="0">
                <a:latin typeface="Times New Roman"/>
                <a:cs typeface="Times New Roman"/>
              </a:rPr>
              <a:t>upload</a:t>
            </a:r>
            <a:r>
              <a:rPr sz="1200" b="1" spc="-25" dirty="0">
                <a:latin typeface="Times New Roman"/>
                <a:cs typeface="Times New Roman"/>
              </a:rPr>
              <a:t> </a:t>
            </a:r>
            <a:r>
              <a:rPr sz="1200" b="1" dirty="0">
                <a:latin typeface="Times New Roman"/>
                <a:cs typeface="Times New Roman"/>
              </a:rPr>
              <a:t>files</a:t>
            </a:r>
            <a:r>
              <a:rPr sz="1200" b="1" spc="-20" dirty="0">
                <a:latin typeface="Times New Roman"/>
                <a:cs typeface="Times New Roman"/>
              </a:rPr>
              <a:t> </a:t>
            </a:r>
            <a:r>
              <a:rPr sz="1200" dirty="0">
                <a:latin typeface="Times New Roman"/>
                <a:cs typeface="Times New Roman"/>
              </a:rPr>
              <a:t>related</a:t>
            </a:r>
            <a:r>
              <a:rPr sz="1200" spc="-2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note,</a:t>
            </a:r>
            <a:r>
              <a:rPr sz="1200" spc="-20" dirty="0">
                <a:latin typeface="Times New Roman"/>
                <a:cs typeface="Times New Roman"/>
              </a:rPr>
              <a:t> </a:t>
            </a:r>
            <a:r>
              <a:rPr sz="1200" dirty="0">
                <a:latin typeface="Times New Roman"/>
                <a:cs typeface="Times New Roman"/>
              </a:rPr>
              <a:t>such</a:t>
            </a:r>
            <a:r>
              <a:rPr sz="1200" spc="-2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spc="-10" dirty="0">
                <a:latin typeface="Times New Roman"/>
                <a:cs typeface="Times New Roman"/>
              </a:rPr>
              <a:t>screenshots, </a:t>
            </a:r>
            <a:r>
              <a:rPr sz="1200" dirty="0">
                <a:latin typeface="Times New Roman"/>
                <a:cs typeface="Times New Roman"/>
              </a:rPr>
              <a:t>documents,</a:t>
            </a:r>
            <a:r>
              <a:rPr sz="1200" spc="-15"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15" dirty="0">
                <a:latin typeface="Times New Roman"/>
                <a:cs typeface="Times New Roman"/>
              </a:rPr>
              <a:t> </a:t>
            </a:r>
            <a:r>
              <a:rPr sz="1200" dirty="0">
                <a:latin typeface="Times New Roman"/>
                <a:cs typeface="Times New Roman"/>
              </a:rPr>
              <a:t>relevant</a:t>
            </a:r>
            <a:r>
              <a:rPr sz="1200" spc="-10" dirty="0">
                <a:latin typeface="Times New Roman"/>
                <a:cs typeface="Times New Roman"/>
              </a:rPr>
              <a:t> attachments,</a:t>
            </a:r>
            <a:r>
              <a:rPr sz="1200" spc="-35" dirty="0">
                <a:latin typeface="Times New Roman"/>
                <a:cs typeface="Times New Roman"/>
              </a:rPr>
              <a:t> </a:t>
            </a:r>
            <a:r>
              <a:rPr sz="1200" dirty="0">
                <a:latin typeface="Times New Roman"/>
                <a:cs typeface="Times New Roman"/>
              </a:rPr>
              <a:t>which</a:t>
            </a:r>
            <a:r>
              <a:rPr sz="1200" spc="-15" dirty="0">
                <a:latin typeface="Times New Roman"/>
                <a:cs typeface="Times New Roman"/>
              </a:rPr>
              <a:t> </a:t>
            </a:r>
            <a:r>
              <a:rPr sz="1200" dirty="0">
                <a:latin typeface="Times New Roman"/>
                <a:cs typeface="Times New Roman"/>
              </a:rPr>
              <a:t>are</a:t>
            </a:r>
            <a:r>
              <a:rPr sz="1200" spc="-10" dirty="0">
                <a:latin typeface="Times New Roman"/>
                <a:cs typeface="Times New Roman"/>
              </a:rPr>
              <a:t> </a:t>
            </a:r>
            <a:r>
              <a:rPr sz="1200" dirty="0">
                <a:latin typeface="Times New Roman"/>
                <a:cs typeface="Times New Roman"/>
              </a:rPr>
              <a:t>then</a:t>
            </a:r>
            <a:r>
              <a:rPr sz="1200" spc="-10" dirty="0">
                <a:latin typeface="Times New Roman"/>
                <a:cs typeface="Times New Roman"/>
              </a:rPr>
              <a:t> </a:t>
            </a:r>
            <a:r>
              <a:rPr sz="1200" dirty="0">
                <a:latin typeface="Times New Roman"/>
                <a:cs typeface="Times New Roman"/>
              </a:rPr>
              <a:t>linked</a:t>
            </a:r>
            <a:r>
              <a:rPr sz="1200" spc="-1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note.</a:t>
            </a:r>
            <a:endParaRPr sz="1200">
              <a:latin typeface="Times New Roman"/>
              <a:cs typeface="Times New Roman"/>
            </a:endParaRPr>
          </a:p>
        </p:txBody>
      </p:sp>
      <p:sp>
        <p:nvSpPr>
          <p:cNvPr id="7" name="object 7"/>
          <p:cNvSpPr txBox="1"/>
          <p:nvPr/>
        </p:nvSpPr>
        <p:spPr>
          <a:xfrm>
            <a:off x="902017" y="2433955"/>
            <a:ext cx="1285875"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Time</a:t>
            </a:r>
            <a:r>
              <a:rPr sz="1400" b="1" spc="-35" dirty="0">
                <a:latin typeface="Times New Roman"/>
                <a:cs typeface="Times New Roman"/>
              </a:rPr>
              <a:t> </a:t>
            </a:r>
            <a:r>
              <a:rPr sz="1400" b="1" dirty="0">
                <a:latin typeface="Times New Roman"/>
                <a:cs typeface="Times New Roman"/>
              </a:rPr>
              <a:t>Spent</a:t>
            </a:r>
            <a:r>
              <a:rPr sz="1400" b="1" spc="-70" dirty="0">
                <a:latin typeface="Times New Roman"/>
                <a:cs typeface="Times New Roman"/>
              </a:rPr>
              <a:t> </a:t>
            </a:r>
            <a:r>
              <a:rPr sz="1400" b="1" spc="-20" dirty="0">
                <a:latin typeface="Times New Roman"/>
                <a:cs typeface="Times New Roman"/>
              </a:rPr>
              <a:t>Tab:</a:t>
            </a:r>
            <a:endParaRPr sz="1400">
              <a:latin typeface="Times New Roman"/>
              <a:cs typeface="Times New Roman"/>
            </a:endParaRPr>
          </a:p>
        </p:txBody>
      </p:sp>
      <p:sp>
        <p:nvSpPr>
          <p:cNvPr id="8" name="object 8"/>
          <p:cNvSpPr txBox="1"/>
          <p:nvPr/>
        </p:nvSpPr>
        <p:spPr>
          <a:xfrm>
            <a:off x="902017" y="5947790"/>
            <a:ext cx="5661025" cy="1938655"/>
          </a:xfrm>
          <a:prstGeom prst="rect">
            <a:avLst/>
          </a:prstGeom>
        </p:spPr>
        <p:txBody>
          <a:bodyPr vert="horz" wrap="square" lIns="0" tIns="7620" rIns="0" bIns="0" rtlCol="0">
            <a:spAutoFit/>
          </a:bodyPr>
          <a:lstStyle/>
          <a:p>
            <a:pPr marL="12700" marR="5080">
              <a:lnSpc>
                <a:spcPct val="102699"/>
              </a:lnSpc>
              <a:spcBef>
                <a:spcPts val="6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section</a:t>
            </a:r>
            <a:r>
              <a:rPr sz="1200" spc="-50"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spc="-10" dirty="0">
                <a:latin typeface="Times New Roman"/>
                <a:cs typeface="Times New Roman"/>
              </a:rPr>
              <a:t>efficient</a:t>
            </a:r>
            <a:r>
              <a:rPr sz="1200" spc="-20" dirty="0">
                <a:latin typeface="Times New Roman"/>
                <a:cs typeface="Times New Roman"/>
              </a:rPr>
              <a:t> </a:t>
            </a:r>
            <a:r>
              <a:rPr sz="1200" dirty="0">
                <a:latin typeface="Times New Roman"/>
                <a:cs typeface="Times New Roman"/>
              </a:rPr>
              <a:t>tracking</a:t>
            </a:r>
            <a:r>
              <a:rPr sz="1200" spc="-25" dirty="0">
                <a:latin typeface="Times New Roman"/>
                <a:cs typeface="Times New Roman"/>
              </a:rPr>
              <a:t> </a:t>
            </a:r>
            <a:r>
              <a:rPr sz="1200" dirty="0">
                <a:latin typeface="Times New Roman"/>
                <a:cs typeface="Times New Roman"/>
              </a:rPr>
              <a:t>and</a:t>
            </a:r>
            <a:r>
              <a:rPr sz="1200" spc="-50" dirty="0">
                <a:latin typeface="Times New Roman"/>
                <a:cs typeface="Times New Roman"/>
              </a:rPr>
              <a:t> </a:t>
            </a:r>
            <a:r>
              <a:rPr sz="1200" dirty="0">
                <a:latin typeface="Times New Roman"/>
                <a:cs typeface="Times New Roman"/>
              </a:rPr>
              <a:t>management</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work</a:t>
            </a:r>
            <a:r>
              <a:rPr sz="1200" spc="-45" dirty="0">
                <a:latin typeface="Times New Roman"/>
                <a:cs typeface="Times New Roman"/>
              </a:rPr>
              <a:t> </a:t>
            </a:r>
            <a:r>
              <a:rPr sz="1200" dirty="0">
                <a:latin typeface="Times New Roman"/>
                <a:cs typeface="Times New Roman"/>
              </a:rPr>
              <a:t>time,</a:t>
            </a:r>
            <a:r>
              <a:rPr sz="1200" spc="-25" dirty="0">
                <a:latin typeface="Times New Roman"/>
                <a:cs typeface="Times New Roman"/>
              </a:rPr>
              <a:t>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customers</a:t>
            </a:r>
            <a:r>
              <a:rPr sz="1200" spc="-30" dirty="0">
                <a:latin typeface="Times New Roman"/>
                <a:cs typeface="Times New Roman"/>
              </a:rPr>
              <a:t> </a:t>
            </a:r>
            <a:r>
              <a:rPr sz="1200" spc="-25" dirty="0">
                <a:latin typeface="Times New Roman"/>
                <a:cs typeface="Times New Roman"/>
              </a:rPr>
              <a:t>to </a:t>
            </a:r>
            <a:r>
              <a:rPr sz="1200" dirty="0">
                <a:latin typeface="Times New Roman"/>
                <a:cs typeface="Times New Roman"/>
              </a:rPr>
              <a:t>review</a:t>
            </a:r>
            <a:r>
              <a:rPr sz="1200" spc="-25" dirty="0">
                <a:latin typeface="Times New Roman"/>
                <a:cs typeface="Times New Roman"/>
              </a:rPr>
              <a:t> </a:t>
            </a:r>
            <a:r>
              <a:rPr sz="1200" dirty="0">
                <a:latin typeface="Times New Roman"/>
                <a:cs typeface="Times New Roman"/>
              </a:rPr>
              <a:t>time</a:t>
            </a:r>
            <a:r>
              <a:rPr sz="1200" spc="-10" dirty="0">
                <a:latin typeface="Times New Roman"/>
                <a:cs typeface="Times New Roman"/>
              </a:rPr>
              <a:t> </a:t>
            </a:r>
            <a:r>
              <a:rPr sz="1200" dirty="0">
                <a:latin typeface="Times New Roman"/>
                <a:cs typeface="Times New Roman"/>
              </a:rPr>
              <a:t>spent</a:t>
            </a:r>
            <a:r>
              <a:rPr sz="1200" spc="-5" dirty="0">
                <a:latin typeface="Times New Roman"/>
                <a:cs typeface="Times New Roman"/>
              </a:rPr>
              <a:t> </a:t>
            </a:r>
            <a:r>
              <a:rPr sz="1200" dirty="0">
                <a:latin typeface="Times New Roman"/>
                <a:cs typeface="Times New Roman"/>
              </a:rPr>
              <a:t>on</a:t>
            </a:r>
            <a:r>
              <a:rPr sz="1200" spc="-40" dirty="0">
                <a:latin typeface="Times New Roman"/>
                <a:cs typeface="Times New Roman"/>
              </a:rPr>
              <a:t> </a:t>
            </a: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ticket,</a:t>
            </a:r>
            <a:r>
              <a:rPr sz="1200" spc="-15" dirty="0">
                <a:latin typeface="Times New Roman"/>
                <a:cs typeface="Times New Roman"/>
              </a:rPr>
              <a:t> </a:t>
            </a:r>
            <a:r>
              <a:rPr sz="1200" dirty="0">
                <a:latin typeface="Times New Roman"/>
                <a:cs typeface="Times New Roman"/>
              </a:rPr>
              <a:t>ensuring</a:t>
            </a:r>
            <a:r>
              <a:rPr sz="1200" spc="-15" dirty="0">
                <a:latin typeface="Times New Roman"/>
                <a:cs typeface="Times New Roman"/>
              </a:rPr>
              <a:t> </a:t>
            </a:r>
            <a:r>
              <a:rPr sz="1200" spc="-10" dirty="0">
                <a:latin typeface="Times New Roman"/>
                <a:cs typeface="Times New Roman"/>
              </a:rPr>
              <a:t>accountability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clarity</a:t>
            </a:r>
            <a:r>
              <a:rPr sz="1200" spc="-1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spc="-10" dirty="0">
                <a:latin typeface="Times New Roman"/>
                <a:cs typeface="Times New Roman"/>
              </a:rPr>
              <a:t>performed.</a:t>
            </a:r>
            <a:endParaRPr sz="1200">
              <a:latin typeface="Times New Roman"/>
              <a:cs typeface="Times New Roman"/>
            </a:endParaRPr>
          </a:p>
          <a:p>
            <a:pPr marL="527685" indent="-228600">
              <a:lnSpc>
                <a:spcPct val="100000"/>
              </a:lnSpc>
              <a:spcBef>
                <a:spcPts val="960"/>
              </a:spcBef>
              <a:buFont typeface="Symbol"/>
              <a:buChar char=""/>
              <a:tabLst>
                <a:tab pos="527685" algn="l"/>
              </a:tabLst>
            </a:pPr>
            <a:r>
              <a:rPr sz="1200" b="1" spc="-10" dirty="0">
                <a:latin typeface="Times New Roman"/>
                <a:cs typeface="Times New Roman"/>
              </a:rPr>
              <a:t>View</a:t>
            </a:r>
            <a:r>
              <a:rPr sz="1200" b="1" spc="-50" dirty="0">
                <a:latin typeface="Times New Roman"/>
                <a:cs typeface="Times New Roman"/>
              </a:rPr>
              <a:t> </a:t>
            </a:r>
            <a:r>
              <a:rPr sz="1200" b="1" spc="-10" dirty="0">
                <a:latin typeface="Times New Roman"/>
                <a:cs typeface="Times New Roman"/>
              </a:rPr>
              <a:t>Work</a:t>
            </a:r>
            <a:r>
              <a:rPr sz="1200" b="1" spc="-30" dirty="0">
                <a:latin typeface="Times New Roman"/>
                <a:cs typeface="Times New Roman"/>
              </a:rPr>
              <a:t> </a:t>
            </a:r>
            <a:r>
              <a:rPr sz="1200" b="1" spc="-20" dirty="0">
                <a:latin typeface="Times New Roman"/>
                <a:cs typeface="Times New Roman"/>
              </a:rPr>
              <a:t>Logs:</a:t>
            </a:r>
            <a:endParaRPr sz="1200">
              <a:latin typeface="Times New Roman"/>
              <a:cs typeface="Times New Roman"/>
            </a:endParaRPr>
          </a:p>
          <a:p>
            <a:pPr marL="1214120" lvl="1" indent="-228600">
              <a:lnSpc>
                <a:spcPct val="100000"/>
              </a:lnSpc>
              <a:spcBef>
                <a:spcPts val="40"/>
              </a:spcBef>
              <a:buFont typeface="Courier New"/>
              <a:buChar char="o"/>
              <a:tabLst>
                <a:tab pos="1214120" algn="l"/>
              </a:tabLst>
            </a:pPr>
            <a:r>
              <a:rPr sz="1200" b="1" dirty="0">
                <a:latin typeface="Times New Roman"/>
                <a:cs typeface="Times New Roman"/>
              </a:rPr>
              <a:t>Displays</a:t>
            </a:r>
            <a:r>
              <a:rPr sz="1200" b="1" spc="-30" dirty="0">
                <a:latin typeface="Times New Roman"/>
                <a:cs typeface="Times New Roman"/>
              </a:rPr>
              <a:t> </a:t>
            </a:r>
            <a:r>
              <a:rPr sz="1200" b="1" dirty="0">
                <a:latin typeface="Times New Roman"/>
                <a:cs typeface="Times New Roman"/>
              </a:rPr>
              <a:t>a</a:t>
            </a:r>
            <a:r>
              <a:rPr sz="1200" b="1" spc="-15" dirty="0">
                <a:latin typeface="Times New Roman"/>
                <a:cs typeface="Times New Roman"/>
              </a:rPr>
              <a:t> </a:t>
            </a:r>
            <a:r>
              <a:rPr sz="1200" b="1" dirty="0">
                <a:latin typeface="Times New Roman"/>
                <a:cs typeface="Times New Roman"/>
              </a:rPr>
              <a:t>detailed</a:t>
            </a:r>
            <a:r>
              <a:rPr sz="1200" b="1" spc="-30" dirty="0">
                <a:latin typeface="Times New Roman"/>
                <a:cs typeface="Times New Roman"/>
              </a:rPr>
              <a:t> </a:t>
            </a:r>
            <a:r>
              <a:rPr sz="1200" b="1" dirty="0">
                <a:latin typeface="Times New Roman"/>
                <a:cs typeface="Times New Roman"/>
              </a:rPr>
              <a:t>log</a:t>
            </a:r>
            <a:r>
              <a:rPr sz="1200" b="1" spc="-15" dirty="0">
                <a:latin typeface="Times New Roman"/>
                <a:cs typeface="Times New Roman"/>
              </a:rPr>
              <a:t> </a:t>
            </a:r>
            <a:r>
              <a:rPr sz="1200" b="1" dirty="0">
                <a:latin typeface="Times New Roman"/>
                <a:cs typeface="Times New Roman"/>
              </a:rPr>
              <a:t>of</a:t>
            </a:r>
            <a:r>
              <a:rPr sz="1200" b="1" spc="-20" dirty="0">
                <a:latin typeface="Times New Roman"/>
                <a:cs typeface="Times New Roman"/>
              </a:rPr>
              <a:t> </a:t>
            </a:r>
            <a:r>
              <a:rPr sz="1200" b="1" dirty="0">
                <a:latin typeface="Times New Roman"/>
                <a:cs typeface="Times New Roman"/>
              </a:rPr>
              <a:t>time</a:t>
            </a:r>
            <a:r>
              <a:rPr sz="1200" b="1" spc="-10" dirty="0">
                <a:latin typeface="Times New Roman"/>
                <a:cs typeface="Times New Roman"/>
              </a:rPr>
              <a:t> </a:t>
            </a:r>
            <a:r>
              <a:rPr sz="1200" b="1" dirty="0">
                <a:latin typeface="Times New Roman"/>
                <a:cs typeface="Times New Roman"/>
              </a:rPr>
              <a:t>spent</a:t>
            </a:r>
            <a:r>
              <a:rPr sz="1200" b="1" spc="-20" dirty="0">
                <a:latin typeface="Times New Roman"/>
                <a:cs typeface="Times New Roman"/>
              </a:rPr>
              <a:t> </a:t>
            </a:r>
            <a:r>
              <a:rPr sz="1200" b="1" dirty="0">
                <a:latin typeface="Times New Roman"/>
                <a:cs typeface="Times New Roman"/>
              </a:rPr>
              <a:t>on</a:t>
            </a:r>
            <a:r>
              <a:rPr sz="1200" b="1" spc="-25" dirty="0">
                <a:latin typeface="Times New Roman"/>
                <a:cs typeface="Times New Roman"/>
              </a:rPr>
              <a:t> </a:t>
            </a:r>
            <a:r>
              <a:rPr sz="1200" b="1" dirty="0">
                <a:latin typeface="Times New Roman"/>
                <a:cs typeface="Times New Roman"/>
              </a:rPr>
              <a:t>the</a:t>
            </a:r>
            <a:r>
              <a:rPr sz="1200" b="1" spc="-15" dirty="0">
                <a:latin typeface="Times New Roman"/>
                <a:cs typeface="Times New Roman"/>
              </a:rPr>
              <a:t> </a:t>
            </a:r>
            <a:r>
              <a:rPr sz="1200" b="1" dirty="0">
                <a:latin typeface="Times New Roman"/>
                <a:cs typeface="Times New Roman"/>
              </a:rPr>
              <a:t>ticket,</a:t>
            </a:r>
            <a:r>
              <a:rPr sz="1200" b="1" spc="-15" dirty="0">
                <a:latin typeface="Times New Roman"/>
                <a:cs typeface="Times New Roman"/>
              </a:rPr>
              <a:t> </a:t>
            </a:r>
            <a:r>
              <a:rPr sz="1200" b="1" spc="-10" dirty="0">
                <a:latin typeface="Times New Roman"/>
                <a:cs typeface="Times New Roman"/>
              </a:rPr>
              <a:t>including:</a:t>
            </a:r>
            <a:endParaRPr sz="1200">
              <a:latin typeface="Times New Roman"/>
              <a:cs typeface="Times New Roman"/>
            </a:endParaRPr>
          </a:p>
          <a:p>
            <a:pPr marL="1214120" lvl="1" indent="-228600">
              <a:lnSpc>
                <a:spcPct val="100000"/>
              </a:lnSpc>
              <a:spcBef>
                <a:spcPts val="620"/>
              </a:spcBef>
              <a:buFont typeface="Courier New"/>
              <a:buChar char="o"/>
              <a:tabLst>
                <a:tab pos="1214120" algn="l"/>
              </a:tabLst>
            </a:pPr>
            <a:r>
              <a:rPr sz="1200" dirty="0">
                <a:latin typeface="Times New Roman"/>
                <a:cs typeface="Times New Roman"/>
              </a:rPr>
              <a:t>Who</a:t>
            </a:r>
            <a:r>
              <a:rPr sz="1200" spc="-20" dirty="0">
                <a:latin typeface="Times New Roman"/>
                <a:cs typeface="Times New Roman"/>
              </a:rPr>
              <a:t> </a:t>
            </a:r>
            <a:r>
              <a:rPr sz="1200" dirty="0">
                <a:latin typeface="Times New Roman"/>
                <a:cs typeface="Times New Roman"/>
              </a:rPr>
              <a:t>performed</a:t>
            </a:r>
            <a:r>
              <a:rPr sz="1200" spc="-40" dirty="0">
                <a:latin typeface="Times New Roman"/>
                <a:cs typeface="Times New Roman"/>
              </a:rPr>
              <a:t> </a:t>
            </a:r>
            <a:r>
              <a:rPr sz="1200" dirty="0">
                <a:latin typeface="Times New Roman"/>
                <a:cs typeface="Times New Roman"/>
              </a:rPr>
              <a:t>the</a:t>
            </a:r>
            <a:r>
              <a:rPr sz="1200" spc="-10" dirty="0">
                <a:latin typeface="Times New Roman"/>
                <a:cs typeface="Times New Roman"/>
              </a:rPr>
              <a:t> work?</a:t>
            </a:r>
            <a:endParaRPr sz="1200">
              <a:latin typeface="Times New Roman"/>
              <a:cs typeface="Times New Roman"/>
            </a:endParaRPr>
          </a:p>
          <a:p>
            <a:pPr marL="1214120" lvl="1" indent="-228600">
              <a:lnSpc>
                <a:spcPct val="100000"/>
              </a:lnSpc>
              <a:spcBef>
                <a:spcPts val="645"/>
              </a:spcBef>
              <a:buFont typeface="Courier New"/>
              <a:buChar char="o"/>
              <a:tabLst>
                <a:tab pos="1214120" algn="l"/>
              </a:tabLst>
            </a:pPr>
            <a:r>
              <a:rPr sz="1200" dirty="0">
                <a:latin typeface="Times New Roman"/>
                <a:cs typeface="Times New Roman"/>
              </a:rPr>
              <a:t>Duration</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10" dirty="0">
                <a:latin typeface="Times New Roman"/>
                <a:cs typeface="Times New Roman"/>
              </a:rPr>
              <a:t>hours).</a:t>
            </a:r>
            <a:endParaRPr sz="1200">
              <a:latin typeface="Times New Roman"/>
              <a:cs typeface="Times New Roman"/>
            </a:endParaRPr>
          </a:p>
          <a:p>
            <a:pPr marL="1214120" lvl="1" indent="-228600">
              <a:lnSpc>
                <a:spcPct val="100000"/>
              </a:lnSpc>
              <a:spcBef>
                <a:spcPts val="620"/>
              </a:spcBef>
              <a:buFont typeface="Courier New"/>
              <a:buChar char="o"/>
              <a:tabLst>
                <a:tab pos="1214120" algn="l"/>
              </a:tabLst>
            </a:pPr>
            <a:r>
              <a:rPr sz="1200" dirty="0">
                <a:latin typeface="Times New Roman"/>
                <a:cs typeface="Times New Roman"/>
              </a:rPr>
              <a:t>Start</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End</a:t>
            </a:r>
            <a:r>
              <a:rPr sz="1200" spc="-55" dirty="0">
                <a:latin typeface="Times New Roman"/>
                <a:cs typeface="Times New Roman"/>
              </a:rPr>
              <a:t> </a:t>
            </a:r>
            <a:r>
              <a:rPr sz="1200" spc="-10" dirty="0">
                <a:latin typeface="Times New Roman"/>
                <a:cs typeface="Times New Roman"/>
              </a:rPr>
              <a:t>Times</a:t>
            </a:r>
            <a:r>
              <a:rPr sz="1200" spc="-25"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work</a:t>
            </a:r>
            <a:r>
              <a:rPr sz="1200" spc="-15" dirty="0">
                <a:latin typeface="Times New Roman"/>
                <a:cs typeface="Times New Roman"/>
              </a:rPr>
              <a:t> </a:t>
            </a:r>
            <a:r>
              <a:rPr sz="1200" spc="-10" dirty="0">
                <a:latin typeface="Times New Roman"/>
                <a:cs typeface="Times New Roman"/>
              </a:rPr>
              <a:t>session.</a:t>
            </a:r>
            <a:endParaRPr sz="1200">
              <a:latin typeface="Times New Roman"/>
              <a:cs typeface="Times New Roman"/>
            </a:endParaRPr>
          </a:p>
          <a:p>
            <a:pPr marL="1214120" lvl="1" indent="-228600">
              <a:lnSpc>
                <a:spcPct val="100000"/>
              </a:lnSpc>
              <a:spcBef>
                <a:spcPts val="620"/>
              </a:spcBef>
              <a:buFont typeface="Courier New"/>
              <a:buChar char="o"/>
              <a:tabLst>
                <a:tab pos="1214120" algn="l"/>
              </a:tabLst>
            </a:pPr>
            <a:r>
              <a:rPr sz="1200" dirty="0">
                <a:latin typeface="Times New Roman"/>
                <a:cs typeface="Times New Roman"/>
              </a:rPr>
              <a:t>Date</a:t>
            </a:r>
            <a:r>
              <a:rPr sz="1200" spc="-25"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(e.g.,</a:t>
            </a:r>
            <a:r>
              <a:rPr sz="1200" spc="-25" dirty="0">
                <a:latin typeface="Times New Roman"/>
                <a:cs typeface="Times New Roman"/>
              </a:rPr>
              <a:t> "Today,"</a:t>
            </a:r>
            <a:r>
              <a:rPr sz="1200" spc="-40" dirty="0">
                <a:latin typeface="Times New Roman"/>
                <a:cs typeface="Times New Roman"/>
              </a:rPr>
              <a:t> </a:t>
            </a:r>
            <a:r>
              <a:rPr sz="1200" spc="-10" dirty="0">
                <a:latin typeface="Times New Roman"/>
                <a:cs typeface="Times New Roman"/>
              </a:rPr>
              <a:t>"Yesterday")</a:t>
            </a:r>
            <a:r>
              <a:rPr sz="1200" spc="-2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quick</a:t>
            </a:r>
            <a:r>
              <a:rPr sz="1200" spc="-25" dirty="0">
                <a:latin typeface="Times New Roman"/>
                <a:cs typeface="Times New Roman"/>
              </a:rPr>
              <a:t> </a:t>
            </a:r>
            <a:r>
              <a:rPr sz="1200" spc="-10" dirty="0">
                <a:latin typeface="Times New Roman"/>
                <a:cs typeface="Times New Roman"/>
              </a:rPr>
              <a:t>reference.</a:t>
            </a:r>
            <a:endParaRPr sz="1200">
              <a:latin typeface="Times New Roman"/>
              <a:cs typeface="Times New Roman"/>
            </a:endParaRPr>
          </a:p>
        </p:txBody>
      </p:sp>
      <p:pic>
        <p:nvPicPr>
          <p:cNvPr id="9" name="object 9"/>
          <p:cNvPicPr/>
          <p:nvPr/>
        </p:nvPicPr>
        <p:blipFill>
          <a:blip r:embed="rId3" cstate="print"/>
          <a:stretch>
            <a:fillRect/>
          </a:stretch>
        </p:blipFill>
        <p:spPr>
          <a:xfrm>
            <a:off x="304800" y="304800"/>
            <a:ext cx="7165084" cy="94510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121</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523875" y="1711261"/>
            <a:ext cx="6733540" cy="7239634"/>
            <a:chOff x="523875" y="1711261"/>
            <a:chExt cx="6733540" cy="7239634"/>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583109" y="1714372"/>
              <a:ext cx="6671130" cy="3069238"/>
            </a:xfrm>
            <a:prstGeom prst="rect">
              <a:avLst/>
            </a:prstGeom>
          </p:spPr>
        </p:pic>
        <p:sp>
          <p:nvSpPr>
            <p:cNvPr id="6" name="object 6"/>
            <p:cNvSpPr/>
            <p:nvPr/>
          </p:nvSpPr>
          <p:spPr>
            <a:xfrm>
              <a:off x="525462" y="1712848"/>
              <a:ext cx="6730365" cy="3082925"/>
            </a:xfrm>
            <a:custGeom>
              <a:avLst/>
              <a:gdLst/>
              <a:ahLst/>
              <a:cxnLst/>
              <a:rect l="l" t="t" r="r" b="b"/>
              <a:pathLst>
                <a:path w="6730365" h="3082925">
                  <a:moveTo>
                    <a:pt x="0" y="3082925"/>
                  </a:moveTo>
                  <a:lnTo>
                    <a:pt x="6730365" y="3082925"/>
                  </a:lnTo>
                  <a:lnTo>
                    <a:pt x="6730365" y="0"/>
                  </a:lnTo>
                  <a:lnTo>
                    <a:pt x="0" y="0"/>
                  </a:lnTo>
                  <a:lnTo>
                    <a:pt x="0" y="3082925"/>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4299585" cy="74930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a:cs typeface="Times New Roman"/>
              </a:rPr>
              <a:t>Profile</a:t>
            </a:r>
            <a:r>
              <a:rPr sz="1600" b="1" spc="-7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a:p>
            <a:pPr>
              <a:lnSpc>
                <a:spcPct val="100000"/>
              </a:lnSpc>
              <a:spcBef>
                <a:spcPts val="495"/>
              </a:spcBef>
            </a:pPr>
            <a:endParaRPr sz="1600">
              <a:latin typeface="Times New Roman"/>
              <a:cs typeface="Times New Roman"/>
            </a:endParaRPr>
          </a:p>
          <a:p>
            <a:pPr marL="12700">
              <a:lnSpc>
                <a:spcPct val="100000"/>
              </a:lnSpc>
              <a:spcBef>
                <a:spcPts val="5"/>
              </a:spcBef>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section</a:t>
            </a:r>
            <a:r>
              <a:rPr sz="1200" spc="-45" dirty="0">
                <a:latin typeface="Times New Roman"/>
                <a:cs typeface="Times New Roman"/>
              </a:rPr>
              <a:t> </a:t>
            </a:r>
            <a:r>
              <a:rPr sz="1200" dirty="0">
                <a:latin typeface="Times New Roman"/>
                <a:cs typeface="Times New Roman"/>
              </a:rPr>
              <a:t>enables</a:t>
            </a:r>
            <a:r>
              <a:rPr sz="1200" spc="-3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quickly</a:t>
            </a:r>
            <a:r>
              <a:rPr sz="1200" spc="-20" dirty="0">
                <a:latin typeface="Times New Roman"/>
                <a:cs typeface="Times New Roman"/>
              </a:rPr>
              <a:t> </a:t>
            </a:r>
            <a:r>
              <a:rPr sz="1200" dirty="0">
                <a:latin typeface="Times New Roman"/>
                <a:cs typeface="Times New Roman"/>
              </a:rPr>
              <a:t>access</a:t>
            </a:r>
            <a:r>
              <a:rPr sz="1200" spc="-30"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own</a:t>
            </a:r>
            <a:r>
              <a:rPr sz="1200" spc="-20" dirty="0">
                <a:latin typeface="Times New Roman"/>
                <a:cs typeface="Times New Roman"/>
              </a:rPr>
              <a:t> </a:t>
            </a:r>
            <a:r>
              <a:rPr sz="1200" dirty="0">
                <a:latin typeface="Times New Roman"/>
                <a:cs typeface="Times New Roman"/>
              </a:rPr>
              <a:t>account</a:t>
            </a:r>
            <a:r>
              <a:rPr sz="1200" spc="-15" dirty="0">
                <a:latin typeface="Times New Roman"/>
                <a:cs typeface="Times New Roman"/>
              </a:rPr>
              <a:t> </a:t>
            </a:r>
            <a:r>
              <a:rPr sz="1200" spc="-10" dirty="0">
                <a:latin typeface="Times New Roman"/>
                <a:cs typeface="Times New Roman"/>
              </a:rPr>
              <a:t>details.</a:t>
            </a:r>
            <a:endParaRPr sz="1200">
              <a:latin typeface="Times New Roman"/>
              <a:cs typeface="Times New Roman"/>
            </a:endParaRPr>
          </a:p>
        </p:txBody>
      </p:sp>
      <p:sp>
        <p:nvSpPr>
          <p:cNvPr id="8" name="object 8"/>
          <p:cNvSpPr txBox="1"/>
          <p:nvPr/>
        </p:nvSpPr>
        <p:spPr>
          <a:xfrm>
            <a:off x="902017" y="4918709"/>
            <a:ext cx="5926455" cy="390779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Profile</a:t>
            </a:r>
            <a:r>
              <a:rPr sz="1400" b="1" spc="-65" dirty="0">
                <a:latin typeface="Times New Roman"/>
                <a:cs typeface="Times New Roman"/>
              </a:rPr>
              <a:t> </a:t>
            </a:r>
            <a:r>
              <a:rPr sz="1400" b="1" spc="-10" dirty="0">
                <a:latin typeface="Times New Roman"/>
                <a:cs typeface="Times New Roman"/>
              </a:rPr>
              <a:t>Photo:</a:t>
            </a:r>
            <a:endParaRPr sz="1400">
              <a:latin typeface="Times New Roman"/>
              <a:cs typeface="Times New Roman"/>
            </a:endParaRPr>
          </a:p>
          <a:p>
            <a:pPr marL="12700">
              <a:lnSpc>
                <a:spcPct val="100000"/>
              </a:lnSpc>
              <a:spcBef>
                <a:spcPts val="860"/>
              </a:spcBef>
            </a:pP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option</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set</a:t>
            </a:r>
            <a:r>
              <a:rPr sz="1200" spc="-20"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update</a:t>
            </a:r>
            <a:r>
              <a:rPr sz="1200" spc="-25" dirty="0">
                <a:latin typeface="Times New Roman"/>
                <a:cs typeface="Times New Roman"/>
              </a:rPr>
              <a:t> </a:t>
            </a:r>
            <a:r>
              <a:rPr sz="1200" dirty="0">
                <a:latin typeface="Times New Roman"/>
                <a:cs typeface="Times New Roman"/>
              </a:rPr>
              <a:t>their</a:t>
            </a:r>
            <a:r>
              <a:rPr sz="1200" spc="-25" dirty="0">
                <a:latin typeface="Times New Roman"/>
                <a:cs typeface="Times New Roman"/>
              </a:rPr>
              <a:t> </a:t>
            </a:r>
            <a:r>
              <a:rPr sz="1200" dirty="0">
                <a:latin typeface="Times New Roman"/>
                <a:cs typeface="Times New Roman"/>
              </a:rPr>
              <a:t>profile</a:t>
            </a:r>
            <a:r>
              <a:rPr sz="1200" spc="-20" dirty="0">
                <a:latin typeface="Times New Roman"/>
                <a:cs typeface="Times New Roman"/>
              </a:rPr>
              <a:t> </a:t>
            </a:r>
            <a:r>
              <a:rPr sz="1200" dirty="0">
                <a:latin typeface="Times New Roman"/>
                <a:cs typeface="Times New Roman"/>
              </a:rPr>
              <a:t>photo.</a:t>
            </a:r>
            <a:r>
              <a:rPr sz="1200" spc="-45"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helps</a:t>
            </a:r>
            <a:r>
              <a:rPr sz="1200" spc="-35" dirty="0">
                <a:latin typeface="Times New Roman"/>
                <a:cs typeface="Times New Roman"/>
              </a:rPr>
              <a:t> </a:t>
            </a:r>
            <a:r>
              <a:rPr sz="1200" dirty="0">
                <a:latin typeface="Times New Roman"/>
                <a:cs typeface="Times New Roman"/>
              </a:rPr>
              <a:t>personalize</a:t>
            </a:r>
            <a:r>
              <a:rPr sz="1200" spc="-25" dirty="0">
                <a:latin typeface="Times New Roman"/>
                <a:cs typeface="Times New Roman"/>
              </a:rPr>
              <a:t> the</a:t>
            </a:r>
            <a:endParaRPr sz="1200">
              <a:latin typeface="Times New Roman"/>
              <a:cs typeface="Times New Roman"/>
            </a:endParaRPr>
          </a:p>
          <a:p>
            <a:pPr marL="12700">
              <a:lnSpc>
                <a:spcPct val="100000"/>
              </a:lnSpc>
              <a:spcBef>
                <a:spcPts val="60"/>
              </a:spcBef>
            </a:pPr>
            <a:r>
              <a:rPr sz="1200" dirty="0">
                <a:latin typeface="Times New Roman"/>
                <a:cs typeface="Times New Roman"/>
              </a:rPr>
              <a:t>profile</a:t>
            </a:r>
            <a:r>
              <a:rPr sz="1200" spc="-20" dirty="0">
                <a:latin typeface="Times New Roman"/>
                <a:cs typeface="Times New Roman"/>
              </a:rPr>
              <a:t>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allows</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upload</a:t>
            </a:r>
            <a:r>
              <a:rPr sz="1200" spc="-25"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photo</a:t>
            </a:r>
            <a:r>
              <a:rPr sz="1200" spc="-25" dirty="0">
                <a:latin typeface="Times New Roman"/>
                <a:cs typeface="Times New Roman"/>
              </a:rPr>
              <a:t> </a:t>
            </a:r>
            <a:r>
              <a:rPr sz="1200" dirty="0">
                <a:latin typeface="Times New Roman"/>
                <a:cs typeface="Times New Roman"/>
              </a:rPr>
              <a:t>that</a:t>
            </a:r>
            <a:r>
              <a:rPr sz="1200" spc="-15" dirty="0">
                <a:latin typeface="Times New Roman"/>
                <a:cs typeface="Times New Roman"/>
              </a:rPr>
              <a:t> </a:t>
            </a:r>
            <a:r>
              <a:rPr sz="1200" dirty="0">
                <a:latin typeface="Times New Roman"/>
                <a:cs typeface="Times New Roman"/>
              </a:rPr>
              <a:t>represents</a:t>
            </a:r>
            <a:r>
              <a:rPr sz="1200" spc="-35" dirty="0">
                <a:latin typeface="Times New Roman"/>
                <a:cs typeface="Times New Roman"/>
              </a:rPr>
              <a:t> </a:t>
            </a:r>
            <a:r>
              <a:rPr sz="1200" dirty="0">
                <a:latin typeface="Times New Roman"/>
                <a:cs typeface="Times New Roman"/>
              </a:rPr>
              <a:t>them</a:t>
            </a:r>
            <a:r>
              <a:rPr sz="1200" spc="-15" dirty="0">
                <a:latin typeface="Times New Roman"/>
                <a:cs typeface="Times New Roman"/>
              </a:rPr>
              <a:t> </a:t>
            </a:r>
            <a:r>
              <a:rPr sz="1200" dirty="0">
                <a:latin typeface="Times New Roman"/>
                <a:cs typeface="Times New Roman"/>
              </a:rPr>
              <a:t>visually</a:t>
            </a:r>
            <a:r>
              <a:rPr sz="1200" spc="-25" dirty="0">
                <a:latin typeface="Times New Roman"/>
                <a:cs typeface="Times New Roman"/>
              </a:rPr>
              <a:t> </a:t>
            </a:r>
            <a:r>
              <a:rPr sz="1200" dirty="0">
                <a:latin typeface="Times New Roman"/>
                <a:cs typeface="Times New Roman"/>
              </a:rPr>
              <a:t>within</a:t>
            </a:r>
            <a:r>
              <a:rPr sz="1200" spc="-2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60"/>
              </a:spcBef>
            </a:pPr>
            <a:endParaRPr sz="1200">
              <a:latin typeface="Times New Roman"/>
              <a:cs typeface="Times New Roman"/>
            </a:endParaRPr>
          </a:p>
          <a:p>
            <a:pPr marL="12700">
              <a:lnSpc>
                <a:spcPct val="100000"/>
              </a:lnSpc>
            </a:pPr>
            <a:r>
              <a:rPr sz="1400" b="1" dirty="0">
                <a:latin typeface="Times New Roman"/>
                <a:cs typeface="Times New Roman"/>
              </a:rPr>
              <a:t>Customer</a:t>
            </a:r>
            <a:r>
              <a:rPr sz="1400" b="1" spc="-65" dirty="0">
                <a:latin typeface="Times New Roman"/>
                <a:cs typeface="Times New Roman"/>
              </a:rPr>
              <a:t> </a:t>
            </a:r>
            <a:r>
              <a:rPr sz="1400" b="1" dirty="0">
                <a:latin typeface="Times New Roman"/>
                <a:cs typeface="Times New Roman"/>
              </a:rPr>
              <a:t>Information</a:t>
            </a:r>
            <a:r>
              <a:rPr sz="1400" b="1" spc="-40" dirty="0">
                <a:latin typeface="Times New Roman"/>
                <a:cs typeface="Times New Roman"/>
              </a:rPr>
              <a:t> </a:t>
            </a:r>
            <a:r>
              <a:rPr sz="1400" b="1" spc="-10" dirty="0">
                <a:latin typeface="Times New Roman"/>
                <a:cs typeface="Times New Roman"/>
              </a:rPr>
              <a:t>Display</a:t>
            </a:r>
            <a:r>
              <a:rPr sz="1400" spc="-10" dirty="0">
                <a:latin typeface="Times New Roman"/>
                <a:cs typeface="Times New Roman"/>
              </a:rPr>
              <a:t>:</a:t>
            </a:r>
            <a:endParaRPr sz="1400">
              <a:latin typeface="Times New Roman"/>
              <a:cs typeface="Times New Roman"/>
            </a:endParaRPr>
          </a:p>
          <a:p>
            <a:pPr marL="12700" marR="5080">
              <a:lnSpc>
                <a:spcPct val="104200"/>
              </a:lnSpc>
              <a:spcBef>
                <a:spcPts val="800"/>
              </a:spcBef>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section</a:t>
            </a:r>
            <a:r>
              <a:rPr sz="1200" spc="-25" dirty="0">
                <a:latin typeface="Times New Roman"/>
                <a:cs typeface="Times New Roman"/>
              </a:rPr>
              <a:t> </a:t>
            </a:r>
            <a:r>
              <a:rPr sz="1200" dirty="0">
                <a:latin typeface="Times New Roman"/>
                <a:cs typeface="Times New Roman"/>
              </a:rPr>
              <a:t>provides</a:t>
            </a:r>
            <a:r>
              <a:rPr sz="1200" spc="-35" dirty="0">
                <a:latin typeface="Times New Roman"/>
                <a:cs typeface="Times New Roman"/>
              </a:rPr>
              <a:t> </a:t>
            </a:r>
            <a:r>
              <a:rPr sz="1200" dirty="0">
                <a:latin typeface="Times New Roman"/>
                <a:cs typeface="Times New Roman"/>
              </a:rPr>
              <a:t>details</a:t>
            </a:r>
            <a:r>
              <a:rPr sz="1200" spc="-30" dirty="0">
                <a:latin typeface="Times New Roman"/>
                <a:cs typeface="Times New Roman"/>
              </a:rPr>
              <a:t> </a:t>
            </a:r>
            <a:r>
              <a:rPr sz="1200" dirty="0">
                <a:latin typeface="Times New Roman"/>
                <a:cs typeface="Times New Roman"/>
              </a:rPr>
              <a:t>about</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currently</a:t>
            </a:r>
            <a:r>
              <a:rPr sz="1200" spc="-25" dirty="0">
                <a:latin typeface="Times New Roman"/>
                <a:cs typeface="Times New Roman"/>
              </a:rPr>
              <a:t> </a:t>
            </a:r>
            <a:r>
              <a:rPr sz="1200" dirty="0">
                <a:latin typeface="Times New Roman"/>
                <a:cs typeface="Times New Roman"/>
              </a:rPr>
              <a:t>logged-in</a:t>
            </a:r>
            <a:r>
              <a:rPr sz="1200" spc="-25" dirty="0">
                <a:latin typeface="Times New Roman"/>
                <a:cs typeface="Times New Roman"/>
              </a:rPr>
              <a:t> </a:t>
            </a:r>
            <a:r>
              <a:rPr sz="1200" spc="-10" dirty="0">
                <a:latin typeface="Times New Roman"/>
                <a:cs typeface="Times New Roman"/>
              </a:rPr>
              <a:t>customer,</a:t>
            </a:r>
            <a:r>
              <a:rPr sz="1200" spc="-25" dirty="0">
                <a:latin typeface="Times New Roman"/>
                <a:cs typeface="Times New Roman"/>
              </a:rPr>
              <a:t> </a:t>
            </a:r>
            <a:r>
              <a:rPr sz="1200" dirty="0">
                <a:latin typeface="Times New Roman"/>
                <a:cs typeface="Times New Roman"/>
              </a:rPr>
              <a:t>allowing</a:t>
            </a:r>
            <a:r>
              <a:rPr sz="1200" spc="-25" dirty="0">
                <a:latin typeface="Times New Roman"/>
                <a:cs typeface="Times New Roman"/>
              </a:rPr>
              <a:t> </a:t>
            </a:r>
            <a:r>
              <a:rPr sz="1200" dirty="0">
                <a:latin typeface="Times New Roman"/>
                <a:cs typeface="Times New Roman"/>
              </a:rPr>
              <a:t>them</a:t>
            </a:r>
            <a:r>
              <a:rPr sz="1200" spc="-4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view</a:t>
            </a:r>
            <a:r>
              <a:rPr sz="1200" spc="-35" dirty="0">
                <a:latin typeface="Times New Roman"/>
                <a:cs typeface="Times New Roman"/>
              </a:rPr>
              <a:t> </a:t>
            </a:r>
            <a:r>
              <a:rPr sz="1200" spc="-10" dirty="0">
                <a:latin typeface="Times New Roman"/>
                <a:cs typeface="Times New Roman"/>
              </a:rPr>
              <a:t>their </a:t>
            </a:r>
            <a:r>
              <a:rPr sz="1200" dirty="0">
                <a:latin typeface="Times New Roman"/>
                <a:cs typeface="Times New Roman"/>
              </a:rPr>
              <a:t>personal</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contact</a:t>
            </a:r>
            <a:r>
              <a:rPr sz="1200" spc="-30" dirty="0">
                <a:latin typeface="Times New Roman"/>
                <a:cs typeface="Times New Roman"/>
              </a:rPr>
              <a:t> </a:t>
            </a:r>
            <a:r>
              <a:rPr sz="1200" dirty="0">
                <a:latin typeface="Times New Roman"/>
                <a:cs typeface="Times New Roman"/>
              </a:rPr>
              <a:t>information</a:t>
            </a:r>
            <a:r>
              <a:rPr sz="1200" spc="-25" dirty="0">
                <a:latin typeface="Times New Roman"/>
                <a:cs typeface="Times New Roman"/>
              </a:rPr>
              <a:t> </a:t>
            </a:r>
            <a:r>
              <a:rPr sz="1200" dirty="0">
                <a:latin typeface="Times New Roman"/>
                <a:cs typeface="Times New Roman"/>
              </a:rPr>
              <a:t>at</a:t>
            </a:r>
            <a:r>
              <a:rPr sz="1200" spc="-5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glance.</a:t>
            </a:r>
            <a:endParaRPr sz="1200">
              <a:latin typeface="Times New Roman"/>
              <a:cs typeface="Times New Roman"/>
            </a:endParaRPr>
          </a:p>
          <a:p>
            <a:pPr marL="12700">
              <a:lnSpc>
                <a:spcPct val="100000"/>
              </a:lnSpc>
              <a:spcBef>
                <a:spcPts val="840"/>
              </a:spcBef>
            </a:pPr>
            <a:r>
              <a:rPr sz="1200" dirty="0">
                <a:latin typeface="Times New Roman"/>
                <a:cs typeface="Times New Roman"/>
              </a:rPr>
              <a:t>Key</a:t>
            </a:r>
            <a:r>
              <a:rPr sz="1200" spc="-25" dirty="0">
                <a:latin typeface="Times New Roman"/>
                <a:cs typeface="Times New Roman"/>
              </a:rPr>
              <a:t> </a:t>
            </a:r>
            <a:r>
              <a:rPr sz="1200" dirty="0">
                <a:latin typeface="Times New Roman"/>
                <a:cs typeface="Times New Roman"/>
              </a:rPr>
              <a:t>details</a:t>
            </a:r>
            <a:r>
              <a:rPr sz="1200" spc="-35" dirty="0">
                <a:latin typeface="Times New Roman"/>
                <a:cs typeface="Times New Roman"/>
              </a:rPr>
              <a:t> </a:t>
            </a:r>
            <a:r>
              <a:rPr sz="1200" dirty="0">
                <a:latin typeface="Times New Roman"/>
                <a:cs typeface="Times New Roman"/>
              </a:rPr>
              <a:t>displayed</a:t>
            </a:r>
            <a:r>
              <a:rPr sz="1200" spc="-45" dirty="0">
                <a:latin typeface="Times New Roman"/>
                <a:cs typeface="Times New Roman"/>
              </a:rPr>
              <a:t> </a:t>
            </a:r>
            <a:r>
              <a:rPr sz="1200" spc="-10" dirty="0">
                <a:latin typeface="Times New Roman"/>
                <a:cs typeface="Times New Roman"/>
              </a:rPr>
              <a:t>include:</a:t>
            </a:r>
            <a:endParaRPr sz="1200">
              <a:latin typeface="Times New Roman"/>
              <a:cs typeface="Times New Roman"/>
            </a:endParaRPr>
          </a:p>
          <a:p>
            <a:pPr marL="469900" indent="-228600">
              <a:lnSpc>
                <a:spcPct val="100000"/>
              </a:lnSpc>
              <a:spcBef>
                <a:spcPts val="860"/>
              </a:spcBef>
              <a:buFont typeface="Courier New"/>
              <a:buChar char="o"/>
              <a:tabLst>
                <a:tab pos="469900" algn="l"/>
              </a:tabLst>
            </a:pPr>
            <a:r>
              <a:rPr sz="1200" b="1" dirty="0">
                <a:latin typeface="Times New Roman"/>
                <a:cs typeface="Times New Roman"/>
              </a:rPr>
              <a:t>Customer</a:t>
            </a:r>
            <a:r>
              <a:rPr sz="1200" b="1" spc="-70" dirty="0">
                <a:latin typeface="Times New Roman"/>
                <a:cs typeface="Times New Roman"/>
              </a:rPr>
              <a:t> </a:t>
            </a:r>
            <a:r>
              <a:rPr sz="1200" b="1" spc="-10" dirty="0">
                <a:latin typeface="Times New Roman"/>
                <a:cs typeface="Times New Roman"/>
              </a:rPr>
              <a:t>Code</a:t>
            </a:r>
            <a:r>
              <a:rPr sz="1200" spc="-1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unique</a:t>
            </a:r>
            <a:r>
              <a:rPr sz="1200" spc="-25" dirty="0">
                <a:latin typeface="Times New Roman"/>
                <a:cs typeface="Times New Roman"/>
              </a:rPr>
              <a:t> </a:t>
            </a:r>
            <a:r>
              <a:rPr sz="1200" dirty="0">
                <a:latin typeface="Times New Roman"/>
                <a:cs typeface="Times New Roman"/>
              </a:rPr>
              <a:t>identifier</a:t>
            </a:r>
            <a:r>
              <a:rPr sz="1200" spc="-30" dirty="0">
                <a:latin typeface="Times New Roman"/>
                <a:cs typeface="Times New Roman"/>
              </a:rPr>
              <a:t> </a:t>
            </a:r>
            <a:r>
              <a:rPr sz="1200" dirty="0">
                <a:latin typeface="Times New Roman"/>
                <a:cs typeface="Times New Roman"/>
              </a:rPr>
              <a:t>assigned</a:t>
            </a:r>
            <a:r>
              <a:rPr sz="1200" spc="-3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spc="-50" dirty="0">
                <a:latin typeface="Times New Roman"/>
                <a:cs typeface="Times New Roman"/>
              </a:rPr>
              <a:t>.</a:t>
            </a:r>
            <a:endParaRPr sz="1200">
              <a:latin typeface="Times New Roman"/>
              <a:cs typeface="Times New Roman"/>
            </a:endParaRPr>
          </a:p>
          <a:p>
            <a:pPr marL="469900" indent="-228600">
              <a:lnSpc>
                <a:spcPct val="100000"/>
              </a:lnSpc>
              <a:spcBef>
                <a:spcPts val="45"/>
              </a:spcBef>
              <a:buFont typeface="Courier New"/>
              <a:buChar char="o"/>
              <a:tabLst>
                <a:tab pos="469900" algn="l"/>
              </a:tabLst>
            </a:pPr>
            <a:r>
              <a:rPr sz="1200" b="1" dirty="0">
                <a:latin typeface="Times New Roman"/>
                <a:cs typeface="Times New Roman"/>
              </a:rPr>
              <a:t>Customer</a:t>
            </a:r>
            <a:r>
              <a:rPr sz="1200" b="1" spc="-45" dirty="0">
                <a:latin typeface="Times New Roman"/>
                <a:cs typeface="Times New Roman"/>
              </a:rPr>
              <a:t> </a:t>
            </a:r>
            <a:r>
              <a:rPr sz="1200" b="1" dirty="0">
                <a:latin typeface="Times New Roman"/>
                <a:cs typeface="Times New Roman"/>
              </a:rPr>
              <a:t>Name</a:t>
            </a:r>
            <a:r>
              <a:rPr sz="120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display</a:t>
            </a:r>
            <a:r>
              <a:rPr sz="1200" spc="-30" dirty="0">
                <a:latin typeface="Times New Roman"/>
                <a:cs typeface="Times New Roman"/>
              </a:rPr>
              <a:t> </a:t>
            </a:r>
            <a:r>
              <a:rPr sz="1200" dirty="0">
                <a:latin typeface="Times New Roman"/>
                <a:cs typeface="Times New Roman"/>
              </a:rPr>
              <a:t>name</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Customer</a:t>
            </a:r>
            <a:r>
              <a:rPr sz="1200" spc="-30" dirty="0">
                <a:latin typeface="Times New Roman"/>
                <a:cs typeface="Times New Roman"/>
              </a:rPr>
              <a:t> </a:t>
            </a:r>
            <a:r>
              <a:rPr sz="1200" dirty="0">
                <a:latin typeface="Times New Roman"/>
                <a:cs typeface="Times New Roman"/>
              </a:rPr>
              <a:t>within</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469265" marR="476250" indent="-228600">
              <a:lnSpc>
                <a:spcPct val="102800"/>
              </a:lnSpc>
              <a:spcBef>
                <a:spcPts val="20"/>
              </a:spcBef>
              <a:buFont typeface="Courier New"/>
              <a:buChar char="o"/>
              <a:tabLst>
                <a:tab pos="469265" algn="l"/>
              </a:tabLst>
            </a:pPr>
            <a:r>
              <a:rPr sz="1200" b="1" spc="-10" dirty="0">
                <a:latin typeface="Times New Roman"/>
                <a:cs typeface="Times New Roman"/>
              </a:rPr>
              <a:t>Email</a:t>
            </a:r>
            <a:r>
              <a:rPr sz="1200" b="1" spc="-65" dirty="0">
                <a:latin typeface="Times New Roman"/>
                <a:cs typeface="Times New Roman"/>
              </a:rPr>
              <a:t> </a:t>
            </a:r>
            <a:r>
              <a:rPr sz="1200" b="1" spc="-10" dirty="0">
                <a:latin typeface="Times New Roman"/>
                <a:cs typeface="Times New Roman"/>
              </a:rPr>
              <a:t>Address</a:t>
            </a:r>
            <a:r>
              <a:rPr sz="1200" spc="-10" dirty="0">
                <a:latin typeface="Times New Roman"/>
                <a:cs typeface="Times New Roman"/>
              </a:rPr>
              <a:t>:</a:t>
            </a:r>
            <a:r>
              <a:rPr sz="1200" spc="-25" dirty="0">
                <a:latin typeface="Times New Roman"/>
                <a:cs typeface="Times New Roman"/>
              </a:rPr>
              <a:t> </a:t>
            </a:r>
            <a:r>
              <a:rPr sz="1200" dirty="0">
                <a:latin typeface="Times New Roman"/>
                <a:cs typeface="Times New Roman"/>
              </a:rPr>
              <a:t>The</a:t>
            </a:r>
            <a:r>
              <a:rPr sz="1200" spc="-5" dirty="0">
                <a:latin typeface="Times New Roman"/>
                <a:cs typeface="Times New Roman"/>
              </a:rPr>
              <a:t> </a:t>
            </a:r>
            <a:r>
              <a:rPr sz="1200" spc="-10" dirty="0">
                <a:latin typeface="Times New Roman"/>
                <a:cs typeface="Times New Roman"/>
              </a:rPr>
              <a:t>Customer’s</a:t>
            </a:r>
            <a:r>
              <a:rPr sz="1200" spc="-15" dirty="0">
                <a:latin typeface="Times New Roman"/>
                <a:cs typeface="Times New Roman"/>
              </a:rPr>
              <a:t> </a:t>
            </a:r>
            <a:r>
              <a:rPr sz="1200" dirty="0">
                <a:latin typeface="Times New Roman"/>
                <a:cs typeface="Times New Roman"/>
              </a:rPr>
              <a:t>registered</a:t>
            </a:r>
            <a:r>
              <a:rPr sz="1200" spc="-5" dirty="0">
                <a:latin typeface="Times New Roman"/>
                <a:cs typeface="Times New Roman"/>
              </a:rPr>
              <a:t> </a:t>
            </a:r>
            <a:r>
              <a:rPr sz="1200" dirty="0">
                <a:latin typeface="Times New Roman"/>
                <a:cs typeface="Times New Roman"/>
              </a:rPr>
              <a:t>email</a:t>
            </a:r>
            <a:r>
              <a:rPr sz="1200" spc="-5" dirty="0">
                <a:latin typeface="Times New Roman"/>
                <a:cs typeface="Times New Roman"/>
              </a:rPr>
              <a:t> </a:t>
            </a:r>
            <a:r>
              <a:rPr sz="1200" dirty="0">
                <a:latin typeface="Times New Roman"/>
                <a:cs typeface="Times New Roman"/>
              </a:rPr>
              <a:t>address</a:t>
            </a:r>
            <a:r>
              <a:rPr sz="1200" spc="-15" dirty="0">
                <a:latin typeface="Times New Roman"/>
                <a:cs typeface="Times New Roman"/>
              </a:rPr>
              <a:t> </a:t>
            </a:r>
            <a:r>
              <a:rPr sz="1200" dirty="0">
                <a:latin typeface="Times New Roman"/>
                <a:cs typeface="Times New Roman"/>
              </a:rPr>
              <a:t>for</a:t>
            </a:r>
            <a:r>
              <a:rPr sz="1200" spc="-10" dirty="0">
                <a:latin typeface="Times New Roman"/>
                <a:cs typeface="Times New Roman"/>
              </a:rPr>
              <a:t> communication</a:t>
            </a:r>
            <a:r>
              <a:rPr sz="1200" spc="-5" dirty="0">
                <a:latin typeface="Times New Roman"/>
                <a:cs typeface="Times New Roman"/>
              </a:rPr>
              <a:t> </a:t>
            </a:r>
            <a:r>
              <a:rPr sz="1200" spc="-25" dirty="0">
                <a:latin typeface="Times New Roman"/>
                <a:cs typeface="Times New Roman"/>
              </a:rPr>
              <a:t>and </a:t>
            </a:r>
            <a:r>
              <a:rPr sz="1200" spc="-10" dirty="0">
                <a:latin typeface="Times New Roman"/>
                <a:cs typeface="Times New Roman"/>
              </a:rPr>
              <a:t>notifications.</a:t>
            </a:r>
            <a:endParaRPr sz="1200">
              <a:latin typeface="Times New Roman"/>
              <a:cs typeface="Times New Roman"/>
            </a:endParaRPr>
          </a:p>
          <a:p>
            <a:pPr marL="469900" indent="-228600">
              <a:lnSpc>
                <a:spcPct val="100000"/>
              </a:lnSpc>
              <a:spcBef>
                <a:spcPts val="60"/>
              </a:spcBef>
              <a:buFont typeface="Courier New"/>
              <a:buChar char="o"/>
              <a:tabLst>
                <a:tab pos="469900" algn="l"/>
              </a:tabLst>
            </a:pPr>
            <a:r>
              <a:rPr sz="1200" b="1" dirty="0">
                <a:latin typeface="Times New Roman"/>
                <a:cs typeface="Times New Roman"/>
              </a:rPr>
              <a:t>Contact</a:t>
            </a:r>
            <a:r>
              <a:rPr sz="1200" b="1" spc="-20" dirty="0">
                <a:latin typeface="Times New Roman"/>
                <a:cs typeface="Times New Roman"/>
              </a:rPr>
              <a:t> </a:t>
            </a:r>
            <a:r>
              <a:rPr sz="1200" b="1" dirty="0">
                <a:latin typeface="Times New Roman"/>
                <a:cs typeface="Times New Roman"/>
              </a:rPr>
              <a:t>Number</a:t>
            </a:r>
            <a:r>
              <a:rPr sz="1200" dirty="0">
                <a:latin typeface="Times New Roman"/>
                <a:cs typeface="Times New Roman"/>
              </a:rPr>
              <a:t>:</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Customer’s</a:t>
            </a:r>
            <a:r>
              <a:rPr sz="1200" spc="-25" dirty="0">
                <a:latin typeface="Times New Roman"/>
                <a:cs typeface="Times New Roman"/>
              </a:rPr>
              <a:t> </a:t>
            </a:r>
            <a:r>
              <a:rPr sz="1200" dirty="0">
                <a:latin typeface="Times New Roman"/>
                <a:cs typeface="Times New Roman"/>
              </a:rPr>
              <a:t>phone</a:t>
            </a:r>
            <a:r>
              <a:rPr sz="1200" spc="-35" dirty="0">
                <a:latin typeface="Times New Roman"/>
                <a:cs typeface="Times New Roman"/>
              </a:rPr>
              <a:t> </a:t>
            </a:r>
            <a:r>
              <a:rPr sz="1200" dirty="0">
                <a:latin typeface="Times New Roman"/>
                <a:cs typeface="Times New Roman"/>
              </a:rPr>
              <a:t>number</a:t>
            </a:r>
            <a:r>
              <a:rPr sz="1200" spc="-1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direct</a:t>
            </a:r>
            <a:r>
              <a:rPr sz="1200" spc="-35" dirty="0">
                <a:latin typeface="Times New Roman"/>
                <a:cs typeface="Times New Roman"/>
              </a:rPr>
              <a:t> </a:t>
            </a:r>
            <a:r>
              <a:rPr sz="1200" spc="-10" dirty="0">
                <a:latin typeface="Times New Roman"/>
                <a:cs typeface="Times New Roman"/>
              </a:rPr>
              <a:t>contact.</a:t>
            </a:r>
            <a:endParaRPr sz="1200">
              <a:latin typeface="Times New Roman"/>
              <a:cs typeface="Times New Roman"/>
            </a:endParaRPr>
          </a:p>
          <a:p>
            <a:pPr marL="469265" marR="425450" indent="-228600">
              <a:lnSpc>
                <a:spcPct val="102800"/>
              </a:lnSpc>
              <a:buFont typeface="Courier New"/>
              <a:buChar char="o"/>
              <a:tabLst>
                <a:tab pos="469265" algn="l"/>
              </a:tabLst>
            </a:pPr>
            <a:r>
              <a:rPr sz="1200" b="1" dirty="0">
                <a:latin typeface="Times New Roman"/>
                <a:cs typeface="Times New Roman"/>
              </a:rPr>
              <a:t>GST</a:t>
            </a:r>
            <a:r>
              <a:rPr sz="1200" b="1" spc="-50" dirty="0">
                <a:latin typeface="Times New Roman"/>
                <a:cs typeface="Times New Roman"/>
              </a:rPr>
              <a:t> </a:t>
            </a:r>
            <a:r>
              <a:rPr sz="1200" b="1" dirty="0">
                <a:latin typeface="Times New Roman"/>
                <a:cs typeface="Times New Roman"/>
              </a:rPr>
              <a:t>Number</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dirty="0">
                <a:latin typeface="Times New Roman"/>
                <a:cs typeface="Times New Roman"/>
              </a:rPr>
              <a:t>GST</a:t>
            </a:r>
            <a:r>
              <a:rPr sz="1200" b="1" spc="-45" dirty="0">
                <a:latin typeface="Times New Roman"/>
                <a:cs typeface="Times New Roman"/>
              </a:rPr>
              <a:t> </a:t>
            </a:r>
            <a:r>
              <a:rPr sz="1200" b="1" dirty="0">
                <a:latin typeface="Times New Roman"/>
                <a:cs typeface="Times New Roman"/>
              </a:rPr>
              <a:t>number</a:t>
            </a:r>
            <a:r>
              <a:rPr sz="1200" b="1" spc="-20" dirty="0">
                <a:latin typeface="Times New Roman"/>
                <a:cs typeface="Times New Roman"/>
              </a:rPr>
              <a:t> </a:t>
            </a:r>
            <a:r>
              <a:rPr sz="1200" dirty="0">
                <a:latin typeface="Times New Roman"/>
                <a:cs typeface="Times New Roman"/>
              </a:rPr>
              <a:t>provided</a:t>
            </a:r>
            <a:r>
              <a:rPr sz="1200" spc="-2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during</a:t>
            </a:r>
            <a:r>
              <a:rPr sz="1200" spc="-25" dirty="0">
                <a:latin typeface="Times New Roman"/>
                <a:cs typeface="Times New Roman"/>
              </a:rPr>
              <a:t> </a:t>
            </a:r>
            <a:r>
              <a:rPr sz="1200" dirty="0">
                <a:latin typeface="Times New Roman"/>
                <a:cs typeface="Times New Roman"/>
              </a:rPr>
              <a:t>account</a:t>
            </a:r>
            <a:r>
              <a:rPr sz="1200" spc="-20" dirty="0">
                <a:latin typeface="Times New Roman"/>
                <a:cs typeface="Times New Roman"/>
              </a:rPr>
              <a:t> </a:t>
            </a:r>
            <a:r>
              <a:rPr sz="1200" dirty="0">
                <a:latin typeface="Times New Roman"/>
                <a:cs typeface="Times New Roman"/>
              </a:rPr>
              <a:t>creation</a:t>
            </a:r>
            <a:r>
              <a:rPr sz="1200" spc="-25" dirty="0">
                <a:latin typeface="Times New Roman"/>
                <a:cs typeface="Times New Roman"/>
              </a:rPr>
              <a:t> or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creation.</a:t>
            </a:r>
            <a:r>
              <a:rPr sz="1200" spc="-4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displayed</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spc="-10" dirty="0">
                <a:latin typeface="Times New Roman"/>
                <a:cs typeface="Times New Roman"/>
              </a:rPr>
              <a:t>reference</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a:p>
            <a:pPr marL="469900" indent="-228600">
              <a:lnSpc>
                <a:spcPct val="100000"/>
              </a:lnSpc>
              <a:spcBef>
                <a:spcPts val="60"/>
              </a:spcBef>
              <a:buFont typeface="Courier New"/>
              <a:buChar char="o"/>
              <a:tabLst>
                <a:tab pos="469900" algn="l"/>
              </a:tabLst>
            </a:pPr>
            <a:r>
              <a:rPr sz="1200" b="1" spc="-10" dirty="0">
                <a:latin typeface="Times New Roman"/>
                <a:cs typeface="Times New Roman"/>
              </a:rPr>
              <a:t>Registered</a:t>
            </a:r>
            <a:r>
              <a:rPr sz="1200" b="1" spc="-70" dirty="0">
                <a:latin typeface="Times New Roman"/>
                <a:cs typeface="Times New Roman"/>
              </a:rPr>
              <a:t> </a:t>
            </a:r>
            <a:r>
              <a:rPr sz="1200" b="1" spc="-10" dirty="0">
                <a:latin typeface="Times New Roman"/>
                <a:cs typeface="Times New Roman"/>
              </a:rPr>
              <a:t>Address</a:t>
            </a:r>
            <a:r>
              <a:rPr sz="1200" spc="-10" dirty="0">
                <a:latin typeface="Times New Roman"/>
                <a:cs typeface="Times New Roman"/>
              </a:rPr>
              <a:t>:</a:t>
            </a:r>
            <a:r>
              <a:rPr sz="1200" spc="-5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user's</a:t>
            </a:r>
            <a:r>
              <a:rPr sz="1200" spc="-25" dirty="0">
                <a:latin typeface="Times New Roman"/>
                <a:cs typeface="Times New Roman"/>
              </a:rPr>
              <a:t> </a:t>
            </a:r>
            <a:r>
              <a:rPr sz="1200" dirty="0">
                <a:latin typeface="Times New Roman"/>
                <a:cs typeface="Times New Roman"/>
              </a:rPr>
              <a:t>official</a:t>
            </a:r>
            <a:r>
              <a:rPr sz="1200" spc="-15" dirty="0">
                <a:latin typeface="Times New Roman"/>
                <a:cs typeface="Times New Roman"/>
              </a:rPr>
              <a:t> </a:t>
            </a:r>
            <a:r>
              <a:rPr sz="1200" dirty="0">
                <a:latin typeface="Times New Roman"/>
                <a:cs typeface="Times New Roman"/>
              </a:rPr>
              <a:t>address</a:t>
            </a:r>
            <a:r>
              <a:rPr sz="1200" spc="-25" dirty="0">
                <a:latin typeface="Times New Roman"/>
                <a:cs typeface="Times New Roman"/>
              </a:rPr>
              <a:t> </a:t>
            </a:r>
            <a:r>
              <a:rPr sz="1200" dirty="0">
                <a:latin typeface="Times New Roman"/>
                <a:cs typeface="Times New Roman"/>
              </a:rPr>
              <a:t>associated</a:t>
            </a:r>
            <a:r>
              <a:rPr sz="1200" spc="-20"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account.</a:t>
            </a:r>
            <a:endParaRPr sz="1200">
              <a:latin typeface="Times New Roman"/>
              <a:cs typeface="Times New Roman"/>
            </a:endParaRPr>
          </a:p>
          <a:p>
            <a:pPr marL="469900" indent="-228600">
              <a:lnSpc>
                <a:spcPct val="100000"/>
              </a:lnSpc>
              <a:spcBef>
                <a:spcPts val="40"/>
              </a:spcBef>
              <a:buFont typeface="Courier New"/>
              <a:buChar char="o"/>
              <a:tabLst>
                <a:tab pos="469900" algn="l"/>
              </a:tabLst>
            </a:pPr>
            <a:r>
              <a:rPr sz="1200" b="1" dirty="0">
                <a:latin typeface="Times New Roman"/>
                <a:cs typeface="Times New Roman"/>
              </a:rPr>
              <a:t>City</a:t>
            </a:r>
            <a:r>
              <a:rPr sz="1200" dirty="0">
                <a:latin typeface="Times New Roman"/>
                <a:cs typeface="Times New Roman"/>
              </a:rPr>
              <a:t>:</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city</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registered</a:t>
            </a:r>
            <a:r>
              <a:rPr sz="1200" spc="-40"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p:txBody>
      </p:sp>
      <p:grpSp>
        <p:nvGrpSpPr>
          <p:cNvPr id="9" name="object 9"/>
          <p:cNvGrpSpPr/>
          <p:nvPr/>
        </p:nvGrpSpPr>
        <p:grpSpPr>
          <a:xfrm>
            <a:off x="304800" y="304800"/>
            <a:ext cx="7165340" cy="9451340"/>
            <a:chOff x="304800" y="304800"/>
            <a:chExt cx="7165340" cy="9451340"/>
          </a:xfrm>
        </p:grpSpPr>
        <p:sp>
          <p:nvSpPr>
            <p:cNvPr id="10" name="object 10"/>
            <p:cNvSpPr/>
            <p:nvPr/>
          </p:nvSpPr>
          <p:spPr>
            <a:xfrm>
              <a:off x="330200" y="1278382"/>
              <a:ext cx="7086600" cy="0"/>
            </a:xfrm>
            <a:custGeom>
              <a:avLst/>
              <a:gdLst/>
              <a:ahLst/>
              <a:cxnLst/>
              <a:rect l="l" t="t" r="r" b="b"/>
              <a:pathLst>
                <a:path w="7086600">
                  <a:moveTo>
                    <a:pt x="0" y="0"/>
                  </a:moveTo>
                  <a:lnTo>
                    <a:pt x="7086600" y="0"/>
                  </a:lnTo>
                </a:path>
              </a:pathLst>
            </a:custGeom>
            <a:ln w="6350">
              <a:solidFill>
                <a:srgbClr val="000000"/>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304800" y="304800"/>
              <a:ext cx="7165084" cy="9451022"/>
            </a:xfrm>
            <a:prstGeom prst="rect">
              <a:avLst/>
            </a:prstGeom>
          </p:spPr>
        </p:pic>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122</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96937" y="2978975"/>
            <a:ext cx="5981065" cy="5972175"/>
            <a:chOff x="896937" y="2978975"/>
            <a:chExt cx="5981065" cy="5972175"/>
          </a:xfrm>
        </p:grpSpPr>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4" name="object 4"/>
            <p:cNvPicPr/>
            <p:nvPr/>
          </p:nvPicPr>
          <p:blipFill>
            <a:blip r:embed="rId2" cstate="print"/>
            <a:stretch>
              <a:fillRect/>
            </a:stretch>
          </p:blipFill>
          <p:spPr>
            <a:xfrm>
              <a:off x="2840989" y="2982214"/>
              <a:ext cx="1958339" cy="1287779"/>
            </a:xfrm>
            <a:prstGeom prst="rect">
              <a:avLst/>
            </a:prstGeom>
          </p:spPr>
        </p:pic>
        <p:sp>
          <p:nvSpPr>
            <p:cNvPr id="5" name="object 5"/>
            <p:cNvSpPr/>
            <p:nvPr/>
          </p:nvSpPr>
          <p:spPr>
            <a:xfrm>
              <a:off x="2839339" y="2980563"/>
              <a:ext cx="1961514" cy="1290955"/>
            </a:xfrm>
            <a:custGeom>
              <a:avLst/>
              <a:gdLst/>
              <a:ahLst/>
              <a:cxnLst/>
              <a:rect l="l" t="t" r="r" b="b"/>
              <a:pathLst>
                <a:path w="1961514" h="1290954">
                  <a:moveTo>
                    <a:pt x="0" y="1290955"/>
                  </a:moveTo>
                  <a:lnTo>
                    <a:pt x="1961514" y="1290955"/>
                  </a:lnTo>
                  <a:lnTo>
                    <a:pt x="1961514" y="0"/>
                  </a:lnTo>
                  <a:lnTo>
                    <a:pt x="0" y="0"/>
                  </a:lnTo>
                  <a:lnTo>
                    <a:pt x="0" y="1290955"/>
                  </a:lnTo>
                  <a:close/>
                </a:path>
              </a:pathLst>
            </a:custGeom>
            <a:ln w="3175">
              <a:solidFill>
                <a:srgbClr val="000000"/>
              </a:solidFill>
            </a:ln>
          </p:spPr>
          <p:txBody>
            <a:bodyPr wrap="square" lIns="0" tIns="0" rIns="0" bIns="0" rtlCol="0"/>
            <a:lstStyle/>
            <a:p>
              <a:endParaRPr/>
            </a:p>
          </p:txBody>
        </p:sp>
      </p:grpSp>
      <p:sp>
        <p:nvSpPr>
          <p:cNvPr id="6" name="object 6"/>
          <p:cNvSpPr txBox="1"/>
          <p:nvPr/>
        </p:nvSpPr>
        <p:spPr>
          <a:xfrm>
            <a:off x="902017" y="434340"/>
            <a:ext cx="5969635" cy="2441575"/>
          </a:xfrm>
          <a:prstGeom prst="rect">
            <a:avLst/>
          </a:prstGeom>
        </p:spPr>
        <p:txBody>
          <a:bodyPr vert="horz" wrap="square" lIns="0" tIns="12700" rIns="0" bIns="0" rtlCol="0">
            <a:spAutoFit/>
          </a:bodyPr>
          <a:lstStyle/>
          <a:p>
            <a:pPr marL="365379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a:p>
            <a:pPr>
              <a:lnSpc>
                <a:spcPct val="100000"/>
              </a:lnSpc>
              <a:spcBef>
                <a:spcPts val="780"/>
              </a:spcBef>
            </a:pPr>
            <a:endParaRPr sz="1200">
              <a:latin typeface="Times New Roman"/>
              <a:cs typeface="Times New Roman"/>
            </a:endParaRPr>
          </a:p>
          <a:p>
            <a:pPr marL="469900" indent="-228600">
              <a:lnSpc>
                <a:spcPct val="100000"/>
              </a:lnSpc>
              <a:buFont typeface="Courier New"/>
              <a:buChar char="o"/>
              <a:tabLst>
                <a:tab pos="469900" algn="l"/>
              </a:tabLst>
            </a:pPr>
            <a:r>
              <a:rPr sz="1200" b="1" dirty="0">
                <a:latin typeface="Times New Roman"/>
                <a:cs typeface="Times New Roman"/>
              </a:rPr>
              <a:t>Pin</a:t>
            </a:r>
            <a:r>
              <a:rPr sz="1200" b="1" spc="-40" dirty="0">
                <a:latin typeface="Times New Roman"/>
                <a:cs typeface="Times New Roman"/>
              </a:rPr>
              <a:t> </a:t>
            </a:r>
            <a:r>
              <a:rPr sz="1200" b="1" dirty="0">
                <a:latin typeface="Times New Roman"/>
                <a:cs typeface="Times New Roman"/>
              </a:rPr>
              <a:t>Code</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postal</a:t>
            </a:r>
            <a:r>
              <a:rPr sz="1200" spc="-20"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associated</a:t>
            </a:r>
            <a:r>
              <a:rPr sz="1200" spc="-30" dirty="0">
                <a:latin typeface="Times New Roman"/>
                <a:cs typeface="Times New Roman"/>
              </a:rPr>
              <a:t> </a:t>
            </a:r>
            <a:r>
              <a:rPr sz="1200" dirty="0">
                <a:latin typeface="Times New Roman"/>
                <a:cs typeface="Times New Roman"/>
              </a:rPr>
              <a:t>with</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469900" indent="-228600">
              <a:lnSpc>
                <a:spcPct val="100000"/>
              </a:lnSpc>
              <a:spcBef>
                <a:spcPts val="40"/>
              </a:spcBef>
              <a:buFont typeface="Courier New"/>
              <a:buChar char="o"/>
              <a:tabLst>
                <a:tab pos="469900" algn="l"/>
              </a:tabLst>
            </a:pPr>
            <a:r>
              <a:rPr sz="1200" b="1" dirty="0">
                <a:latin typeface="Times New Roman"/>
                <a:cs typeface="Times New Roman"/>
              </a:rPr>
              <a:t>State</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state</a:t>
            </a:r>
            <a:r>
              <a:rPr sz="1200" spc="-2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registered</a:t>
            </a:r>
            <a:r>
              <a:rPr sz="1200" spc="-45" dirty="0">
                <a:latin typeface="Times New Roman"/>
                <a:cs typeface="Times New Roman"/>
              </a:rPr>
              <a:t> </a:t>
            </a:r>
            <a:r>
              <a:rPr sz="1200" spc="-10" dirty="0">
                <a:latin typeface="Times New Roman"/>
                <a:cs typeface="Times New Roman"/>
              </a:rPr>
              <a:t>address.</a:t>
            </a:r>
            <a:endParaRPr sz="1200">
              <a:latin typeface="Times New Roman"/>
              <a:cs typeface="Times New Roman"/>
            </a:endParaRPr>
          </a:p>
          <a:p>
            <a:pPr marL="469900" indent="-228600">
              <a:lnSpc>
                <a:spcPct val="100000"/>
              </a:lnSpc>
              <a:spcBef>
                <a:spcPts val="60"/>
              </a:spcBef>
              <a:buFont typeface="Courier New"/>
              <a:buChar char="o"/>
              <a:tabLst>
                <a:tab pos="469900" algn="l"/>
              </a:tabLst>
            </a:pPr>
            <a:r>
              <a:rPr sz="1200" b="1" dirty="0">
                <a:latin typeface="Times New Roman"/>
                <a:cs typeface="Times New Roman"/>
              </a:rPr>
              <a:t>Country</a:t>
            </a:r>
            <a:r>
              <a:rPr sz="1200" dirty="0">
                <a:latin typeface="Times New Roman"/>
                <a:cs typeface="Times New Roman"/>
              </a:rPr>
              <a: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country</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spc="-10" dirty="0">
                <a:latin typeface="Times New Roman"/>
                <a:cs typeface="Times New Roman"/>
              </a:rPr>
              <a:t>based.</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484"/>
              </a:spcBef>
            </a:pPr>
            <a:endParaRPr sz="1200">
              <a:latin typeface="Times New Roman"/>
              <a:cs typeface="Times New Roman"/>
            </a:endParaRPr>
          </a:p>
          <a:p>
            <a:pPr marL="527685" indent="-228600">
              <a:lnSpc>
                <a:spcPct val="100000"/>
              </a:lnSpc>
              <a:buFont typeface="Symbol"/>
              <a:buChar char=""/>
              <a:tabLst>
                <a:tab pos="527685" algn="l"/>
              </a:tabLst>
            </a:pPr>
            <a:r>
              <a:rPr sz="1400" b="1" dirty="0">
                <a:latin typeface="Times New Roman"/>
                <a:cs typeface="Times New Roman"/>
              </a:rPr>
              <a:t>Password</a:t>
            </a:r>
            <a:r>
              <a:rPr sz="1400" b="1" spc="-25" dirty="0">
                <a:latin typeface="Times New Roman"/>
                <a:cs typeface="Times New Roman"/>
              </a:rPr>
              <a:t> </a:t>
            </a:r>
            <a:r>
              <a:rPr sz="1400" b="1" dirty="0">
                <a:latin typeface="Times New Roman"/>
                <a:cs typeface="Times New Roman"/>
              </a:rPr>
              <a:t>Change</a:t>
            </a:r>
            <a:r>
              <a:rPr sz="1400" b="1" spc="-35" dirty="0">
                <a:latin typeface="Times New Roman"/>
                <a:cs typeface="Times New Roman"/>
              </a:rPr>
              <a:t> </a:t>
            </a:r>
            <a:r>
              <a:rPr sz="1400" b="1" spc="-10" dirty="0">
                <a:latin typeface="Times New Roman"/>
                <a:cs typeface="Times New Roman"/>
              </a:rPr>
              <a:t>Request</a:t>
            </a:r>
            <a:r>
              <a:rPr sz="1400" spc="-10" dirty="0">
                <a:latin typeface="Times New Roman"/>
                <a:cs typeface="Times New Roman"/>
              </a:rPr>
              <a:t>:</a:t>
            </a:r>
            <a:endParaRPr sz="1400">
              <a:latin typeface="Times New Roman"/>
              <a:cs typeface="Times New Roman"/>
            </a:endParaRPr>
          </a:p>
          <a:p>
            <a:pPr marL="12700">
              <a:lnSpc>
                <a:spcPct val="100000"/>
              </a:lnSpc>
              <a:spcBef>
                <a:spcPts val="860"/>
              </a:spcBef>
            </a:pPr>
            <a:r>
              <a:rPr sz="1200" dirty="0">
                <a:latin typeface="Times New Roman"/>
                <a:cs typeface="Times New Roman"/>
              </a:rPr>
              <a:t>Includes</a:t>
            </a:r>
            <a:r>
              <a:rPr sz="1200" spc="-3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link</a:t>
            </a:r>
            <a:r>
              <a:rPr sz="1200" spc="-2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users</a:t>
            </a:r>
            <a:r>
              <a:rPr sz="1200" spc="-3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change</a:t>
            </a:r>
            <a:r>
              <a:rPr sz="1200" spc="-1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spc="-10" dirty="0">
                <a:latin typeface="Times New Roman"/>
                <a:cs typeface="Times New Roman"/>
              </a:rPr>
              <a:t>password,</a:t>
            </a:r>
            <a:r>
              <a:rPr sz="1200" spc="-20" dirty="0">
                <a:latin typeface="Times New Roman"/>
                <a:cs typeface="Times New Roman"/>
              </a:rPr>
              <a:t> </a:t>
            </a:r>
            <a:r>
              <a:rPr sz="1200" dirty="0">
                <a:latin typeface="Times New Roman"/>
                <a:cs typeface="Times New Roman"/>
              </a:rPr>
              <a:t>enhancing</a:t>
            </a:r>
            <a:r>
              <a:rPr sz="1200" spc="-20" dirty="0">
                <a:latin typeface="Times New Roman"/>
                <a:cs typeface="Times New Roman"/>
              </a:rPr>
              <a:t> </a:t>
            </a:r>
            <a:r>
              <a:rPr sz="1200" dirty="0">
                <a:latin typeface="Times New Roman"/>
                <a:cs typeface="Times New Roman"/>
              </a:rPr>
              <a:t>account</a:t>
            </a:r>
            <a:r>
              <a:rPr sz="1200" spc="20" dirty="0">
                <a:latin typeface="Times New Roman"/>
                <a:cs typeface="Times New Roman"/>
              </a:rPr>
              <a:t> </a:t>
            </a:r>
            <a:r>
              <a:rPr sz="1200" spc="-10" dirty="0">
                <a:latin typeface="Times New Roman"/>
                <a:cs typeface="Times New Roman"/>
              </a:rPr>
              <a:t>security.</a:t>
            </a:r>
            <a:endParaRPr sz="1200">
              <a:latin typeface="Times New Roman"/>
              <a:cs typeface="Times New Roman"/>
            </a:endParaRPr>
          </a:p>
          <a:p>
            <a:pPr marL="12700" marR="163195">
              <a:lnSpc>
                <a:spcPct val="104200"/>
              </a:lnSpc>
              <a:spcBef>
                <a:spcPts val="780"/>
              </a:spcBef>
            </a:pPr>
            <a:r>
              <a:rPr sz="1200" dirty="0">
                <a:latin typeface="Times New Roman"/>
                <a:cs typeface="Times New Roman"/>
              </a:rPr>
              <a:t>Clicking</a:t>
            </a:r>
            <a:r>
              <a:rPr sz="1200" spc="-25" dirty="0">
                <a:latin typeface="Times New Roman"/>
                <a:cs typeface="Times New Roman"/>
              </a:rPr>
              <a:t> </a:t>
            </a:r>
            <a:r>
              <a:rPr sz="1200" dirty="0">
                <a:latin typeface="Times New Roman"/>
                <a:cs typeface="Times New Roman"/>
              </a:rPr>
              <a:t>on</a:t>
            </a:r>
            <a:r>
              <a:rPr sz="1200" spc="-50" dirty="0">
                <a:latin typeface="Times New Roman"/>
                <a:cs typeface="Times New Roman"/>
              </a:rPr>
              <a:t> </a:t>
            </a: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link</a:t>
            </a:r>
            <a:r>
              <a:rPr sz="1200" spc="-20" dirty="0">
                <a:latin typeface="Times New Roman"/>
                <a:cs typeface="Times New Roman"/>
              </a:rPr>
              <a:t> </a:t>
            </a:r>
            <a:r>
              <a:rPr sz="1200" dirty="0">
                <a:latin typeface="Times New Roman"/>
                <a:cs typeface="Times New Roman"/>
              </a:rPr>
              <a:t>redirects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password</a:t>
            </a:r>
            <a:r>
              <a:rPr sz="1200" spc="-20" dirty="0">
                <a:latin typeface="Times New Roman"/>
                <a:cs typeface="Times New Roman"/>
              </a:rPr>
              <a:t> </a:t>
            </a:r>
            <a:r>
              <a:rPr sz="1200" dirty="0">
                <a:latin typeface="Times New Roman"/>
                <a:cs typeface="Times New Roman"/>
              </a:rPr>
              <a:t>change</a:t>
            </a:r>
            <a:r>
              <a:rPr sz="1200" spc="-20" dirty="0">
                <a:latin typeface="Times New Roman"/>
                <a:cs typeface="Times New Roman"/>
              </a:rPr>
              <a:t> </a:t>
            </a:r>
            <a:r>
              <a:rPr sz="1200" dirty="0">
                <a:latin typeface="Times New Roman"/>
                <a:cs typeface="Times New Roman"/>
              </a:rPr>
              <a:t>interface,</a:t>
            </a:r>
            <a:r>
              <a:rPr sz="1200" spc="-25" dirty="0">
                <a:latin typeface="Times New Roman"/>
                <a:cs typeface="Times New Roman"/>
              </a:rPr>
              <a:t> </a:t>
            </a:r>
            <a:r>
              <a:rPr sz="1200" dirty="0">
                <a:latin typeface="Times New Roman"/>
                <a:cs typeface="Times New Roman"/>
              </a:rPr>
              <a:t>where</a:t>
            </a:r>
            <a:r>
              <a:rPr sz="1200" spc="-2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can</a:t>
            </a:r>
            <a:r>
              <a:rPr sz="1200" spc="-25" dirty="0">
                <a:latin typeface="Times New Roman"/>
                <a:cs typeface="Times New Roman"/>
              </a:rPr>
              <a:t> </a:t>
            </a:r>
            <a:r>
              <a:rPr sz="1200" spc="-10" dirty="0">
                <a:latin typeface="Times New Roman"/>
                <a:cs typeface="Times New Roman"/>
              </a:rPr>
              <a:t>securely </a:t>
            </a:r>
            <a:r>
              <a:rPr sz="1200" dirty="0">
                <a:latin typeface="Times New Roman"/>
                <a:cs typeface="Times New Roman"/>
              </a:rPr>
              <a:t>update</a:t>
            </a:r>
            <a:r>
              <a:rPr sz="1200" spc="-25" dirty="0">
                <a:latin typeface="Times New Roman"/>
                <a:cs typeface="Times New Roman"/>
              </a:rPr>
              <a:t> </a:t>
            </a:r>
            <a:r>
              <a:rPr sz="1200" dirty="0">
                <a:latin typeface="Times New Roman"/>
                <a:cs typeface="Times New Roman"/>
              </a:rPr>
              <a:t>their</a:t>
            </a:r>
            <a:r>
              <a:rPr sz="1200" spc="-30" dirty="0">
                <a:latin typeface="Times New Roman"/>
                <a:cs typeface="Times New Roman"/>
              </a:rPr>
              <a:t> </a:t>
            </a:r>
            <a:r>
              <a:rPr sz="1200" dirty="0">
                <a:latin typeface="Times New Roman"/>
                <a:cs typeface="Times New Roman"/>
              </a:rPr>
              <a:t>login</a:t>
            </a:r>
            <a:r>
              <a:rPr sz="1200" spc="-30" dirty="0">
                <a:latin typeface="Times New Roman"/>
                <a:cs typeface="Times New Roman"/>
              </a:rPr>
              <a:t> </a:t>
            </a:r>
            <a:r>
              <a:rPr sz="1200" spc="-10" dirty="0">
                <a:latin typeface="Times New Roman"/>
                <a:cs typeface="Times New Roman"/>
              </a:rPr>
              <a:t>credentials.</a:t>
            </a:r>
            <a:endParaRPr sz="1200">
              <a:latin typeface="Times New Roman"/>
              <a:cs typeface="Times New Roman"/>
            </a:endParaRPr>
          </a:p>
        </p:txBody>
      </p:sp>
      <p:sp>
        <p:nvSpPr>
          <p:cNvPr id="7" name="object 7"/>
          <p:cNvSpPr txBox="1"/>
          <p:nvPr/>
        </p:nvSpPr>
        <p:spPr>
          <a:xfrm>
            <a:off x="902017" y="4410328"/>
            <a:ext cx="5875020" cy="3046730"/>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The</a:t>
            </a:r>
            <a:r>
              <a:rPr sz="1200" spc="-20" dirty="0">
                <a:latin typeface="Times New Roman"/>
                <a:cs typeface="Times New Roman"/>
              </a:rPr>
              <a:t> </a:t>
            </a:r>
            <a:r>
              <a:rPr sz="1200" b="1" spc="-10" dirty="0">
                <a:latin typeface="Times New Roman"/>
                <a:cs typeface="Times New Roman"/>
              </a:rPr>
              <a:t>company’s</a:t>
            </a:r>
            <a:r>
              <a:rPr sz="1200" b="1" spc="-30" dirty="0">
                <a:latin typeface="Times New Roman"/>
                <a:cs typeface="Times New Roman"/>
              </a:rPr>
              <a:t> </a:t>
            </a:r>
            <a:r>
              <a:rPr sz="1200" b="1" dirty="0">
                <a:latin typeface="Times New Roman"/>
                <a:cs typeface="Times New Roman"/>
              </a:rPr>
              <a:t>admin</a:t>
            </a:r>
            <a:r>
              <a:rPr sz="1200" b="1" spc="-35" dirty="0">
                <a:latin typeface="Times New Roman"/>
                <a:cs typeface="Times New Roman"/>
              </a:rPr>
              <a:t> </a:t>
            </a:r>
            <a:r>
              <a:rPr sz="1200" b="1" dirty="0">
                <a:latin typeface="Times New Roman"/>
                <a:cs typeface="Times New Roman"/>
              </a:rPr>
              <a:t>or</a:t>
            </a:r>
            <a:r>
              <a:rPr sz="1200" b="1" spc="-35" dirty="0">
                <a:latin typeface="Times New Roman"/>
                <a:cs typeface="Times New Roman"/>
              </a:rPr>
              <a:t> </a:t>
            </a:r>
            <a:r>
              <a:rPr sz="1200" b="1" dirty="0">
                <a:latin typeface="Times New Roman"/>
                <a:cs typeface="Times New Roman"/>
              </a:rPr>
              <a:t>User</a:t>
            </a:r>
            <a:r>
              <a:rPr sz="1200" b="1" spc="-25" dirty="0">
                <a:latin typeface="Times New Roman"/>
                <a:cs typeface="Times New Roman"/>
              </a:rPr>
              <a:t> </a:t>
            </a:r>
            <a:r>
              <a:rPr sz="1200" dirty="0">
                <a:latin typeface="Times New Roman"/>
                <a:cs typeface="Times New Roman"/>
              </a:rPr>
              <a:t>reviews</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submitted</a:t>
            </a:r>
            <a:r>
              <a:rPr sz="1200" spc="-20" dirty="0">
                <a:latin typeface="Times New Roman"/>
                <a:cs typeface="Times New Roman"/>
              </a:rPr>
              <a:t> OTP.</a:t>
            </a:r>
            <a:endParaRPr sz="1200">
              <a:latin typeface="Times New Roman"/>
              <a:cs typeface="Times New Roman"/>
            </a:endParaRPr>
          </a:p>
          <a:p>
            <a:pPr marL="12700">
              <a:lnSpc>
                <a:spcPct val="100000"/>
              </a:lnSpc>
              <a:spcBef>
                <a:spcPts val="860"/>
              </a:spcBef>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matches,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support</a:t>
            </a:r>
            <a:r>
              <a:rPr sz="1200" spc="-20" dirty="0">
                <a:latin typeface="Times New Roman"/>
                <a:cs typeface="Times New Roman"/>
              </a:rPr>
              <a:t> </a:t>
            </a:r>
            <a:r>
              <a:rPr sz="1200" dirty="0">
                <a:latin typeface="Times New Roman"/>
                <a:cs typeface="Times New Roman"/>
              </a:rPr>
              <a:t>team</a:t>
            </a:r>
            <a:r>
              <a:rPr sz="1200" spc="-20" dirty="0">
                <a:latin typeface="Times New Roman"/>
                <a:cs typeface="Times New Roman"/>
              </a:rPr>
              <a:t> </a:t>
            </a:r>
            <a:r>
              <a:rPr sz="1200" dirty="0">
                <a:latin typeface="Times New Roman"/>
                <a:cs typeface="Times New Roman"/>
              </a:rPr>
              <a:t>proceeds</a:t>
            </a:r>
            <a:r>
              <a:rPr sz="1200" spc="-30" dirty="0">
                <a:latin typeface="Times New Roman"/>
                <a:cs typeface="Times New Roman"/>
              </a:rPr>
              <a:t> </a:t>
            </a:r>
            <a:r>
              <a:rPr sz="1200" dirty="0">
                <a:latin typeface="Times New Roman"/>
                <a:cs typeface="Times New Roman"/>
              </a:rPr>
              <a:t>to </a:t>
            </a:r>
            <a:r>
              <a:rPr sz="1200" b="1" dirty="0">
                <a:latin typeface="Times New Roman"/>
                <a:cs typeface="Times New Roman"/>
              </a:rPr>
              <a:t>set</a:t>
            </a:r>
            <a:r>
              <a:rPr sz="1200" b="1" spc="-25" dirty="0">
                <a:latin typeface="Times New Roman"/>
                <a:cs typeface="Times New Roman"/>
              </a:rPr>
              <a:t> </a:t>
            </a:r>
            <a:r>
              <a:rPr sz="1200" b="1" dirty="0">
                <a:latin typeface="Times New Roman"/>
                <a:cs typeface="Times New Roman"/>
              </a:rPr>
              <a:t>a</a:t>
            </a:r>
            <a:r>
              <a:rPr sz="1200" b="1" spc="-25" dirty="0">
                <a:latin typeface="Times New Roman"/>
                <a:cs typeface="Times New Roman"/>
              </a:rPr>
              <a:t> </a:t>
            </a:r>
            <a:r>
              <a:rPr sz="1200" b="1" dirty="0">
                <a:latin typeface="Times New Roman"/>
                <a:cs typeface="Times New Roman"/>
              </a:rPr>
              <a:t>new</a:t>
            </a:r>
            <a:r>
              <a:rPr sz="1200" b="1" spc="-30" dirty="0">
                <a:latin typeface="Times New Roman"/>
                <a:cs typeface="Times New Roman"/>
              </a:rPr>
              <a:t> </a:t>
            </a:r>
            <a:r>
              <a:rPr sz="1200" b="1" dirty="0">
                <a:latin typeface="Times New Roman"/>
                <a:cs typeface="Times New Roman"/>
              </a:rPr>
              <a:t>password</a:t>
            </a:r>
            <a:r>
              <a:rPr sz="1200" b="1"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customer.</a:t>
            </a:r>
            <a:endParaRPr sz="1200">
              <a:latin typeface="Times New Roman"/>
              <a:cs typeface="Times New Roman"/>
            </a:endParaRPr>
          </a:p>
          <a:p>
            <a:pPr marL="12700" marR="574675">
              <a:lnSpc>
                <a:spcPct val="104200"/>
              </a:lnSpc>
              <a:spcBef>
                <a:spcPts val="780"/>
              </a:spcBef>
            </a:pPr>
            <a:r>
              <a:rPr sz="1200" dirty="0">
                <a:latin typeface="Times New Roman"/>
                <a:cs typeface="Times New Roman"/>
              </a:rPr>
              <a:t>If</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OTP</a:t>
            </a:r>
            <a:r>
              <a:rPr sz="1200" spc="-7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incorrect,</a:t>
            </a:r>
            <a:r>
              <a:rPr sz="1200" spc="-4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system</a:t>
            </a:r>
            <a:r>
              <a:rPr sz="1200" spc="-20" dirty="0">
                <a:latin typeface="Times New Roman"/>
                <a:cs typeface="Times New Roman"/>
              </a:rPr>
              <a:t> </a:t>
            </a:r>
            <a:r>
              <a:rPr sz="1200" dirty="0">
                <a:latin typeface="Times New Roman"/>
                <a:cs typeface="Times New Roman"/>
              </a:rPr>
              <a:t>notifies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spc="-10" dirty="0">
                <a:latin typeface="Times New Roman"/>
                <a:cs typeface="Times New Roman"/>
              </a:rPr>
              <a:t>retry,</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process</a:t>
            </a:r>
            <a:r>
              <a:rPr sz="1200" spc="-35" dirty="0">
                <a:latin typeface="Times New Roman"/>
                <a:cs typeface="Times New Roman"/>
              </a:rPr>
              <a:t> </a:t>
            </a:r>
            <a:r>
              <a:rPr sz="1200" dirty="0">
                <a:latin typeface="Times New Roman"/>
                <a:cs typeface="Times New Roman"/>
              </a:rPr>
              <a:t>may</a:t>
            </a:r>
            <a:r>
              <a:rPr sz="1200" spc="-45" dirty="0">
                <a:latin typeface="Times New Roman"/>
                <a:cs typeface="Times New Roman"/>
              </a:rPr>
              <a:t> </a:t>
            </a:r>
            <a:r>
              <a:rPr sz="1200" spc="-25" dirty="0">
                <a:latin typeface="Times New Roman"/>
                <a:cs typeface="Times New Roman"/>
              </a:rPr>
              <a:t>be </a:t>
            </a:r>
            <a:r>
              <a:rPr sz="1200" dirty="0">
                <a:latin typeface="Times New Roman"/>
                <a:cs typeface="Times New Roman"/>
              </a:rPr>
              <a:t>temporarily</a:t>
            </a:r>
            <a:r>
              <a:rPr sz="1200" spc="-40" dirty="0">
                <a:latin typeface="Times New Roman"/>
                <a:cs typeface="Times New Roman"/>
              </a:rPr>
              <a:t> </a:t>
            </a:r>
            <a:r>
              <a:rPr sz="1200" dirty="0">
                <a:latin typeface="Times New Roman"/>
                <a:cs typeface="Times New Roman"/>
              </a:rPr>
              <a:t>locked</a:t>
            </a:r>
            <a:r>
              <a:rPr sz="1200" spc="-60" dirty="0">
                <a:latin typeface="Times New Roman"/>
                <a:cs typeface="Times New Roman"/>
              </a:rPr>
              <a:t> </a:t>
            </a:r>
            <a:r>
              <a:rPr sz="1200" dirty="0">
                <a:latin typeface="Times New Roman"/>
                <a:cs typeface="Times New Roman"/>
              </a:rPr>
              <a:t>after</a:t>
            </a:r>
            <a:r>
              <a:rPr sz="1200" spc="-55" dirty="0">
                <a:latin typeface="Times New Roman"/>
                <a:cs typeface="Times New Roman"/>
              </a:rPr>
              <a:t> </a:t>
            </a:r>
            <a:r>
              <a:rPr sz="1200" dirty="0">
                <a:latin typeface="Times New Roman"/>
                <a:cs typeface="Times New Roman"/>
              </a:rPr>
              <a:t>multiple</a:t>
            </a:r>
            <a:r>
              <a:rPr sz="1200" spc="-30" dirty="0">
                <a:latin typeface="Times New Roman"/>
                <a:cs typeface="Times New Roman"/>
              </a:rPr>
              <a:t> </a:t>
            </a:r>
            <a:r>
              <a:rPr sz="1200" dirty="0">
                <a:latin typeface="Times New Roman"/>
                <a:cs typeface="Times New Roman"/>
              </a:rPr>
              <a:t>failed</a:t>
            </a:r>
            <a:r>
              <a:rPr sz="1200" spc="-40" dirty="0">
                <a:latin typeface="Times New Roman"/>
                <a:cs typeface="Times New Roman"/>
              </a:rPr>
              <a:t> </a:t>
            </a:r>
            <a:r>
              <a:rPr sz="1200" spc="-10" dirty="0">
                <a:latin typeface="Times New Roman"/>
                <a:cs typeface="Times New Roman"/>
              </a:rPr>
              <a:t>attempts.</a:t>
            </a:r>
            <a:endParaRPr sz="1200">
              <a:latin typeface="Times New Roman"/>
              <a:cs typeface="Times New Roman"/>
            </a:endParaRPr>
          </a:p>
          <a:p>
            <a:pPr marL="12700" marR="245745">
              <a:lnSpc>
                <a:spcPct val="104200"/>
              </a:lnSpc>
              <a:spcBef>
                <a:spcPts val="780"/>
              </a:spcBef>
            </a:pP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then</a:t>
            </a:r>
            <a:r>
              <a:rPr sz="1200" spc="-20" dirty="0">
                <a:latin typeface="Times New Roman"/>
                <a:cs typeface="Times New Roman"/>
              </a:rPr>
              <a:t> </a:t>
            </a:r>
            <a:r>
              <a:rPr sz="1200" b="1" dirty="0">
                <a:latin typeface="Times New Roman"/>
                <a:cs typeface="Times New Roman"/>
              </a:rPr>
              <a:t>sets</a:t>
            </a:r>
            <a:r>
              <a:rPr sz="1200" b="1" spc="-30" dirty="0">
                <a:latin typeface="Times New Roman"/>
                <a:cs typeface="Times New Roman"/>
              </a:rPr>
              <a:t> </a:t>
            </a:r>
            <a:r>
              <a:rPr sz="1200" b="1" dirty="0">
                <a:latin typeface="Times New Roman"/>
                <a:cs typeface="Times New Roman"/>
              </a:rPr>
              <a:t>the</a:t>
            </a:r>
            <a:r>
              <a:rPr sz="1200" b="1" spc="-20" dirty="0">
                <a:latin typeface="Times New Roman"/>
                <a:cs typeface="Times New Roman"/>
              </a:rPr>
              <a:t> </a:t>
            </a:r>
            <a:r>
              <a:rPr sz="1200" b="1" dirty="0">
                <a:latin typeface="Times New Roman"/>
                <a:cs typeface="Times New Roman"/>
              </a:rPr>
              <a:t>new</a:t>
            </a:r>
            <a:r>
              <a:rPr sz="1200" b="1" spc="-20" dirty="0">
                <a:latin typeface="Times New Roman"/>
                <a:cs typeface="Times New Roman"/>
              </a:rPr>
              <a:t> </a:t>
            </a:r>
            <a:r>
              <a:rPr sz="1200" b="1" dirty="0">
                <a:latin typeface="Times New Roman"/>
                <a:cs typeface="Times New Roman"/>
              </a:rPr>
              <a:t>password</a:t>
            </a:r>
            <a:r>
              <a:rPr sz="1200" b="1" spc="-35" dirty="0">
                <a:latin typeface="Times New Roman"/>
                <a:cs typeface="Times New Roman"/>
              </a:rPr>
              <a:t> </a:t>
            </a:r>
            <a:r>
              <a:rPr sz="1200" dirty="0">
                <a:latin typeface="Times New Roman"/>
                <a:cs typeface="Times New Roman"/>
              </a:rPr>
              <a:t>for</a:t>
            </a:r>
            <a:r>
              <a:rPr sz="1200" spc="-1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customer</a:t>
            </a:r>
            <a:r>
              <a:rPr sz="1200" spc="-2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securely</a:t>
            </a:r>
            <a:r>
              <a:rPr sz="1200" spc="-20" dirty="0">
                <a:latin typeface="Times New Roman"/>
                <a:cs typeface="Times New Roman"/>
              </a:rPr>
              <a:t> </a:t>
            </a:r>
            <a:r>
              <a:rPr sz="1200" dirty="0">
                <a:latin typeface="Times New Roman"/>
                <a:cs typeface="Times New Roman"/>
              </a:rPr>
              <a:t>updates</a:t>
            </a:r>
            <a:r>
              <a:rPr sz="1200" spc="-3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customer’s </a:t>
            </a:r>
            <a:r>
              <a:rPr sz="1200" dirty="0">
                <a:latin typeface="Times New Roman"/>
                <a:cs typeface="Times New Roman"/>
              </a:rPr>
              <a:t>account</a:t>
            </a:r>
            <a:r>
              <a:rPr sz="1200" spc="-45" dirty="0">
                <a:latin typeface="Times New Roman"/>
                <a:cs typeface="Times New Roman"/>
              </a:rPr>
              <a:t> </a:t>
            </a:r>
            <a:r>
              <a:rPr sz="1200" spc="-10" dirty="0">
                <a:latin typeface="Times New Roman"/>
                <a:cs typeface="Times New Roman"/>
              </a:rPr>
              <a:t>credentials.</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480"/>
              </a:spcBef>
            </a:pPr>
            <a:endParaRPr sz="1200">
              <a:latin typeface="Times New Roman"/>
              <a:cs typeface="Times New Roman"/>
            </a:endParaRPr>
          </a:p>
          <a:p>
            <a:pPr marL="527685" indent="-228600">
              <a:lnSpc>
                <a:spcPct val="100000"/>
              </a:lnSpc>
              <a:spcBef>
                <a:spcPts val="5"/>
              </a:spcBef>
              <a:buFont typeface="Symbol"/>
              <a:buChar char=""/>
              <a:tabLst>
                <a:tab pos="527685" algn="l"/>
              </a:tabLst>
            </a:pPr>
            <a:r>
              <a:rPr sz="1400" b="1" dirty="0">
                <a:latin typeface="Times New Roman"/>
                <a:cs typeface="Times New Roman"/>
              </a:rPr>
              <a:t>Save</a:t>
            </a:r>
            <a:r>
              <a:rPr sz="1400" b="1" spc="5" dirty="0">
                <a:latin typeface="Times New Roman"/>
                <a:cs typeface="Times New Roman"/>
              </a:rPr>
              <a:t> </a:t>
            </a:r>
            <a:r>
              <a:rPr sz="1400" b="1" spc="-10" dirty="0">
                <a:latin typeface="Times New Roman"/>
                <a:cs typeface="Times New Roman"/>
              </a:rPr>
              <a:t>Details</a:t>
            </a:r>
            <a:r>
              <a:rPr sz="1400" spc="-10" dirty="0">
                <a:latin typeface="Times New Roman"/>
                <a:cs typeface="Times New Roman"/>
              </a:rPr>
              <a:t>:</a:t>
            </a:r>
            <a:endParaRPr sz="1400">
              <a:latin typeface="Times New Roman"/>
              <a:cs typeface="Times New Roman"/>
            </a:endParaRPr>
          </a:p>
          <a:p>
            <a:pPr marL="12700" marR="44450">
              <a:lnSpc>
                <a:spcPct val="104200"/>
              </a:lnSpc>
              <a:spcBef>
                <a:spcPts val="775"/>
              </a:spcBef>
            </a:pP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updates</a:t>
            </a:r>
            <a:r>
              <a:rPr sz="1200" spc="-30"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dirty="0">
                <a:latin typeface="Times New Roman"/>
                <a:cs typeface="Times New Roman"/>
              </a:rPr>
              <a:t>made</a:t>
            </a:r>
            <a:r>
              <a:rPr sz="1200" spc="-3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40" dirty="0">
                <a:latin typeface="Times New Roman"/>
                <a:cs typeface="Times New Roman"/>
              </a:rPr>
              <a:t> </a:t>
            </a:r>
            <a:r>
              <a:rPr sz="1200" dirty="0">
                <a:latin typeface="Times New Roman"/>
                <a:cs typeface="Times New Roman"/>
              </a:rPr>
              <a:t>profile</a:t>
            </a:r>
            <a:r>
              <a:rPr sz="1200" spc="-15" dirty="0">
                <a:latin typeface="Times New Roman"/>
                <a:cs typeface="Times New Roman"/>
              </a:rPr>
              <a:t> </a:t>
            </a:r>
            <a:r>
              <a:rPr sz="1200" dirty="0">
                <a:latin typeface="Times New Roman"/>
                <a:cs typeface="Times New Roman"/>
              </a:rPr>
              <a:t>information</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saved</a:t>
            </a:r>
            <a:r>
              <a:rPr sz="1200" spc="-25" dirty="0">
                <a:latin typeface="Times New Roman"/>
                <a:cs typeface="Times New Roman"/>
              </a:rPr>
              <a:t> </a:t>
            </a:r>
            <a:r>
              <a:rPr sz="1200" dirty="0">
                <a:latin typeface="Times New Roman"/>
                <a:cs typeface="Times New Roman"/>
              </a:rPr>
              <a:t>by</a:t>
            </a:r>
            <a:r>
              <a:rPr sz="1200" spc="-40" dirty="0">
                <a:latin typeface="Times New Roman"/>
                <a:cs typeface="Times New Roman"/>
              </a:rPr>
              <a:t> </a:t>
            </a:r>
            <a:r>
              <a:rPr sz="1200" dirty="0">
                <a:latin typeface="Times New Roman"/>
                <a:cs typeface="Times New Roman"/>
              </a:rPr>
              <a:t>clicking</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b="1" spc="-20" dirty="0">
                <a:latin typeface="Times New Roman"/>
                <a:cs typeface="Times New Roman"/>
              </a:rPr>
              <a:t>Save </a:t>
            </a:r>
            <a:r>
              <a:rPr sz="1200" b="1" dirty="0">
                <a:latin typeface="Times New Roman"/>
                <a:cs typeface="Times New Roman"/>
              </a:rPr>
              <a:t>Details</a:t>
            </a:r>
            <a:r>
              <a:rPr sz="1200" b="1" spc="-30" dirty="0">
                <a:latin typeface="Times New Roman"/>
                <a:cs typeface="Times New Roman"/>
              </a:rPr>
              <a:t> </a:t>
            </a:r>
            <a:r>
              <a:rPr sz="1200" spc="-10" dirty="0">
                <a:latin typeface="Times New Roman"/>
                <a:cs typeface="Times New Roman"/>
              </a:rPr>
              <a:t>button.</a:t>
            </a:r>
            <a:endParaRPr sz="1200">
              <a:latin typeface="Times New Roman"/>
              <a:cs typeface="Times New Roman"/>
            </a:endParaRPr>
          </a:p>
          <a:p>
            <a:pPr marL="12700" marR="5080">
              <a:lnSpc>
                <a:spcPct val="104400"/>
              </a:lnSpc>
              <a:spcBef>
                <a:spcPts val="780"/>
              </a:spcBef>
            </a:pP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action</a:t>
            </a:r>
            <a:r>
              <a:rPr sz="1200" spc="-35" dirty="0">
                <a:latin typeface="Times New Roman"/>
                <a:cs typeface="Times New Roman"/>
              </a:rPr>
              <a:t> </a:t>
            </a:r>
            <a:r>
              <a:rPr sz="1200" dirty="0">
                <a:latin typeface="Times New Roman"/>
                <a:cs typeface="Times New Roman"/>
              </a:rPr>
              <a:t>ensures</a:t>
            </a:r>
            <a:r>
              <a:rPr sz="1200" spc="-35"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all</a:t>
            </a:r>
            <a:r>
              <a:rPr sz="1200" spc="-25" dirty="0">
                <a:latin typeface="Times New Roman"/>
                <a:cs typeface="Times New Roman"/>
              </a:rPr>
              <a:t> </a:t>
            </a:r>
            <a:r>
              <a:rPr sz="1200" dirty="0">
                <a:latin typeface="Times New Roman"/>
                <a:cs typeface="Times New Roman"/>
              </a:rPr>
              <a:t>profile</a:t>
            </a:r>
            <a:r>
              <a:rPr sz="1200" spc="-25" dirty="0">
                <a:latin typeface="Times New Roman"/>
                <a:cs typeface="Times New Roman"/>
              </a:rPr>
              <a:t> </a:t>
            </a:r>
            <a:r>
              <a:rPr sz="1200" dirty="0">
                <a:latin typeface="Times New Roman"/>
                <a:cs typeface="Times New Roman"/>
              </a:rPr>
              <a:t>information,</a:t>
            </a:r>
            <a:r>
              <a:rPr sz="1200" spc="-30" dirty="0">
                <a:latin typeface="Times New Roman"/>
                <a:cs typeface="Times New Roman"/>
              </a:rPr>
              <a:t> </a:t>
            </a:r>
            <a:r>
              <a:rPr sz="1200" dirty="0">
                <a:latin typeface="Times New Roman"/>
                <a:cs typeface="Times New Roman"/>
              </a:rPr>
              <a:t>such</a:t>
            </a:r>
            <a:r>
              <a:rPr sz="1200" spc="-30" dirty="0">
                <a:latin typeface="Times New Roman"/>
                <a:cs typeface="Times New Roman"/>
              </a:rPr>
              <a:t> </a:t>
            </a:r>
            <a:r>
              <a:rPr sz="1200" dirty="0">
                <a:latin typeface="Times New Roman"/>
                <a:cs typeface="Times New Roman"/>
              </a:rPr>
              <a:t>as</a:t>
            </a:r>
            <a:r>
              <a:rPr sz="1200" spc="-40" dirty="0">
                <a:latin typeface="Times New Roman"/>
                <a:cs typeface="Times New Roman"/>
              </a:rPr>
              <a:t> </a:t>
            </a:r>
            <a:r>
              <a:rPr sz="1200" dirty="0">
                <a:latin typeface="Times New Roman"/>
                <a:cs typeface="Times New Roman"/>
              </a:rPr>
              <a:t>contact</a:t>
            </a:r>
            <a:r>
              <a:rPr sz="1200" spc="-25" dirty="0">
                <a:latin typeface="Times New Roman"/>
                <a:cs typeface="Times New Roman"/>
              </a:rPr>
              <a:t> </a:t>
            </a:r>
            <a:r>
              <a:rPr sz="1200" dirty="0">
                <a:latin typeface="Times New Roman"/>
                <a:cs typeface="Times New Roman"/>
              </a:rPr>
              <a:t>details</a:t>
            </a:r>
            <a:r>
              <a:rPr sz="1200" spc="-40" dirty="0">
                <a:latin typeface="Times New Roman"/>
                <a:cs typeface="Times New Roman"/>
              </a:rPr>
              <a:t> </a:t>
            </a:r>
            <a:r>
              <a:rPr sz="1200" dirty="0">
                <a:latin typeface="Times New Roman"/>
                <a:cs typeface="Times New Roman"/>
              </a:rPr>
              <a:t>or</a:t>
            </a:r>
            <a:r>
              <a:rPr sz="1200" spc="-30" dirty="0">
                <a:latin typeface="Times New Roman"/>
                <a:cs typeface="Times New Roman"/>
              </a:rPr>
              <a:t> </a:t>
            </a:r>
            <a:r>
              <a:rPr sz="1200" dirty="0">
                <a:latin typeface="Times New Roman"/>
                <a:cs typeface="Times New Roman"/>
              </a:rPr>
              <a:t>username</a:t>
            </a:r>
            <a:r>
              <a:rPr sz="1200" spc="-30" dirty="0">
                <a:latin typeface="Times New Roman"/>
                <a:cs typeface="Times New Roman"/>
              </a:rPr>
              <a:t> </a:t>
            </a:r>
            <a:r>
              <a:rPr sz="1200" dirty="0">
                <a:latin typeface="Times New Roman"/>
                <a:cs typeface="Times New Roman"/>
              </a:rPr>
              <a:t>changes,</a:t>
            </a:r>
            <a:r>
              <a:rPr sz="1200" spc="-30" dirty="0">
                <a:latin typeface="Times New Roman"/>
                <a:cs typeface="Times New Roman"/>
              </a:rPr>
              <a:t> </a:t>
            </a:r>
            <a:r>
              <a:rPr sz="1200" spc="-25" dirty="0">
                <a:latin typeface="Times New Roman"/>
                <a:cs typeface="Times New Roman"/>
              </a:rPr>
              <a:t>are </a:t>
            </a:r>
            <a:r>
              <a:rPr sz="1200" dirty="0">
                <a:latin typeface="Times New Roman"/>
                <a:cs typeface="Times New Roman"/>
              </a:rPr>
              <a:t>saved</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updated</a:t>
            </a:r>
            <a:r>
              <a:rPr sz="1200" spc="-1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spc="-10" dirty="0">
                <a:latin typeface="Times New Roman"/>
                <a:cs typeface="Times New Roman"/>
              </a:rPr>
              <a:t>system.</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123</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5245163"/>
            <a:ext cx="5998210" cy="3705860"/>
            <a:chOff x="896937" y="5245163"/>
            <a:chExt cx="5998210" cy="370586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2962910" y="5319252"/>
              <a:ext cx="3928745" cy="3150979"/>
            </a:xfrm>
            <a:prstGeom prst="rect">
              <a:avLst/>
            </a:prstGeom>
          </p:spPr>
        </p:pic>
        <p:sp>
          <p:nvSpPr>
            <p:cNvPr id="6" name="object 6"/>
            <p:cNvSpPr/>
            <p:nvPr/>
          </p:nvSpPr>
          <p:spPr>
            <a:xfrm>
              <a:off x="2961385" y="5246751"/>
              <a:ext cx="3931920" cy="3258820"/>
            </a:xfrm>
            <a:custGeom>
              <a:avLst/>
              <a:gdLst/>
              <a:ahLst/>
              <a:cxnLst/>
              <a:rect l="l" t="t" r="r" b="b"/>
              <a:pathLst>
                <a:path w="3931920" h="3258820">
                  <a:moveTo>
                    <a:pt x="0" y="3258566"/>
                  </a:moveTo>
                  <a:lnTo>
                    <a:pt x="3931919" y="3258566"/>
                  </a:lnTo>
                  <a:lnTo>
                    <a:pt x="3931919" y="0"/>
                  </a:lnTo>
                  <a:lnTo>
                    <a:pt x="0" y="0"/>
                  </a:lnTo>
                  <a:lnTo>
                    <a:pt x="0" y="3258566"/>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889381"/>
            <a:ext cx="180403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a:cs typeface="Times New Roman"/>
              </a:rPr>
              <a:t>Notification</a:t>
            </a:r>
            <a:r>
              <a:rPr sz="1600" b="1" spc="-75" dirty="0">
                <a:latin typeface="Times New Roman"/>
                <a:cs typeface="Times New Roman"/>
              </a:rPr>
              <a:t> </a:t>
            </a:r>
            <a:r>
              <a:rPr sz="1600" b="1" spc="-10" dirty="0">
                <a:latin typeface="Times New Roman"/>
                <a:cs typeface="Times New Roman"/>
              </a:rPr>
              <a:t>Section:</a:t>
            </a:r>
            <a:endParaRPr sz="1600">
              <a:latin typeface="Times New Roman"/>
              <a:cs typeface="Times New Roman"/>
            </a:endParaRPr>
          </a:p>
        </p:txBody>
      </p:sp>
      <p:sp>
        <p:nvSpPr>
          <p:cNvPr id="8" name="object 8"/>
          <p:cNvSpPr txBox="1"/>
          <p:nvPr/>
        </p:nvSpPr>
        <p:spPr>
          <a:xfrm>
            <a:off x="902017" y="1600581"/>
            <a:ext cx="5894705" cy="3575050"/>
          </a:xfrm>
          <a:prstGeom prst="rect">
            <a:avLst/>
          </a:prstGeom>
        </p:spPr>
        <p:txBody>
          <a:bodyPr vert="horz" wrap="square" lIns="0" tIns="7620" rIns="0" bIns="0" rtlCol="0">
            <a:spAutoFit/>
          </a:bodyPr>
          <a:lstStyle/>
          <a:p>
            <a:pPr marL="12700" marR="5080">
              <a:lnSpc>
                <a:spcPct val="102800"/>
              </a:lnSpc>
              <a:spcBef>
                <a:spcPts val="60"/>
              </a:spcBef>
            </a:pPr>
            <a:r>
              <a:rPr sz="1200" dirty="0">
                <a:latin typeface="Times New Roman"/>
                <a:cs typeface="Times New Roman"/>
              </a:rPr>
              <a:t>This</a:t>
            </a:r>
            <a:r>
              <a:rPr sz="1200" spc="-50" dirty="0">
                <a:latin typeface="Times New Roman"/>
                <a:cs typeface="Times New Roman"/>
              </a:rPr>
              <a:t> </a:t>
            </a:r>
            <a:r>
              <a:rPr sz="1200" dirty="0">
                <a:latin typeface="Times New Roman"/>
                <a:cs typeface="Times New Roman"/>
              </a:rPr>
              <a:t>flexible</a:t>
            </a:r>
            <a:r>
              <a:rPr sz="1200" spc="-30" dirty="0">
                <a:latin typeface="Times New Roman"/>
                <a:cs typeface="Times New Roman"/>
              </a:rPr>
              <a:t> </a:t>
            </a:r>
            <a:r>
              <a:rPr sz="1200" dirty="0">
                <a:latin typeface="Times New Roman"/>
                <a:cs typeface="Times New Roman"/>
              </a:rPr>
              <a:t>structure</a:t>
            </a:r>
            <a:r>
              <a:rPr sz="1200" spc="-50" dirty="0">
                <a:latin typeface="Times New Roman"/>
                <a:cs typeface="Times New Roman"/>
              </a:rPr>
              <a:t> </a:t>
            </a:r>
            <a:r>
              <a:rPr sz="1200" dirty="0">
                <a:latin typeface="Times New Roman"/>
                <a:cs typeface="Times New Roman"/>
              </a:rPr>
              <a:t>ensures</a:t>
            </a:r>
            <a:r>
              <a:rPr sz="1200" spc="-5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users</a:t>
            </a:r>
            <a:r>
              <a:rPr sz="1200" spc="-50" dirty="0">
                <a:latin typeface="Times New Roman"/>
                <a:cs typeface="Times New Roman"/>
              </a:rPr>
              <a:t> </a:t>
            </a:r>
            <a:r>
              <a:rPr sz="1200" dirty="0">
                <a:latin typeface="Times New Roman"/>
                <a:cs typeface="Times New Roman"/>
              </a:rPr>
              <a:t>receive</a:t>
            </a:r>
            <a:r>
              <a:rPr sz="1200" spc="-30" dirty="0">
                <a:latin typeface="Times New Roman"/>
                <a:cs typeface="Times New Roman"/>
              </a:rPr>
              <a:t> </a:t>
            </a:r>
            <a:r>
              <a:rPr sz="1200" spc="-10" dirty="0">
                <a:latin typeface="Times New Roman"/>
                <a:cs typeface="Times New Roman"/>
              </a:rPr>
              <a:t>clear,</a:t>
            </a:r>
            <a:r>
              <a:rPr sz="1200" spc="-40" dirty="0">
                <a:latin typeface="Times New Roman"/>
                <a:cs typeface="Times New Roman"/>
              </a:rPr>
              <a:t> </a:t>
            </a:r>
            <a:r>
              <a:rPr sz="1200" dirty="0">
                <a:latin typeface="Times New Roman"/>
                <a:cs typeface="Times New Roman"/>
              </a:rPr>
              <a:t>actionable</a:t>
            </a:r>
            <a:r>
              <a:rPr sz="1200" spc="-30" dirty="0">
                <a:latin typeface="Times New Roman"/>
                <a:cs typeface="Times New Roman"/>
              </a:rPr>
              <a:t> </a:t>
            </a:r>
            <a:r>
              <a:rPr sz="1200" dirty="0">
                <a:latin typeface="Times New Roman"/>
                <a:cs typeface="Times New Roman"/>
              </a:rPr>
              <a:t>information</a:t>
            </a:r>
            <a:r>
              <a:rPr sz="1200" spc="-40" dirty="0">
                <a:latin typeface="Times New Roman"/>
                <a:cs typeface="Times New Roman"/>
              </a:rPr>
              <a:t> </a:t>
            </a:r>
            <a:r>
              <a:rPr sz="1200" dirty="0">
                <a:latin typeface="Times New Roman"/>
                <a:cs typeface="Times New Roman"/>
              </a:rPr>
              <a:t>tailored</a:t>
            </a:r>
            <a:r>
              <a:rPr sz="1200" spc="-3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various </a:t>
            </a:r>
            <a:r>
              <a:rPr sz="1200" dirty="0">
                <a:latin typeface="Times New Roman"/>
                <a:cs typeface="Times New Roman"/>
              </a:rPr>
              <a:t>types</a:t>
            </a:r>
            <a:r>
              <a:rPr sz="1200" spc="-3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notifications,</a:t>
            </a:r>
            <a:r>
              <a:rPr sz="1200" spc="-20" dirty="0">
                <a:latin typeface="Times New Roman"/>
                <a:cs typeface="Times New Roman"/>
              </a:rPr>
              <a:t> </a:t>
            </a:r>
            <a:r>
              <a:rPr sz="1200" dirty="0">
                <a:latin typeface="Times New Roman"/>
                <a:cs typeface="Times New Roman"/>
              </a:rPr>
              <a:t>whether</a:t>
            </a:r>
            <a:r>
              <a:rPr sz="1200" spc="-40" dirty="0">
                <a:latin typeface="Times New Roman"/>
                <a:cs typeface="Times New Roman"/>
              </a:rPr>
              <a:t> </a:t>
            </a:r>
            <a:r>
              <a:rPr sz="1200" dirty="0">
                <a:latin typeface="Times New Roman"/>
                <a:cs typeface="Times New Roman"/>
              </a:rPr>
              <a:t>they</a:t>
            </a:r>
            <a:r>
              <a:rPr sz="1200" spc="-25" dirty="0">
                <a:latin typeface="Times New Roman"/>
                <a:cs typeface="Times New Roman"/>
              </a:rPr>
              <a:t> </a:t>
            </a:r>
            <a:r>
              <a:rPr sz="1200" dirty="0">
                <a:latin typeface="Times New Roman"/>
                <a:cs typeface="Times New Roman"/>
              </a:rPr>
              <a:t>relate</a:t>
            </a:r>
            <a:r>
              <a:rPr sz="1200" spc="-15"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meetings,</a:t>
            </a:r>
            <a:r>
              <a:rPr sz="1200" spc="-25" dirty="0">
                <a:latin typeface="Times New Roman"/>
                <a:cs typeface="Times New Roman"/>
              </a:rPr>
              <a:t> </a:t>
            </a:r>
            <a:r>
              <a:rPr sz="1200" dirty="0">
                <a:latin typeface="Times New Roman"/>
                <a:cs typeface="Times New Roman"/>
              </a:rPr>
              <a:t>requests,</a:t>
            </a:r>
            <a:r>
              <a:rPr sz="1200" spc="-20" dirty="0">
                <a:latin typeface="Times New Roman"/>
                <a:cs typeface="Times New Roman"/>
              </a:rPr>
              <a:t> </a:t>
            </a:r>
            <a:r>
              <a:rPr sz="1200" dirty="0">
                <a:latin typeface="Times New Roman"/>
                <a:cs typeface="Times New Roman"/>
              </a:rPr>
              <a:t>updates,</a:t>
            </a:r>
            <a:r>
              <a:rPr sz="1200" spc="-20" dirty="0">
                <a:latin typeface="Times New Roman"/>
                <a:cs typeface="Times New Roman"/>
              </a:rPr>
              <a:t> </a:t>
            </a:r>
            <a:r>
              <a:rPr sz="1200" dirty="0">
                <a:latin typeface="Times New Roman"/>
                <a:cs typeface="Times New Roman"/>
              </a:rPr>
              <a:t>change</a:t>
            </a:r>
            <a:r>
              <a:rPr sz="1200" spc="-20" dirty="0">
                <a:latin typeface="Times New Roman"/>
                <a:cs typeface="Times New Roman"/>
              </a:rPr>
              <a:t> </a:t>
            </a:r>
            <a:r>
              <a:rPr sz="1200" spc="-10" dirty="0">
                <a:latin typeface="Times New Roman"/>
                <a:cs typeface="Times New Roman"/>
              </a:rPr>
              <a:t>password</a:t>
            </a:r>
            <a:endParaRPr sz="1200">
              <a:latin typeface="Times New Roman"/>
              <a:cs typeface="Times New Roman"/>
            </a:endParaRPr>
          </a:p>
          <a:p>
            <a:pPr marL="12700">
              <a:lnSpc>
                <a:spcPct val="100000"/>
              </a:lnSpc>
              <a:spcBef>
                <a:spcPts val="40"/>
              </a:spcBef>
            </a:pPr>
            <a:r>
              <a:rPr sz="1200" dirty="0">
                <a:latin typeface="Times New Roman"/>
                <a:cs typeface="Times New Roman"/>
              </a:rPr>
              <a:t>request</a:t>
            </a:r>
            <a:r>
              <a:rPr sz="1200" spc="-20" dirty="0">
                <a:latin typeface="Times New Roman"/>
                <a:cs typeface="Times New Roman"/>
              </a:rPr>
              <a:t> </a:t>
            </a:r>
            <a:r>
              <a:rPr sz="1200" dirty="0">
                <a:latin typeface="Times New Roman"/>
                <a:cs typeface="Times New Roman"/>
              </a:rPr>
              <a:t>or</a:t>
            </a:r>
            <a:r>
              <a:rPr sz="1200" spc="-15" dirty="0">
                <a:latin typeface="Times New Roman"/>
                <a:cs typeface="Times New Roman"/>
              </a:rPr>
              <a:t> </a:t>
            </a:r>
            <a:r>
              <a:rPr sz="1200" dirty="0">
                <a:latin typeface="Times New Roman"/>
                <a:cs typeface="Times New Roman"/>
              </a:rPr>
              <a:t>other</a:t>
            </a:r>
            <a:r>
              <a:rPr sz="1200" spc="-40" dirty="0">
                <a:latin typeface="Times New Roman"/>
                <a:cs typeface="Times New Roman"/>
              </a:rPr>
              <a:t> </a:t>
            </a:r>
            <a:r>
              <a:rPr sz="1200" spc="-10" dirty="0">
                <a:latin typeface="Times New Roman"/>
                <a:cs typeface="Times New Roman"/>
              </a:rPr>
              <a:t>activities.</a:t>
            </a:r>
            <a:endParaRPr sz="1200">
              <a:latin typeface="Times New Roman"/>
              <a:cs typeface="Times New Roman"/>
            </a:endParaRPr>
          </a:p>
          <a:p>
            <a:pPr marL="527685" indent="-228600">
              <a:lnSpc>
                <a:spcPct val="100000"/>
              </a:lnSpc>
              <a:spcBef>
                <a:spcPts val="960"/>
              </a:spcBef>
              <a:buFont typeface="Symbol"/>
              <a:buChar char=""/>
              <a:tabLst>
                <a:tab pos="527685" algn="l"/>
              </a:tabLst>
            </a:pPr>
            <a:r>
              <a:rPr sz="1200" b="1" dirty="0">
                <a:latin typeface="Times New Roman"/>
                <a:cs typeface="Times New Roman"/>
              </a:rPr>
              <a:t>Notification</a:t>
            </a:r>
            <a:r>
              <a:rPr sz="1200" b="1" spc="-45" dirty="0">
                <a:latin typeface="Times New Roman"/>
                <a:cs typeface="Times New Roman"/>
              </a:rPr>
              <a:t> </a:t>
            </a:r>
            <a:r>
              <a:rPr sz="1200" b="1" spc="-10" dirty="0">
                <a:latin typeface="Times New Roman"/>
                <a:cs typeface="Times New Roman"/>
              </a:rPr>
              <a:t>Categories</a:t>
            </a:r>
            <a:r>
              <a:rPr sz="1200" spc="-10" dirty="0">
                <a:latin typeface="Times New Roman"/>
                <a:cs typeface="Times New Roman"/>
              </a:rPr>
              <a:t>:</a:t>
            </a:r>
            <a:endParaRPr sz="1200">
              <a:latin typeface="Times New Roman"/>
              <a:cs typeface="Times New Roman"/>
            </a:endParaRPr>
          </a:p>
          <a:p>
            <a:pPr marL="12700">
              <a:lnSpc>
                <a:spcPct val="100000"/>
              </a:lnSpc>
              <a:spcBef>
                <a:spcPts val="840"/>
              </a:spcBef>
            </a:pP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section</a:t>
            </a:r>
            <a:r>
              <a:rPr sz="1200" spc="-1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divided</a:t>
            </a:r>
            <a:r>
              <a:rPr sz="1200" spc="-15" dirty="0">
                <a:latin typeface="Times New Roman"/>
                <a:cs typeface="Times New Roman"/>
              </a:rPr>
              <a:t> </a:t>
            </a:r>
            <a:r>
              <a:rPr sz="1200" dirty="0">
                <a:latin typeface="Times New Roman"/>
                <a:cs typeface="Times New Roman"/>
              </a:rPr>
              <a:t>into</a:t>
            </a:r>
            <a:r>
              <a:rPr sz="1200" spc="-40" dirty="0">
                <a:latin typeface="Times New Roman"/>
                <a:cs typeface="Times New Roman"/>
              </a:rPr>
              <a:t> </a:t>
            </a:r>
            <a:r>
              <a:rPr sz="1200" dirty="0">
                <a:latin typeface="Times New Roman"/>
                <a:cs typeface="Times New Roman"/>
              </a:rPr>
              <a:t>two</a:t>
            </a:r>
            <a:r>
              <a:rPr sz="1200" spc="-20" dirty="0">
                <a:latin typeface="Times New Roman"/>
                <a:cs typeface="Times New Roman"/>
              </a:rPr>
              <a:t> </a:t>
            </a:r>
            <a:r>
              <a:rPr sz="1200" spc="-10" dirty="0">
                <a:latin typeface="Times New Roman"/>
                <a:cs typeface="Times New Roman"/>
              </a:rPr>
              <a:t>categories:</a:t>
            </a:r>
            <a:endParaRPr sz="1200">
              <a:latin typeface="Times New Roman"/>
              <a:cs typeface="Times New Roman"/>
            </a:endParaRPr>
          </a:p>
          <a:p>
            <a:pPr marL="469265" marR="207645" indent="-228600">
              <a:lnSpc>
                <a:spcPct val="104200"/>
              </a:lnSpc>
              <a:spcBef>
                <a:spcPts val="780"/>
              </a:spcBef>
              <a:buFont typeface="Courier New"/>
              <a:buChar char="o"/>
              <a:tabLst>
                <a:tab pos="469265" algn="l"/>
              </a:tabLst>
            </a:pPr>
            <a:r>
              <a:rPr sz="1200" b="1" dirty="0">
                <a:latin typeface="Times New Roman"/>
                <a:cs typeface="Times New Roman"/>
              </a:rPr>
              <a:t>Unread</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Displays</a:t>
            </a:r>
            <a:r>
              <a:rPr sz="1200" spc="-35" dirty="0">
                <a:latin typeface="Times New Roman"/>
                <a:cs typeface="Times New Roman"/>
              </a:rPr>
              <a:t> </a:t>
            </a: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notifications</a:t>
            </a:r>
            <a:r>
              <a:rPr sz="1200" spc="-35"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user</a:t>
            </a:r>
            <a:r>
              <a:rPr sz="1200" spc="-25" dirty="0">
                <a:latin typeface="Times New Roman"/>
                <a:cs typeface="Times New Roman"/>
              </a:rPr>
              <a:t> </a:t>
            </a:r>
            <a:r>
              <a:rPr sz="1200" dirty="0">
                <a:latin typeface="Times New Roman"/>
                <a:cs typeface="Times New Roman"/>
              </a:rPr>
              <a:t>hasn’t</a:t>
            </a:r>
            <a:r>
              <a:rPr sz="1200" spc="-20" dirty="0">
                <a:latin typeface="Times New Roman"/>
                <a:cs typeface="Times New Roman"/>
              </a:rPr>
              <a:t> </a:t>
            </a:r>
            <a:r>
              <a:rPr sz="1200" dirty="0">
                <a:latin typeface="Times New Roman"/>
                <a:cs typeface="Times New Roman"/>
              </a:rPr>
              <a:t>opened</a:t>
            </a:r>
            <a:r>
              <a:rPr sz="1200" spc="-25" dirty="0">
                <a:latin typeface="Times New Roman"/>
                <a:cs typeface="Times New Roman"/>
              </a:rPr>
              <a:t> </a:t>
            </a:r>
            <a:r>
              <a:rPr sz="1200" dirty="0">
                <a:latin typeface="Times New Roman"/>
                <a:cs typeface="Times New Roman"/>
              </a:rPr>
              <a:t>yet,</a:t>
            </a:r>
            <a:r>
              <a:rPr sz="1200" spc="-20" dirty="0">
                <a:latin typeface="Times New Roman"/>
                <a:cs typeface="Times New Roman"/>
              </a:rPr>
              <a:t> </a:t>
            </a:r>
            <a:r>
              <a:rPr sz="1200" dirty="0">
                <a:latin typeface="Times New Roman"/>
                <a:cs typeface="Times New Roman"/>
              </a:rPr>
              <a:t>helping</a:t>
            </a:r>
            <a:r>
              <a:rPr sz="1200" spc="-25" dirty="0">
                <a:latin typeface="Times New Roman"/>
                <a:cs typeface="Times New Roman"/>
              </a:rPr>
              <a:t> </a:t>
            </a:r>
            <a:r>
              <a:rPr sz="1200" spc="-10" dirty="0">
                <a:latin typeface="Times New Roman"/>
                <a:cs typeface="Times New Roman"/>
              </a:rPr>
              <a:t>users </a:t>
            </a:r>
            <a:r>
              <a:rPr sz="1200" dirty="0">
                <a:latin typeface="Times New Roman"/>
                <a:cs typeface="Times New Roman"/>
              </a:rPr>
              <a:t>quickly</a:t>
            </a:r>
            <a:r>
              <a:rPr sz="1200" spc="-15" dirty="0">
                <a:latin typeface="Times New Roman"/>
                <a:cs typeface="Times New Roman"/>
              </a:rPr>
              <a:t> </a:t>
            </a:r>
            <a:r>
              <a:rPr sz="1200" dirty="0">
                <a:latin typeface="Times New Roman"/>
                <a:cs typeface="Times New Roman"/>
              </a:rPr>
              <a:t>find</a:t>
            </a:r>
            <a:r>
              <a:rPr sz="1200" spc="-15" dirty="0">
                <a:latin typeface="Times New Roman"/>
                <a:cs typeface="Times New Roman"/>
              </a:rPr>
              <a:t> </a:t>
            </a:r>
            <a:r>
              <a:rPr sz="1200" dirty="0">
                <a:latin typeface="Times New Roman"/>
                <a:cs typeface="Times New Roman"/>
              </a:rPr>
              <a:t>new</a:t>
            </a:r>
            <a:r>
              <a:rPr sz="1200" spc="-15" dirty="0">
                <a:latin typeface="Times New Roman"/>
                <a:cs typeface="Times New Roman"/>
              </a:rPr>
              <a:t> </a:t>
            </a:r>
            <a:r>
              <a:rPr sz="1200" spc="-10" dirty="0">
                <a:latin typeface="Times New Roman"/>
                <a:cs typeface="Times New Roman"/>
              </a:rPr>
              <a:t>updates.</a:t>
            </a:r>
            <a:endParaRPr sz="1200">
              <a:latin typeface="Times New Roman"/>
              <a:cs typeface="Times New Roman"/>
            </a:endParaRPr>
          </a:p>
          <a:p>
            <a:pPr marL="469265" marR="27305" indent="-228600">
              <a:lnSpc>
                <a:spcPts val="1500"/>
              </a:lnSpc>
              <a:spcBef>
                <a:spcPts val="45"/>
              </a:spcBef>
              <a:buFont typeface="Courier New"/>
              <a:buChar char="o"/>
              <a:tabLst>
                <a:tab pos="469265" algn="l"/>
              </a:tabLst>
            </a:pPr>
            <a:r>
              <a:rPr sz="1200" b="1" dirty="0">
                <a:latin typeface="Times New Roman"/>
                <a:cs typeface="Times New Roman"/>
              </a:rPr>
              <a:t>All</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Shows</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complete</a:t>
            </a:r>
            <a:r>
              <a:rPr sz="1200" spc="-30" dirty="0">
                <a:latin typeface="Times New Roman"/>
                <a:cs typeface="Times New Roman"/>
              </a:rPr>
              <a:t> </a:t>
            </a:r>
            <a:r>
              <a:rPr sz="1200" dirty="0">
                <a:latin typeface="Times New Roman"/>
                <a:cs typeface="Times New Roman"/>
              </a:rPr>
              <a:t>list</a:t>
            </a:r>
            <a:r>
              <a:rPr sz="1200" spc="-1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notifications,</a:t>
            </a:r>
            <a:r>
              <a:rPr sz="1200" spc="-15" dirty="0">
                <a:latin typeface="Times New Roman"/>
                <a:cs typeface="Times New Roman"/>
              </a:rPr>
              <a:t> </a:t>
            </a:r>
            <a:r>
              <a:rPr sz="1200" dirty="0">
                <a:latin typeface="Times New Roman"/>
                <a:cs typeface="Times New Roman"/>
              </a:rPr>
              <a:t>including</a:t>
            </a:r>
            <a:r>
              <a:rPr sz="1200" spc="-15" dirty="0">
                <a:latin typeface="Times New Roman"/>
                <a:cs typeface="Times New Roman"/>
              </a:rPr>
              <a:t> </a:t>
            </a:r>
            <a:r>
              <a:rPr sz="1200" dirty="0">
                <a:latin typeface="Times New Roman"/>
                <a:cs typeface="Times New Roman"/>
              </a:rPr>
              <a:t>both</a:t>
            </a:r>
            <a:r>
              <a:rPr sz="1200" spc="-20" dirty="0">
                <a:latin typeface="Times New Roman"/>
                <a:cs typeface="Times New Roman"/>
              </a:rPr>
              <a:t> </a:t>
            </a:r>
            <a:r>
              <a:rPr sz="1200" dirty="0">
                <a:latin typeface="Times New Roman"/>
                <a:cs typeface="Times New Roman"/>
              </a:rPr>
              <a:t>read</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unread</a:t>
            </a:r>
            <a:r>
              <a:rPr sz="1200" spc="-40" dirty="0">
                <a:latin typeface="Times New Roman"/>
                <a:cs typeface="Times New Roman"/>
              </a:rPr>
              <a:t> </a:t>
            </a:r>
            <a:r>
              <a:rPr sz="1200" dirty="0">
                <a:latin typeface="Times New Roman"/>
                <a:cs typeface="Times New Roman"/>
              </a:rPr>
              <a:t>items,</a:t>
            </a:r>
            <a:r>
              <a:rPr sz="1200" spc="-1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spc="-50" dirty="0">
                <a:latin typeface="Times New Roman"/>
                <a:cs typeface="Times New Roman"/>
              </a:rPr>
              <a:t>a </a:t>
            </a:r>
            <a:r>
              <a:rPr sz="1200" dirty="0">
                <a:latin typeface="Times New Roman"/>
                <a:cs typeface="Times New Roman"/>
              </a:rPr>
              <a:t>comprehensive</a:t>
            </a:r>
            <a:r>
              <a:rPr sz="1200" spc="-70" dirty="0">
                <a:latin typeface="Times New Roman"/>
                <a:cs typeface="Times New Roman"/>
              </a:rPr>
              <a:t> </a:t>
            </a:r>
            <a:r>
              <a:rPr sz="1200" spc="-20" dirty="0">
                <a:latin typeface="Times New Roman"/>
                <a:cs typeface="Times New Roman"/>
              </a:rPr>
              <a:t>view.</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55"/>
              </a:spcBef>
            </a:pPr>
            <a:endParaRPr sz="1200">
              <a:latin typeface="Times New Roman"/>
              <a:cs typeface="Times New Roman"/>
            </a:endParaRPr>
          </a:p>
          <a:p>
            <a:pPr marL="527685" marR="179705" indent="-228600">
              <a:lnSpc>
                <a:spcPct val="102800"/>
              </a:lnSpc>
              <a:buFont typeface="Symbol"/>
              <a:buChar char=""/>
              <a:tabLst>
                <a:tab pos="527685" algn="l"/>
              </a:tabLst>
            </a:pPr>
            <a:r>
              <a:rPr sz="1200" b="1" dirty="0">
                <a:latin typeface="Times New Roman"/>
                <a:cs typeface="Times New Roman"/>
              </a:rPr>
              <a:t>Notification</a:t>
            </a:r>
            <a:r>
              <a:rPr sz="1200" b="1" spc="-45" dirty="0">
                <a:latin typeface="Times New Roman"/>
                <a:cs typeface="Times New Roman"/>
              </a:rPr>
              <a:t> </a:t>
            </a:r>
            <a:r>
              <a:rPr sz="1200" b="1" dirty="0">
                <a:latin typeface="Times New Roman"/>
                <a:cs typeface="Times New Roman"/>
              </a:rPr>
              <a:t>Details</a:t>
            </a:r>
            <a:r>
              <a:rPr sz="1200" dirty="0">
                <a:latin typeface="Times New Roman"/>
                <a:cs typeface="Times New Roman"/>
              </a:rPr>
              <a:t>:</a:t>
            </a:r>
            <a:r>
              <a:rPr sz="1200" spc="-55" dirty="0">
                <a:latin typeface="Times New Roman"/>
                <a:cs typeface="Times New Roman"/>
              </a:rPr>
              <a:t> </a:t>
            </a:r>
            <a:r>
              <a:rPr sz="1200" dirty="0">
                <a:latin typeface="Times New Roman"/>
                <a:cs typeface="Times New Roman"/>
              </a:rPr>
              <a:t>Each</a:t>
            </a:r>
            <a:r>
              <a:rPr sz="1200" spc="-35" dirty="0">
                <a:latin typeface="Times New Roman"/>
                <a:cs typeface="Times New Roman"/>
              </a:rPr>
              <a:t> </a:t>
            </a:r>
            <a:r>
              <a:rPr sz="1200" dirty="0">
                <a:latin typeface="Times New Roman"/>
                <a:cs typeface="Times New Roman"/>
              </a:rPr>
              <a:t>notification</a:t>
            </a:r>
            <a:r>
              <a:rPr sz="1200" spc="-35" dirty="0">
                <a:latin typeface="Times New Roman"/>
                <a:cs typeface="Times New Roman"/>
              </a:rPr>
              <a:t> </a:t>
            </a:r>
            <a:r>
              <a:rPr sz="1200" dirty="0">
                <a:latin typeface="Times New Roman"/>
                <a:cs typeface="Times New Roman"/>
              </a:rPr>
              <a:t>provides</a:t>
            </a:r>
            <a:r>
              <a:rPr sz="1200" spc="-45"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dirty="0">
                <a:latin typeface="Times New Roman"/>
                <a:cs typeface="Times New Roman"/>
              </a:rPr>
              <a:t>details</a:t>
            </a:r>
            <a:r>
              <a:rPr sz="1200" spc="-45" dirty="0">
                <a:latin typeface="Times New Roman"/>
                <a:cs typeface="Times New Roman"/>
              </a:rPr>
              <a:t> </a:t>
            </a:r>
            <a:r>
              <a:rPr sz="1200" dirty="0">
                <a:latin typeface="Times New Roman"/>
                <a:cs typeface="Times New Roman"/>
              </a:rPr>
              <a:t>relevant</a:t>
            </a:r>
            <a:r>
              <a:rPr sz="1200" spc="-30" dirty="0">
                <a:latin typeface="Times New Roman"/>
                <a:cs typeface="Times New Roman"/>
              </a:rPr>
              <a:t> </a:t>
            </a:r>
            <a:r>
              <a:rPr sz="1200" dirty="0">
                <a:latin typeface="Times New Roman"/>
                <a:cs typeface="Times New Roman"/>
              </a:rPr>
              <a:t>to</a:t>
            </a:r>
            <a:r>
              <a:rPr sz="1200" spc="-6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user's </a:t>
            </a:r>
            <a:r>
              <a:rPr sz="1200" dirty="0">
                <a:latin typeface="Times New Roman"/>
                <a:cs typeface="Times New Roman"/>
              </a:rPr>
              <a:t>activities</a:t>
            </a:r>
            <a:r>
              <a:rPr sz="1200" spc="-55" dirty="0">
                <a:latin typeface="Times New Roman"/>
                <a:cs typeface="Times New Roman"/>
              </a:rPr>
              <a:t> </a:t>
            </a:r>
            <a:r>
              <a:rPr sz="1200" dirty="0">
                <a:latin typeface="Times New Roman"/>
                <a:cs typeface="Times New Roman"/>
              </a:rPr>
              <a:t>or</a:t>
            </a:r>
            <a:r>
              <a:rPr sz="1200" spc="-45" dirty="0">
                <a:latin typeface="Times New Roman"/>
                <a:cs typeface="Times New Roman"/>
              </a:rPr>
              <a:t> </a:t>
            </a:r>
            <a:r>
              <a:rPr sz="1200" dirty="0">
                <a:latin typeface="Times New Roman"/>
                <a:cs typeface="Times New Roman"/>
              </a:rPr>
              <a:t>interactions</a:t>
            </a:r>
            <a:r>
              <a:rPr sz="1200" spc="-50" dirty="0">
                <a:latin typeface="Times New Roman"/>
                <a:cs typeface="Times New Roman"/>
              </a:rPr>
              <a:t> </a:t>
            </a:r>
            <a:r>
              <a:rPr sz="1200" spc="-10" dirty="0">
                <a:latin typeface="Times New Roman"/>
                <a:cs typeface="Times New Roman"/>
              </a:rPr>
              <a:t>like:</a:t>
            </a:r>
            <a:endParaRPr sz="1200">
              <a:latin typeface="Times New Roman"/>
              <a:cs typeface="Times New Roman"/>
            </a:endParaRPr>
          </a:p>
          <a:p>
            <a:pPr marL="927100" lvl="1" indent="-228600">
              <a:lnSpc>
                <a:spcPct val="100000"/>
              </a:lnSpc>
              <a:spcBef>
                <a:spcPts val="60"/>
              </a:spcBef>
              <a:buFont typeface="Courier New"/>
              <a:buChar char="o"/>
              <a:tabLst>
                <a:tab pos="927100" algn="l"/>
              </a:tabLst>
            </a:pPr>
            <a:r>
              <a:rPr sz="1200" b="1" dirty="0">
                <a:latin typeface="Times New Roman"/>
                <a:cs typeface="Times New Roman"/>
              </a:rPr>
              <a:t>Who</a:t>
            </a:r>
            <a:r>
              <a:rPr sz="1200" b="1" spc="-25" dirty="0">
                <a:latin typeface="Times New Roman"/>
                <a:cs typeface="Times New Roman"/>
              </a:rPr>
              <a:t> </a:t>
            </a:r>
            <a:r>
              <a:rPr sz="1200" dirty="0">
                <a:latin typeface="Times New Roman"/>
                <a:cs typeface="Times New Roman"/>
              </a:rPr>
              <a:t>initiated</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action</a:t>
            </a:r>
            <a:r>
              <a:rPr sz="1200" spc="-2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spc="-10" dirty="0">
                <a:latin typeface="Times New Roman"/>
                <a:cs typeface="Times New Roman"/>
              </a:rPr>
              <a:t>request?</a:t>
            </a:r>
            <a:endParaRPr sz="1200">
              <a:latin typeface="Times New Roman"/>
              <a:cs typeface="Times New Roman"/>
            </a:endParaRPr>
          </a:p>
          <a:p>
            <a:pPr marL="927100" lvl="1" indent="-228600">
              <a:lnSpc>
                <a:spcPct val="100000"/>
              </a:lnSpc>
              <a:spcBef>
                <a:spcPts val="45"/>
              </a:spcBef>
              <a:buFont typeface="Courier New"/>
              <a:buChar char="o"/>
              <a:tabLst>
                <a:tab pos="927100" algn="l"/>
              </a:tabLst>
            </a:pPr>
            <a:r>
              <a:rPr sz="1200" b="1" dirty="0">
                <a:latin typeface="Times New Roman"/>
                <a:cs typeface="Times New Roman"/>
              </a:rPr>
              <a:t>Relevant</a:t>
            </a:r>
            <a:r>
              <a:rPr sz="1200" b="1" spc="-30" dirty="0">
                <a:latin typeface="Times New Roman"/>
                <a:cs typeface="Times New Roman"/>
              </a:rPr>
              <a:t> </a:t>
            </a:r>
            <a:r>
              <a:rPr sz="1200" b="1" dirty="0">
                <a:latin typeface="Times New Roman"/>
                <a:cs typeface="Times New Roman"/>
              </a:rPr>
              <a:t>Parties</a:t>
            </a:r>
            <a:r>
              <a:rPr sz="1200" b="1" spc="-30" dirty="0">
                <a:latin typeface="Times New Roman"/>
                <a:cs typeface="Times New Roman"/>
              </a:rPr>
              <a:t> </a:t>
            </a:r>
            <a:r>
              <a:rPr sz="1200" dirty="0">
                <a:latin typeface="Times New Roman"/>
                <a:cs typeface="Times New Roman"/>
              </a:rPr>
              <a:t>involved</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notification.</a:t>
            </a:r>
            <a:endParaRPr sz="1200">
              <a:latin typeface="Times New Roman"/>
              <a:cs typeface="Times New Roman"/>
            </a:endParaRPr>
          </a:p>
          <a:p>
            <a:pPr marL="927100" marR="30480" lvl="1" indent="-228600">
              <a:lnSpc>
                <a:spcPct val="102800"/>
              </a:lnSpc>
              <a:spcBef>
                <a:spcPts val="20"/>
              </a:spcBef>
              <a:buFont typeface="Courier New"/>
              <a:buChar char="o"/>
              <a:tabLst>
                <a:tab pos="927100" algn="l"/>
              </a:tabLst>
            </a:pPr>
            <a:r>
              <a:rPr sz="1200" b="1" dirty="0">
                <a:latin typeface="Times New Roman"/>
                <a:cs typeface="Times New Roman"/>
              </a:rPr>
              <a:t>Additional</a:t>
            </a:r>
            <a:r>
              <a:rPr sz="1200" b="1" spc="-35" dirty="0">
                <a:latin typeface="Times New Roman"/>
                <a:cs typeface="Times New Roman"/>
              </a:rPr>
              <a:t> </a:t>
            </a:r>
            <a:r>
              <a:rPr sz="1200" b="1" dirty="0">
                <a:latin typeface="Times New Roman"/>
                <a:cs typeface="Times New Roman"/>
              </a:rPr>
              <a:t>Information</a:t>
            </a:r>
            <a:r>
              <a:rPr sz="1200" b="1" spc="-35" dirty="0">
                <a:latin typeface="Times New Roman"/>
                <a:cs typeface="Times New Roman"/>
              </a:rPr>
              <a:t> </a:t>
            </a:r>
            <a:r>
              <a:rPr sz="1200" dirty="0">
                <a:latin typeface="Times New Roman"/>
                <a:cs typeface="Times New Roman"/>
              </a:rPr>
              <a:t>like</a:t>
            </a:r>
            <a:r>
              <a:rPr sz="1200" spc="-30" dirty="0">
                <a:latin typeface="Times New Roman"/>
                <a:cs typeface="Times New Roman"/>
              </a:rPr>
              <a:t> </a:t>
            </a:r>
            <a:r>
              <a:rPr sz="1200" dirty="0">
                <a:latin typeface="Times New Roman"/>
                <a:cs typeface="Times New Roman"/>
              </a:rPr>
              <a:t>time,</a:t>
            </a:r>
            <a:r>
              <a:rPr sz="1200" spc="-35" dirty="0">
                <a:latin typeface="Times New Roman"/>
                <a:cs typeface="Times New Roman"/>
              </a:rPr>
              <a:t> </a:t>
            </a:r>
            <a:r>
              <a:rPr sz="1200" dirty="0">
                <a:latin typeface="Times New Roman"/>
                <a:cs typeface="Times New Roman"/>
              </a:rPr>
              <a:t>date,</a:t>
            </a:r>
            <a:r>
              <a:rPr sz="1200" spc="-40" dirty="0">
                <a:latin typeface="Times New Roman"/>
                <a:cs typeface="Times New Roman"/>
              </a:rPr>
              <a:t> </a:t>
            </a:r>
            <a:r>
              <a:rPr sz="1200" dirty="0">
                <a:latin typeface="Times New Roman"/>
                <a:cs typeface="Times New Roman"/>
              </a:rPr>
              <a:t>or</a:t>
            </a:r>
            <a:r>
              <a:rPr sz="1200" spc="-35" dirty="0">
                <a:latin typeface="Times New Roman"/>
                <a:cs typeface="Times New Roman"/>
              </a:rPr>
              <a:t> </a:t>
            </a:r>
            <a:r>
              <a:rPr sz="1200" dirty="0">
                <a:latin typeface="Times New Roman"/>
                <a:cs typeface="Times New Roman"/>
              </a:rPr>
              <a:t>any</a:t>
            </a:r>
            <a:r>
              <a:rPr sz="1200" spc="-35" dirty="0">
                <a:latin typeface="Times New Roman"/>
                <a:cs typeface="Times New Roman"/>
              </a:rPr>
              <a:t> </a:t>
            </a:r>
            <a:r>
              <a:rPr sz="1200" dirty="0">
                <a:latin typeface="Times New Roman"/>
                <a:cs typeface="Times New Roman"/>
              </a:rPr>
              <a:t>other</a:t>
            </a:r>
            <a:r>
              <a:rPr sz="1200" spc="-35" dirty="0">
                <a:latin typeface="Times New Roman"/>
                <a:cs typeface="Times New Roman"/>
              </a:rPr>
              <a:t> </a:t>
            </a:r>
            <a:r>
              <a:rPr sz="1200" dirty="0">
                <a:latin typeface="Times New Roman"/>
                <a:cs typeface="Times New Roman"/>
              </a:rPr>
              <a:t>pertinent</a:t>
            </a:r>
            <a:r>
              <a:rPr sz="1200" spc="-30" dirty="0">
                <a:latin typeface="Times New Roman"/>
                <a:cs typeface="Times New Roman"/>
              </a:rPr>
              <a:t> </a:t>
            </a:r>
            <a:r>
              <a:rPr sz="1200" dirty="0">
                <a:latin typeface="Times New Roman"/>
                <a:cs typeface="Times New Roman"/>
              </a:rPr>
              <a:t>details</a:t>
            </a:r>
            <a:r>
              <a:rPr sz="1200" spc="-45" dirty="0">
                <a:latin typeface="Times New Roman"/>
                <a:cs typeface="Times New Roman"/>
              </a:rPr>
              <a:t> </a:t>
            </a:r>
            <a:r>
              <a:rPr sz="1200" dirty="0">
                <a:latin typeface="Times New Roman"/>
                <a:cs typeface="Times New Roman"/>
              </a:rPr>
              <a:t>specific</a:t>
            </a:r>
            <a:r>
              <a:rPr sz="1200" spc="-30" dirty="0">
                <a:latin typeface="Times New Roman"/>
                <a:cs typeface="Times New Roman"/>
              </a:rPr>
              <a:t> </a:t>
            </a:r>
            <a:r>
              <a:rPr sz="1200" spc="-25" dirty="0">
                <a:latin typeface="Times New Roman"/>
                <a:cs typeface="Times New Roman"/>
              </a:rPr>
              <a:t>to </a:t>
            </a:r>
            <a:r>
              <a:rPr sz="1200" dirty="0">
                <a:latin typeface="Times New Roman"/>
                <a:cs typeface="Times New Roman"/>
              </a:rPr>
              <a:t>the</a:t>
            </a:r>
            <a:r>
              <a:rPr sz="1200" spc="-10" dirty="0">
                <a:latin typeface="Times New Roman"/>
                <a:cs typeface="Times New Roman"/>
              </a:rPr>
              <a:t> action.</a:t>
            </a:r>
            <a:endParaRPr sz="1200">
              <a:latin typeface="Times New Roman"/>
              <a:cs typeface="Times New Roman"/>
            </a:endParaRPr>
          </a:p>
        </p:txBody>
      </p:sp>
      <p:sp>
        <p:nvSpPr>
          <p:cNvPr id="9" name="object 9"/>
          <p:cNvSpPr txBox="1"/>
          <p:nvPr/>
        </p:nvSpPr>
        <p:spPr>
          <a:xfrm>
            <a:off x="902017" y="6712331"/>
            <a:ext cx="134874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Unread</a:t>
            </a:r>
            <a:r>
              <a:rPr sz="1200" b="1" spc="-60" dirty="0">
                <a:latin typeface="Times New Roman"/>
                <a:cs typeface="Times New Roman"/>
              </a:rPr>
              <a:t> </a:t>
            </a:r>
            <a:r>
              <a:rPr sz="1200" b="1" spc="-10" dirty="0">
                <a:latin typeface="Times New Roman"/>
                <a:cs typeface="Times New Roman"/>
              </a:rPr>
              <a:t>notification:</a:t>
            </a:r>
            <a:endParaRPr sz="1200">
              <a:latin typeface="Times New Roman"/>
              <a:cs typeface="Times New Roman"/>
            </a:endParaRPr>
          </a:p>
        </p:txBody>
      </p:sp>
      <p:pic>
        <p:nvPicPr>
          <p:cNvPr id="10" name="object 10"/>
          <p:cNvPicPr/>
          <p:nvPr/>
        </p:nvPicPr>
        <p:blipFill>
          <a:blip r:embed="rId3" cstate="print"/>
          <a:stretch>
            <a:fillRect/>
          </a:stretch>
        </p:blipFill>
        <p:spPr>
          <a:xfrm>
            <a:off x="304800" y="304800"/>
            <a:ext cx="7165084" cy="945102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124</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43171" y="434340"/>
            <a:ext cx="232854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Software</a:t>
            </a:r>
            <a:r>
              <a:rPr sz="1200" b="1" spc="-35" dirty="0">
                <a:latin typeface="Times New Roman"/>
                <a:cs typeface="Times New Roman"/>
              </a:rPr>
              <a:t> </a:t>
            </a:r>
            <a:r>
              <a:rPr sz="1200" b="1" dirty="0">
                <a:latin typeface="Times New Roman"/>
                <a:cs typeface="Times New Roman"/>
              </a:rPr>
              <a:t>Support</a:t>
            </a:r>
            <a:r>
              <a:rPr sz="1200" b="1" spc="-55" dirty="0">
                <a:latin typeface="Times New Roman"/>
                <a:cs typeface="Times New Roman"/>
              </a:rPr>
              <a:t> </a:t>
            </a:r>
            <a:r>
              <a:rPr sz="1200" b="1" dirty="0">
                <a:latin typeface="Times New Roman"/>
                <a:cs typeface="Times New Roman"/>
              </a:rPr>
              <a:t>Ticketing</a:t>
            </a:r>
            <a:r>
              <a:rPr sz="1200" b="1" spc="-3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grpSp>
        <p:nvGrpSpPr>
          <p:cNvPr id="3" name="object 3"/>
          <p:cNvGrpSpPr/>
          <p:nvPr/>
        </p:nvGrpSpPr>
        <p:grpSpPr>
          <a:xfrm>
            <a:off x="896937" y="1825942"/>
            <a:ext cx="5981065" cy="7124700"/>
            <a:chOff x="896937" y="1825942"/>
            <a:chExt cx="5981065" cy="7124700"/>
          </a:xfrm>
        </p:grpSpPr>
        <p:sp>
          <p:nvSpPr>
            <p:cNvPr id="4" name="object 4"/>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pic>
          <p:nvPicPr>
            <p:cNvPr id="5" name="object 5"/>
            <p:cNvPicPr/>
            <p:nvPr/>
          </p:nvPicPr>
          <p:blipFill>
            <a:blip r:embed="rId2" cstate="print"/>
            <a:stretch>
              <a:fillRect/>
            </a:stretch>
          </p:blipFill>
          <p:spPr>
            <a:xfrm>
              <a:off x="1173479" y="1956144"/>
              <a:ext cx="5340985" cy="4234659"/>
            </a:xfrm>
            <a:prstGeom prst="rect">
              <a:avLst/>
            </a:prstGeom>
          </p:spPr>
        </p:pic>
        <p:sp>
          <p:nvSpPr>
            <p:cNvPr id="6" name="object 6"/>
            <p:cNvSpPr/>
            <p:nvPr/>
          </p:nvSpPr>
          <p:spPr>
            <a:xfrm>
              <a:off x="1171892" y="1827529"/>
              <a:ext cx="5344160" cy="4456430"/>
            </a:xfrm>
            <a:custGeom>
              <a:avLst/>
              <a:gdLst/>
              <a:ahLst/>
              <a:cxnLst/>
              <a:rect l="l" t="t" r="r" b="b"/>
              <a:pathLst>
                <a:path w="5344159" h="4456430">
                  <a:moveTo>
                    <a:pt x="0" y="4456429"/>
                  </a:moveTo>
                  <a:lnTo>
                    <a:pt x="5344160" y="4456429"/>
                  </a:lnTo>
                  <a:lnTo>
                    <a:pt x="5344160" y="0"/>
                  </a:lnTo>
                  <a:lnTo>
                    <a:pt x="0" y="0"/>
                  </a:lnTo>
                  <a:lnTo>
                    <a:pt x="0" y="4456429"/>
                  </a:lnTo>
                  <a:close/>
                </a:path>
              </a:pathLst>
            </a:custGeom>
            <a:ln w="3175">
              <a:solidFill>
                <a:srgbClr val="000000"/>
              </a:solidFill>
            </a:ln>
          </p:spPr>
          <p:txBody>
            <a:bodyPr wrap="square" lIns="0" tIns="0" rIns="0" bIns="0" rtlCol="0"/>
            <a:lstStyle/>
            <a:p>
              <a:endParaRPr/>
            </a:p>
          </p:txBody>
        </p:sp>
      </p:grpSp>
      <p:sp>
        <p:nvSpPr>
          <p:cNvPr id="7" name="object 7"/>
          <p:cNvSpPr txBox="1"/>
          <p:nvPr/>
        </p:nvSpPr>
        <p:spPr>
          <a:xfrm>
            <a:off x="902017" y="1473581"/>
            <a:ext cx="113982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All</a:t>
            </a:r>
            <a:r>
              <a:rPr sz="1200" b="1" spc="-15" dirty="0">
                <a:latin typeface="Times New Roman"/>
                <a:cs typeface="Times New Roman"/>
              </a:rPr>
              <a:t> </a:t>
            </a:r>
            <a:r>
              <a:rPr sz="1200" b="1" spc="-10" dirty="0">
                <a:latin typeface="Times New Roman"/>
                <a:cs typeface="Times New Roman"/>
              </a:rPr>
              <a:t>Notifications:</a:t>
            </a:r>
            <a:endParaRPr sz="1200">
              <a:latin typeface="Times New Roman"/>
              <a:cs typeface="Times New Roman"/>
            </a:endParaRPr>
          </a:p>
        </p:txBody>
      </p:sp>
      <p:pic>
        <p:nvPicPr>
          <p:cNvPr id="8" name="object 8"/>
          <p:cNvPicPr/>
          <p:nvPr/>
        </p:nvPicPr>
        <p:blipFill>
          <a:blip r:embed="rId3" cstate="print"/>
          <a:stretch>
            <a:fillRect/>
          </a:stretch>
        </p:blipFill>
        <p:spPr>
          <a:xfrm>
            <a:off x="304800" y="304800"/>
            <a:ext cx="7165084" cy="9451022"/>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125</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3" name="object 3"/>
          <p:cNvSpPr txBox="1"/>
          <p:nvPr/>
        </p:nvSpPr>
        <p:spPr>
          <a:xfrm>
            <a:off x="902017" y="434340"/>
            <a:ext cx="6100763" cy="1213153"/>
          </a:xfrm>
          <a:prstGeom prst="rect">
            <a:avLst/>
          </a:prstGeom>
        </p:spPr>
        <p:txBody>
          <a:bodyPr vert="horz" wrap="square" lIns="0" tIns="12700" rIns="0" bIns="0" rtlCol="0">
            <a:spAutoFit/>
          </a:bodyPr>
          <a:lstStyle/>
          <a:p>
            <a:pPr marL="3653790">
              <a:lnSpc>
                <a:spcPct val="100000"/>
              </a:lnSpc>
              <a:spcBef>
                <a:spcPts val="100"/>
              </a:spcBef>
            </a:pPr>
            <a:r>
              <a:rPr lang="en-US" sz="1200" b="1" dirty="0"/>
              <a:t>Legal Case Management System</a:t>
            </a:r>
            <a:endParaRPr sz="1200" dirty="0">
              <a:latin typeface="Times New Roman"/>
              <a:cs typeface="Times New Roman"/>
            </a:endParaRPr>
          </a:p>
          <a:p>
            <a:pPr marL="12700">
              <a:lnSpc>
                <a:spcPct val="100000"/>
              </a:lnSpc>
            </a:pPr>
            <a:r>
              <a:rPr sz="1800" b="1" u="sng" dirty="0">
                <a:uFill>
                  <a:solidFill>
                    <a:srgbClr val="000000"/>
                  </a:solidFill>
                </a:uFill>
                <a:latin typeface="Times New Roman"/>
                <a:cs typeface="Times New Roman"/>
              </a:rPr>
              <a:t>10.</a:t>
            </a:r>
            <a:r>
              <a:rPr sz="1800" b="1" u="sng" spc="-20" dirty="0">
                <a:uFill>
                  <a:solidFill>
                    <a:srgbClr val="000000"/>
                  </a:solidFill>
                </a:uFill>
                <a:latin typeface="Times New Roman"/>
                <a:cs typeface="Times New Roman"/>
              </a:rPr>
              <a:t> </a:t>
            </a:r>
            <a:r>
              <a:rPr sz="1800" b="1" u="sng" spc="-10" dirty="0">
                <a:uFill>
                  <a:solidFill>
                    <a:srgbClr val="000000"/>
                  </a:solidFill>
                </a:uFill>
                <a:latin typeface="Times New Roman"/>
                <a:cs typeface="Times New Roman"/>
              </a:rPr>
              <a:t>Testing</a:t>
            </a:r>
            <a:endParaRPr sz="1800" dirty="0">
              <a:latin typeface="Times New Roman"/>
              <a:cs typeface="Times New Roman"/>
            </a:endParaRPr>
          </a:p>
          <a:p>
            <a:r>
              <a:rPr lang="en-US" sz="1200" dirty="0"/>
              <a:t>In the development of the </a:t>
            </a:r>
            <a:r>
              <a:rPr lang="en-US" sz="1200" b="1" dirty="0"/>
              <a:t>Legal Case Management System</a:t>
            </a:r>
            <a:r>
              <a:rPr lang="en-US" sz="1200" dirty="0"/>
              <a:t>, a comprehensive testing strategy was implemented to ensure the system’s functionality, reliability, security, and usability across all modules. The testing process involved both </a:t>
            </a:r>
            <a:r>
              <a:rPr lang="en-US" sz="1200" b="1" dirty="0"/>
              <a:t>manual and automated techniques</a:t>
            </a:r>
            <a:r>
              <a:rPr lang="en-US" sz="1200" dirty="0"/>
              <a:t> and was conducted in multiple phases to deliver a stable and efficient system.</a:t>
            </a:r>
          </a:p>
        </p:txBody>
      </p:sp>
      <p:grpSp>
        <p:nvGrpSpPr>
          <p:cNvPr id="4" name="object 4"/>
          <p:cNvGrpSpPr/>
          <p:nvPr/>
        </p:nvGrpSpPr>
        <p:grpSpPr>
          <a:xfrm>
            <a:off x="931862" y="2056289"/>
            <a:ext cx="5946140" cy="20955"/>
            <a:chOff x="914400" y="2374900"/>
            <a:chExt cx="5946140" cy="20955"/>
          </a:xfrm>
        </p:grpSpPr>
        <p:sp>
          <p:nvSpPr>
            <p:cNvPr id="5" name="object 5"/>
            <p:cNvSpPr/>
            <p:nvPr/>
          </p:nvSpPr>
          <p:spPr>
            <a:xfrm>
              <a:off x="914400" y="2374899"/>
              <a:ext cx="5943600" cy="20320"/>
            </a:xfrm>
            <a:custGeom>
              <a:avLst/>
              <a:gdLst/>
              <a:ahLst/>
              <a:cxnLst/>
              <a:rect l="l" t="t" r="r" b="b"/>
              <a:pathLst>
                <a:path w="5943600" h="20319">
                  <a:moveTo>
                    <a:pt x="5943600" y="0"/>
                  </a:moveTo>
                  <a:lnTo>
                    <a:pt x="0" y="0"/>
                  </a:lnTo>
                  <a:lnTo>
                    <a:pt x="0" y="20320"/>
                  </a:lnTo>
                  <a:lnTo>
                    <a:pt x="5943600" y="20320"/>
                  </a:lnTo>
                  <a:lnTo>
                    <a:pt x="5943600" y="0"/>
                  </a:lnTo>
                  <a:close/>
                </a:path>
              </a:pathLst>
            </a:custGeom>
            <a:solidFill>
              <a:srgbClr val="9F9F9F"/>
            </a:solidFill>
          </p:spPr>
          <p:txBody>
            <a:bodyPr wrap="square" lIns="0" tIns="0" rIns="0" bIns="0" rtlCol="0"/>
            <a:lstStyle/>
            <a:p>
              <a:endParaRPr/>
            </a:p>
          </p:txBody>
        </p:sp>
        <p:sp>
          <p:nvSpPr>
            <p:cNvPr id="6" name="object 6"/>
            <p:cNvSpPr/>
            <p:nvPr/>
          </p:nvSpPr>
          <p:spPr>
            <a:xfrm>
              <a:off x="6857746" y="2375535"/>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7" name="object 7"/>
            <p:cNvSpPr/>
            <p:nvPr/>
          </p:nvSpPr>
          <p:spPr>
            <a:xfrm>
              <a:off x="914717" y="2375534"/>
              <a:ext cx="5946140" cy="17780"/>
            </a:xfrm>
            <a:custGeom>
              <a:avLst/>
              <a:gdLst/>
              <a:ahLst/>
              <a:cxnLst/>
              <a:rect l="l" t="t" r="r" b="b"/>
              <a:pathLst>
                <a:path w="5946140" h="17780">
                  <a:moveTo>
                    <a:pt x="2540" y="2540"/>
                  </a:moveTo>
                  <a:lnTo>
                    <a:pt x="0" y="2540"/>
                  </a:lnTo>
                  <a:lnTo>
                    <a:pt x="0" y="17780"/>
                  </a:lnTo>
                  <a:lnTo>
                    <a:pt x="2540" y="17780"/>
                  </a:lnTo>
                  <a:lnTo>
                    <a:pt x="2540" y="2540"/>
                  </a:lnTo>
                  <a:close/>
                </a:path>
                <a:path w="5946140" h="17780">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8" name="object 8"/>
            <p:cNvSpPr/>
            <p:nvPr/>
          </p:nvSpPr>
          <p:spPr>
            <a:xfrm>
              <a:off x="6857746" y="2378075"/>
              <a:ext cx="2540" cy="15240"/>
            </a:xfrm>
            <a:custGeom>
              <a:avLst/>
              <a:gdLst/>
              <a:ahLst/>
              <a:cxnLst/>
              <a:rect l="l" t="t" r="r" b="b"/>
              <a:pathLst>
                <a:path w="2540" h="15239">
                  <a:moveTo>
                    <a:pt x="2539" y="0"/>
                  </a:moveTo>
                  <a:lnTo>
                    <a:pt x="0" y="0"/>
                  </a:lnTo>
                  <a:lnTo>
                    <a:pt x="0" y="15240"/>
                  </a:lnTo>
                  <a:lnTo>
                    <a:pt x="2539" y="15240"/>
                  </a:lnTo>
                  <a:lnTo>
                    <a:pt x="2539" y="0"/>
                  </a:lnTo>
                  <a:close/>
                </a:path>
              </a:pathLst>
            </a:custGeom>
            <a:solidFill>
              <a:srgbClr val="E2E2E2"/>
            </a:solidFill>
          </p:spPr>
          <p:txBody>
            <a:bodyPr wrap="square" lIns="0" tIns="0" rIns="0" bIns="0" rtlCol="0"/>
            <a:lstStyle/>
            <a:p>
              <a:endParaRPr/>
            </a:p>
          </p:txBody>
        </p:sp>
        <p:sp>
          <p:nvSpPr>
            <p:cNvPr id="9" name="object 9"/>
            <p:cNvSpPr/>
            <p:nvPr/>
          </p:nvSpPr>
          <p:spPr>
            <a:xfrm>
              <a:off x="914717" y="2393314"/>
              <a:ext cx="2540" cy="2540"/>
            </a:xfrm>
            <a:custGeom>
              <a:avLst/>
              <a:gdLst/>
              <a:ahLst/>
              <a:cxnLst/>
              <a:rect l="l" t="t" r="r" b="b"/>
              <a:pathLst>
                <a:path w="2540" h="2539">
                  <a:moveTo>
                    <a:pt x="2540" y="0"/>
                  </a:moveTo>
                  <a:lnTo>
                    <a:pt x="0" y="0"/>
                  </a:lnTo>
                  <a:lnTo>
                    <a:pt x="0" y="2540"/>
                  </a:lnTo>
                  <a:lnTo>
                    <a:pt x="2540" y="2540"/>
                  </a:lnTo>
                  <a:lnTo>
                    <a:pt x="2540" y="0"/>
                  </a:lnTo>
                  <a:close/>
                </a:path>
              </a:pathLst>
            </a:custGeom>
            <a:solidFill>
              <a:srgbClr val="9F9F9F"/>
            </a:solidFill>
          </p:spPr>
          <p:txBody>
            <a:bodyPr wrap="square" lIns="0" tIns="0" rIns="0" bIns="0" rtlCol="0"/>
            <a:lstStyle/>
            <a:p>
              <a:endParaRPr/>
            </a:p>
          </p:txBody>
        </p:sp>
        <p:sp>
          <p:nvSpPr>
            <p:cNvPr id="10" name="object 10"/>
            <p:cNvSpPr/>
            <p:nvPr/>
          </p:nvSpPr>
          <p:spPr>
            <a:xfrm>
              <a:off x="914717" y="2393314"/>
              <a:ext cx="5946140" cy="2540"/>
            </a:xfrm>
            <a:custGeom>
              <a:avLst/>
              <a:gdLst/>
              <a:ahLst/>
              <a:cxnLst/>
              <a:rect l="l" t="t" r="r" b="b"/>
              <a:pathLst>
                <a:path w="5946140" h="2539">
                  <a:moveTo>
                    <a:pt x="5942965" y="0"/>
                  </a:moveTo>
                  <a:lnTo>
                    <a:pt x="2540" y="0"/>
                  </a:lnTo>
                  <a:lnTo>
                    <a:pt x="0" y="0"/>
                  </a:lnTo>
                  <a:lnTo>
                    <a:pt x="0" y="2540"/>
                  </a:lnTo>
                  <a:lnTo>
                    <a:pt x="2540" y="2540"/>
                  </a:lnTo>
                  <a:lnTo>
                    <a:pt x="5942965" y="2540"/>
                  </a:lnTo>
                  <a:lnTo>
                    <a:pt x="5942965" y="0"/>
                  </a:lnTo>
                  <a:close/>
                </a:path>
                <a:path w="5946140" h="2539">
                  <a:moveTo>
                    <a:pt x="5945556" y="0"/>
                  </a:moveTo>
                  <a:lnTo>
                    <a:pt x="5943028" y="0"/>
                  </a:lnTo>
                  <a:lnTo>
                    <a:pt x="5943028" y="2540"/>
                  </a:lnTo>
                  <a:lnTo>
                    <a:pt x="5945556" y="2540"/>
                  </a:lnTo>
                  <a:lnTo>
                    <a:pt x="5945556" y="0"/>
                  </a:lnTo>
                  <a:close/>
                </a:path>
              </a:pathLst>
            </a:custGeom>
            <a:solidFill>
              <a:srgbClr val="E2E2E2"/>
            </a:solidFill>
          </p:spPr>
          <p:txBody>
            <a:bodyPr wrap="square" lIns="0" tIns="0" rIns="0" bIns="0" rtlCol="0"/>
            <a:lstStyle/>
            <a:p>
              <a:endParaRPr/>
            </a:p>
          </p:txBody>
        </p:sp>
      </p:grpSp>
      <p:sp>
        <p:nvSpPr>
          <p:cNvPr id="11" name="object 11"/>
          <p:cNvSpPr txBox="1"/>
          <p:nvPr/>
        </p:nvSpPr>
        <p:spPr>
          <a:xfrm>
            <a:off x="902017" y="2591435"/>
            <a:ext cx="5884545" cy="1319592"/>
          </a:xfrm>
          <a:prstGeom prst="rect">
            <a:avLst/>
          </a:prstGeom>
        </p:spPr>
        <p:txBody>
          <a:bodyPr vert="horz" wrap="square" lIns="0" tIns="13970" rIns="0" bIns="0" rtlCol="0">
            <a:spAutoFit/>
          </a:bodyPr>
          <a:lstStyle/>
          <a:p>
            <a:pPr marL="12700">
              <a:lnSpc>
                <a:spcPct val="100000"/>
              </a:lnSpc>
              <a:spcBef>
                <a:spcPts val="110"/>
              </a:spcBef>
            </a:pPr>
            <a:r>
              <a:rPr sz="1350" b="1" spc="-10" dirty="0">
                <a:latin typeface="Times New Roman"/>
                <a:cs typeface="Times New Roman"/>
              </a:rPr>
              <a:t>Authentication </a:t>
            </a:r>
            <a:r>
              <a:rPr sz="1350" b="1" dirty="0">
                <a:latin typeface="Times New Roman"/>
                <a:cs typeface="Times New Roman"/>
              </a:rPr>
              <a:t>&amp;</a:t>
            </a:r>
            <a:r>
              <a:rPr sz="1350" b="1" spc="10" dirty="0">
                <a:latin typeface="Times New Roman"/>
                <a:cs typeface="Times New Roman"/>
              </a:rPr>
              <a:t> </a:t>
            </a:r>
            <a:r>
              <a:rPr sz="1350" b="1" dirty="0">
                <a:latin typeface="Times New Roman"/>
                <a:cs typeface="Times New Roman"/>
              </a:rPr>
              <a:t>Access</a:t>
            </a:r>
            <a:r>
              <a:rPr sz="1350" b="1" spc="20" dirty="0">
                <a:latin typeface="Times New Roman"/>
                <a:cs typeface="Times New Roman"/>
              </a:rPr>
              <a:t> </a:t>
            </a:r>
            <a:r>
              <a:rPr sz="1350" b="1" spc="-10" dirty="0">
                <a:latin typeface="Times New Roman"/>
                <a:cs typeface="Times New Roman"/>
              </a:rPr>
              <a:t>Control</a:t>
            </a:r>
            <a:endParaRPr sz="1350" dirty="0">
              <a:latin typeface="Times New Roman"/>
              <a:cs typeface="Times New Roman"/>
            </a:endParaRPr>
          </a:p>
          <a:p>
            <a:pPr marL="103505" indent="-90805">
              <a:lnSpc>
                <a:spcPts val="1410"/>
              </a:lnSpc>
              <a:spcBef>
                <a:spcPts val="1350"/>
              </a:spcBef>
              <a:buChar char="•"/>
              <a:tabLst>
                <a:tab pos="103505" algn="l"/>
              </a:tabLst>
            </a:pPr>
            <a:r>
              <a:rPr sz="1200" b="1" dirty="0">
                <a:latin typeface="Times New Roman"/>
                <a:cs typeface="Times New Roman"/>
              </a:rPr>
              <a:t>Login</a:t>
            </a:r>
            <a:r>
              <a:rPr sz="1200" b="1" spc="-30" dirty="0">
                <a:latin typeface="Times New Roman"/>
                <a:cs typeface="Times New Roman"/>
              </a:rPr>
              <a:t> </a:t>
            </a:r>
            <a:r>
              <a:rPr sz="1200" b="1" dirty="0">
                <a:latin typeface="Times New Roman"/>
                <a:cs typeface="Times New Roman"/>
              </a:rPr>
              <a:t>and</a:t>
            </a:r>
            <a:r>
              <a:rPr sz="1200" b="1" spc="-25" dirty="0">
                <a:latin typeface="Times New Roman"/>
                <a:cs typeface="Times New Roman"/>
              </a:rPr>
              <a:t> </a:t>
            </a:r>
            <a:r>
              <a:rPr sz="1200" b="1" spc="-10" dirty="0">
                <a:latin typeface="Times New Roman"/>
                <a:cs typeface="Times New Roman"/>
              </a:rPr>
              <a:t>Logout:</a:t>
            </a:r>
            <a:endParaRPr sz="1200" dirty="0">
              <a:latin typeface="Times New Roman"/>
              <a:cs typeface="Times New Roman"/>
            </a:endParaRPr>
          </a:p>
          <a:p>
            <a:r>
              <a:rPr lang="en-US" sz="1200" dirty="0"/>
              <a:t>The login and logout functionalities of the </a:t>
            </a:r>
            <a:r>
              <a:rPr lang="en-US" sz="1200" b="1" dirty="0"/>
              <a:t>Legal Case Management System</a:t>
            </a:r>
            <a:r>
              <a:rPr lang="en-US" sz="1200" dirty="0"/>
              <a:t> were thoroughly tested for different user roles, including </a:t>
            </a:r>
            <a:r>
              <a:rPr lang="en-US" sz="1200" b="1" dirty="0"/>
              <a:t>Client, Lawyer (Staff), and Admin</a:t>
            </a:r>
            <a:r>
              <a:rPr lang="en-US" sz="1200" dirty="0"/>
              <a:t>. The testing focused on ensuring secure authentication, proper session handling, and controlled access based on user roles.</a:t>
            </a:r>
          </a:p>
        </p:txBody>
      </p:sp>
      <p:grpSp>
        <p:nvGrpSpPr>
          <p:cNvPr id="12" name="object 12"/>
          <p:cNvGrpSpPr/>
          <p:nvPr/>
        </p:nvGrpSpPr>
        <p:grpSpPr>
          <a:xfrm>
            <a:off x="914400" y="3990340"/>
            <a:ext cx="5946140" cy="21590"/>
            <a:chOff x="914400" y="3990340"/>
            <a:chExt cx="5946140" cy="21590"/>
          </a:xfrm>
        </p:grpSpPr>
        <p:sp>
          <p:nvSpPr>
            <p:cNvPr id="13" name="object 13"/>
            <p:cNvSpPr/>
            <p:nvPr/>
          </p:nvSpPr>
          <p:spPr>
            <a:xfrm>
              <a:off x="914400" y="3990339"/>
              <a:ext cx="5943600" cy="20320"/>
            </a:xfrm>
            <a:custGeom>
              <a:avLst/>
              <a:gdLst/>
              <a:ahLst/>
              <a:cxnLst/>
              <a:rect l="l" t="t" r="r" b="b"/>
              <a:pathLst>
                <a:path w="5943600" h="20320">
                  <a:moveTo>
                    <a:pt x="5943600" y="0"/>
                  </a:moveTo>
                  <a:lnTo>
                    <a:pt x="0" y="0"/>
                  </a:lnTo>
                  <a:lnTo>
                    <a:pt x="0" y="20320"/>
                  </a:lnTo>
                  <a:lnTo>
                    <a:pt x="5943600" y="20320"/>
                  </a:lnTo>
                  <a:lnTo>
                    <a:pt x="5943600" y="0"/>
                  </a:lnTo>
                  <a:close/>
                </a:path>
              </a:pathLst>
            </a:custGeom>
            <a:solidFill>
              <a:srgbClr val="9F9F9F"/>
            </a:solidFill>
          </p:spPr>
          <p:txBody>
            <a:bodyPr wrap="square" lIns="0" tIns="0" rIns="0" bIns="0" rtlCol="0"/>
            <a:lstStyle/>
            <a:p>
              <a:endParaRPr/>
            </a:p>
          </p:txBody>
        </p:sp>
        <p:sp>
          <p:nvSpPr>
            <p:cNvPr id="14" name="object 14"/>
            <p:cNvSpPr/>
            <p:nvPr/>
          </p:nvSpPr>
          <p:spPr>
            <a:xfrm>
              <a:off x="6857746" y="3991356"/>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15" name="object 15"/>
            <p:cNvSpPr/>
            <p:nvPr/>
          </p:nvSpPr>
          <p:spPr>
            <a:xfrm>
              <a:off x="914717" y="3991355"/>
              <a:ext cx="5946140" cy="17780"/>
            </a:xfrm>
            <a:custGeom>
              <a:avLst/>
              <a:gdLst/>
              <a:ahLst/>
              <a:cxnLst/>
              <a:rect l="l" t="t" r="r" b="b"/>
              <a:pathLst>
                <a:path w="5946140" h="17779">
                  <a:moveTo>
                    <a:pt x="2540" y="2540"/>
                  </a:moveTo>
                  <a:lnTo>
                    <a:pt x="0" y="2540"/>
                  </a:lnTo>
                  <a:lnTo>
                    <a:pt x="0" y="17780"/>
                  </a:lnTo>
                  <a:lnTo>
                    <a:pt x="2540" y="17780"/>
                  </a:lnTo>
                  <a:lnTo>
                    <a:pt x="2540" y="2540"/>
                  </a:lnTo>
                  <a:close/>
                </a:path>
                <a:path w="5946140" h="17779">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16" name="object 16"/>
            <p:cNvSpPr/>
            <p:nvPr/>
          </p:nvSpPr>
          <p:spPr>
            <a:xfrm>
              <a:off x="6857746" y="3993896"/>
              <a:ext cx="2540" cy="15240"/>
            </a:xfrm>
            <a:custGeom>
              <a:avLst/>
              <a:gdLst/>
              <a:ahLst/>
              <a:cxnLst/>
              <a:rect l="l" t="t" r="r" b="b"/>
              <a:pathLst>
                <a:path w="2540" h="15239">
                  <a:moveTo>
                    <a:pt x="2539" y="0"/>
                  </a:moveTo>
                  <a:lnTo>
                    <a:pt x="0" y="0"/>
                  </a:lnTo>
                  <a:lnTo>
                    <a:pt x="0" y="15239"/>
                  </a:lnTo>
                  <a:lnTo>
                    <a:pt x="2539" y="15239"/>
                  </a:lnTo>
                  <a:lnTo>
                    <a:pt x="2539" y="0"/>
                  </a:lnTo>
                  <a:close/>
                </a:path>
              </a:pathLst>
            </a:custGeom>
            <a:solidFill>
              <a:srgbClr val="E2E2E2"/>
            </a:solidFill>
          </p:spPr>
          <p:txBody>
            <a:bodyPr wrap="square" lIns="0" tIns="0" rIns="0" bIns="0" rtlCol="0"/>
            <a:lstStyle/>
            <a:p>
              <a:endParaRPr/>
            </a:p>
          </p:txBody>
        </p:sp>
        <p:sp>
          <p:nvSpPr>
            <p:cNvPr id="17" name="object 17"/>
            <p:cNvSpPr/>
            <p:nvPr/>
          </p:nvSpPr>
          <p:spPr>
            <a:xfrm>
              <a:off x="914717" y="4009009"/>
              <a:ext cx="2540" cy="2540"/>
            </a:xfrm>
            <a:custGeom>
              <a:avLst/>
              <a:gdLst/>
              <a:ahLst/>
              <a:cxnLst/>
              <a:rect l="l" t="t" r="r" b="b"/>
              <a:pathLst>
                <a:path w="2540" h="2539">
                  <a:moveTo>
                    <a:pt x="2540" y="0"/>
                  </a:moveTo>
                  <a:lnTo>
                    <a:pt x="0" y="0"/>
                  </a:lnTo>
                  <a:lnTo>
                    <a:pt x="0" y="2539"/>
                  </a:lnTo>
                  <a:lnTo>
                    <a:pt x="2540" y="2539"/>
                  </a:lnTo>
                  <a:lnTo>
                    <a:pt x="2540" y="0"/>
                  </a:lnTo>
                  <a:close/>
                </a:path>
              </a:pathLst>
            </a:custGeom>
            <a:solidFill>
              <a:srgbClr val="9F9F9F"/>
            </a:solidFill>
          </p:spPr>
          <p:txBody>
            <a:bodyPr wrap="square" lIns="0" tIns="0" rIns="0" bIns="0" rtlCol="0"/>
            <a:lstStyle/>
            <a:p>
              <a:endParaRPr/>
            </a:p>
          </p:txBody>
        </p:sp>
        <p:sp>
          <p:nvSpPr>
            <p:cNvPr id="18" name="object 18"/>
            <p:cNvSpPr/>
            <p:nvPr/>
          </p:nvSpPr>
          <p:spPr>
            <a:xfrm>
              <a:off x="914717" y="4009021"/>
              <a:ext cx="5946140" cy="2540"/>
            </a:xfrm>
            <a:custGeom>
              <a:avLst/>
              <a:gdLst/>
              <a:ahLst/>
              <a:cxnLst/>
              <a:rect l="l" t="t" r="r" b="b"/>
              <a:pathLst>
                <a:path w="5946140" h="2539">
                  <a:moveTo>
                    <a:pt x="5942965" y="0"/>
                  </a:moveTo>
                  <a:lnTo>
                    <a:pt x="2540" y="0"/>
                  </a:lnTo>
                  <a:lnTo>
                    <a:pt x="0" y="0"/>
                  </a:lnTo>
                  <a:lnTo>
                    <a:pt x="0" y="2527"/>
                  </a:lnTo>
                  <a:lnTo>
                    <a:pt x="2540" y="2527"/>
                  </a:lnTo>
                  <a:lnTo>
                    <a:pt x="5942965" y="2527"/>
                  </a:lnTo>
                  <a:lnTo>
                    <a:pt x="5942965" y="0"/>
                  </a:lnTo>
                  <a:close/>
                </a:path>
                <a:path w="5946140" h="2539">
                  <a:moveTo>
                    <a:pt x="5945556" y="0"/>
                  </a:moveTo>
                  <a:lnTo>
                    <a:pt x="5943028" y="0"/>
                  </a:lnTo>
                  <a:lnTo>
                    <a:pt x="5943028" y="2527"/>
                  </a:lnTo>
                  <a:lnTo>
                    <a:pt x="5945556" y="2527"/>
                  </a:lnTo>
                  <a:lnTo>
                    <a:pt x="5945556" y="0"/>
                  </a:lnTo>
                  <a:close/>
                </a:path>
              </a:pathLst>
            </a:custGeom>
            <a:solidFill>
              <a:srgbClr val="E2E2E2"/>
            </a:solidFill>
          </p:spPr>
          <p:txBody>
            <a:bodyPr wrap="square" lIns="0" tIns="0" rIns="0" bIns="0" rtlCol="0"/>
            <a:lstStyle/>
            <a:p>
              <a:endParaRPr/>
            </a:p>
          </p:txBody>
        </p:sp>
      </p:grpSp>
      <p:sp>
        <p:nvSpPr>
          <p:cNvPr id="19" name="object 19"/>
          <p:cNvSpPr txBox="1"/>
          <p:nvPr/>
        </p:nvSpPr>
        <p:spPr>
          <a:xfrm>
            <a:off x="902017" y="4207128"/>
            <a:ext cx="5881370" cy="3053400"/>
          </a:xfrm>
          <a:prstGeom prst="rect">
            <a:avLst/>
          </a:prstGeom>
        </p:spPr>
        <p:txBody>
          <a:bodyPr vert="horz" wrap="square" lIns="0" tIns="13970" rIns="0" bIns="0" rtlCol="0">
            <a:spAutoFit/>
          </a:bodyPr>
          <a:lstStyle/>
          <a:p>
            <a:pPr marL="12700">
              <a:lnSpc>
                <a:spcPct val="100000"/>
              </a:lnSpc>
              <a:spcBef>
                <a:spcPts val="110"/>
              </a:spcBef>
            </a:pPr>
            <a:r>
              <a:rPr lang="en-IN" sz="1350" b="1" dirty="0"/>
              <a:t>Case Management</a:t>
            </a:r>
          </a:p>
          <a:p>
            <a:pPr marL="12700">
              <a:lnSpc>
                <a:spcPct val="100000"/>
              </a:lnSpc>
              <a:spcBef>
                <a:spcPts val="110"/>
              </a:spcBef>
            </a:pPr>
            <a:r>
              <a:rPr lang="en-IN" sz="1350" b="1" dirty="0"/>
              <a:t>Case Creation and Submission:</a:t>
            </a:r>
          </a:p>
          <a:p>
            <a:pPr marL="12700">
              <a:lnSpc>
                <a:spcPct val="100000"/>
              </a:lnSpc>
              <a:spcBef>
                <a:spcPts val="110"/>
              </a:spcBef>
            </a:pPr>
            <a:r>
              <a:rPr lang="en-US" sz="1200" dirty="0"/>
              <a:t>Test cases were designed to validate that clients can successfully create and submit cases with required details such as </a:t>
            </a:r>
            <a:r>
              <a:rPr lang="en-US" sz="1200" b="1" dirty="0"/>
              <a:t>case title, description, and related information</a:t>
            </a:r>
            <a:r>
              <a:rPr lang="en-US" sz="1200" dirty="0"/>
              <a:t>. All input fields were validated to ensure </a:t>
            </a:r>
            <a:r>
              <a:rPr lang="en-US" sz="1200" b="1" dirty="0"/>
              <a:t>data integrity and correctness</a:t>
            </a:r>
            <a:r>
              <a:rPr lang="en-US" sz="1200" dirty="0"/>
              <a:t>.</a:t>
            </a:r>
          </a:p>
          <a:p>
            <a:pPr marL="12700">
              <a:lnSpc>
                <a:spcPct val="100000"/>
              </a:lnSpc>
              <a:spcBef>
                <a:spcPts val="110"/>
              </a:spcBef>
            </a:pPr>
            <a:endParaRPr lang="en-IN" sz="1200" b="1" dirty="0"/>
          </a:p>
          <a:p>
            <a:r>
              <a:rPr lang="en-US" sz="1200" b="1" dirty="0"/>
              <a:t>Case Status Management:</a:t>
            </a:r>
          </a:p>
          <a:p>
            <a:r>
              <a:rPr lang="en-US" sz="1200" dirty="0"/>
              <a:t>The entire case lifecycle was tested, covering transitions such as:</a:t>
            </a:r>
          </a:p>
          <a:p>
            <a:r>
              <a:rPr lang="en-US" sz="1200" b="1" dirty="0"/>
              <a:t>Filed → In Progress → Hearing Scheduled → Judgement Given → Closed</a:t>
            </a:r>
          </a:p>
          <a:p>
            <a:endParaRPr lang="en-US" sz="1200" dirty="0"/>
          </a:p>
          <a:p>
            <a:r>
              <a:rPr lang="en-US" sz="1200" b="1" dirty="0"/>
              <a:t>View Cases by Role:</a:t>
            </a:r>
          </a:p>
          <a:p>
            <a:r>
              <a:rPr lang="en-US" sz="1200" dirty="0"/>
              <a:t>Role-based visibility was validated to ensure proper access control:</a:t>
            </a:r>
          </a:p>
          <a:p>
            <a:r>
              <a:rPr lang="en-US" sz="1200" b="1" dirty="0"/>
              <a:t>-&gt;Clients</a:t>
            </a:r>
            <a:r>
              <a:rPr lang="en-US" sz="1200" dirty="0"/>
              <a:t> can view only their own cases </a:t>
            </a:r>
          </a:p>
          <a:p>
            <a:r>
              <a:rPr lang="en-US" sz="1200" b="1" dirty="0"/>
              <a:t>-&gt;Lawyers/Staff</a:t>
            </a:r>
            <a:r>
              <a:rPr lang="en-US" sz="1200" dirty="0"/>
              <a:t> can access and manage assigned cases </a:t>
            </a:r>
          </a:p>
          <a:p>
            <a:r>
              <a:rPr lang="en-US" sz="1200" b="1" dirty="0"/>
              <a:t>-&gt;Admins</a:t>
            </a:r>
            <a:r>
              <a:rPr lang="en-US" sz="1200" dirty="0"/>
              <a:t> can view and manage all cases in the system </a:t>
            </a:r>
          </a:p>
          <a:p>
            <a:r>
              <a:rPr lang="en-US" sz="1200" dirty="0"/>
              <a:t>Unauthorized access attempts were restricted to maintain system security.</a:t>
            </a:r>
          </a:p>
        </p:txBody>
      </p:sp>
      <p:sp>
        <p:nvSpPr>
          <p:cNvPr id="28" name="object 28"/>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126</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grpSp>
        <p:nvGrpSpPr>
          <p:cNvPr id="29" name="object 20"/>
          <p:cNvGrpSpPr/>
          <p:nvPr/>
        </p:nvGrpSpPr>
        <p:grpSpPr>
          <a:xfrm>
            <a:off x="914400" y="7891779"/>
            <a:ext cx="5946457" cy="22226"/>
            <a:chOff x="914400" y="7891779"/>
            <a:chExt cx="5946457" cy="22226"/>
          </a:xfrm>
        </p:grpSpPr>
        <p:sp>
          <p:nvSpPr>
            <p:cNvPr id="30" name="object 21"/>
            <p:cNvSpPr/>
            <p:nvPr/>
          </p:nvSpPr>
          <p:spPr>
            <a:xfrm>
              <a:off x="914400" y="7891779"/>
              <a:ext cx="5943600" cy="20320"/>
            </a:xfrm>
            <a:custGeom>
              <a:avLst/>
              <a:gdLst/>
              <a:ahLst/>
              <a:cxnLst/>
              <a:rect l="l" t="t" r="r" b="b"/>
              <a:pathLst>
                <a:path w="5943600" h="20320">
                  <a:moveTo>
                    <a:pt x="5943600" y="0"/>
                  </a:moveTo>
                  <a:lnTo>
                    <a:pt x="0" y="0"/>
                  </a:lnTo>
                  <a:lnTo>
                    <a:pt x="0" y="20320"/>
                  </a:lnTo>
                  <a:lnTo>
                    <a:pt x="5943600" y="20320"/>
                  </a:lnTo>
                  <a:lnTo>
                    <a:pt x="5943600" y="0"/>
                  </a:lnTo>
                  <a:close/>
                </a:path>
              </a:pathLst>
            </a:custGeom>
            <a:solidFill>
              <a:srgbClr val="9F9F9F"/>
            </a:solidFill>
          </p:spPr>
          <p:txBody>
            <a:bodyPr wrap="square" lIns="0" tIns="0" rIns="0" bIns="0" rtlCol="0"/>
            <a:lstStyle/>
            <a:p>
              <a:endParaRPr/>
            </a:p>
          </p:txBody>
        </p:sp>
        <p:sp>
          <p:nvSpPr>
            <p:cNvPr id="31" name="object 22"/>
            <p:cNvSpPr/>
            <p:nvPr/>
          </p:nvSpPr>
          <p:spPr>
            <a:xfrm>
              <a:off x="6857745" y="7893684"/>
              <a:ext cx="2540" cy="2540"/>
            </a:xfrm>
            <a:custGeom>
              <a:avLst/>
              <a:gdLst/>
              <a:ahLst/>
              <a:cxnLst/>
              <a:rect l="l" t="t" r="r" b="b"/>
              <a:pathLst>
                <a:path w="2540" h="2540">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32" name="object 23"/>
            <p:cNvSpPr/>
            <p:nvPr/>
          </p:nvSpPr>
          <p:spPr>
            <a:xfrm>
              <a:off x="914717" y="7893684"/>
              <a:ext cx="5946140" cy="17780"/>
            </a:xfrm>
            <a:custGeom>
              <a:avLst/>
              <a:gdLst/>
              <a:ahLst/>
              <a:cxnLst/>
              <a:rect l="l" t="t" r="r" b="b"/>
              <a:pathLst>
                <a:path w="5946140" h="17779">
                  <a:moveTo>
                    <a:pt x="2540" y="2540"/>
                  </a:moveTo>
                  <a:lnTo>
                    <a:pt x="0" y="2540"/>
                  </a:lnTo>
                  <a:lnTo>
                    <a:pt x="0" y="17780"/>
                  </a:lnTo>
                  <a:lnTo>
                    <a:pt x="2540" y="17780"/>
                  </a:lnTo>
                  <a:lnTo>
                    <a:pt x="2540" y="2540"/>
                  </a:lnTo>
                  <a:close/>
                </a:path>
                <a:path w="5946140" h="17779">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33" name="object 24"/>
            <p:cNvSpPr/>
            <p:nvPr/>
          </p:nvSpPr>
          <p:spPr>
            <a:xfrm>
              <a:off x="6857745" y="7896225"/>
              <a:ext cx="2540" cy="15240"/>
            </a:xfrm>
            <a:custGeom>
              <a:avLst/>
              <a:gdLst/>
              <a:ahLst/>
              <a:cxnLst/>
              <a:rect l="l" t="t" r="r" b="b"/>
              <a:pathLst>
                <a:path w="2540" h="15240">
                  <a:moveTo>
                    <a:pt x="2539" y="0"/>
                  </a:moveTo>
                  <a:lnTo>
                    <a:pt x="0" y="0"/>
                  </a:lnTo>
                  <a:lnTo>
                    <a:pt x="0" y="15239"/>
                  </a:lnTo>
                  <a:lnTo>
                    <a:pt x="2539" y="15239"/>
                  </a:lnTo>
                  <a:lnTo>
                    <a:pt x="2539" y="0"/>
                  </a:lnTo>
                  <a:close/>
                </a:path>
              </a:pathLst>
            </a:custGeom>
            <a:solidFill>
              <a:srgbClr val="E2E2E2"/>
            </a:solidFill>
          </p:spPr>
          <p:txBody>
            <a:bodyPr wrap="square" lIns="0" tIns="0" rIns="0" bIns="0" rtlCol="0"/>
            <a:lstStyle/>
            <a:p>
              <a:endParaRPr/>
            </a:p>
          </p:txBody>
        </p:sp>
        <p:sp>
          <p:nvSpPr>
            <p:cNvPr id="34" name="object 25"/>
            <p:cNvSpPr/>
            <p:nvPr/>
          </p:nvSpPr>
          <p:spPr>
            <a:xfrm>
              <a:off x="914717" y="7911465"/>
              <a:ext cx="2540" cy="2540"/>
            </a:xfrm>
            <a:custGeom>
              <a:avLst/>
              <a:gdLst/>
              <a:ahLst/>
              <a:cxnLst/>
              <a:rect l="l" t="t" r="r" b="b"/>
              <a:pathLst>
                <a:path w="2540" h="2540">
                  <a:moveTo>
                    <a:pt x="2540" y="0"/>
                  </a:moveTo>
                  <a:lnTo>
                    <a:pt x="0" y="0"/>
                  </a:lnTo>
                  <a:lnTo>
                    <a:pt x="0" y="2540"/>
                  </a:lnTo>
                  <a:lnTo>
                    <a:pt x="2540" y="2540"/>
                  </a:lnTo>
                  <a:lnTo>
                    <a:pt x="2540" y="0"/>
                  </a:lnTo>
                  <a:close/>
                </a:path>
              </a:pathLst>
            </a:custGeom>
            <a:solidFill>
              <a:srgbClr val="9F9F9F"/>
            </a:solidFill>
          </p:spPr>
          <p:txBody>
            <a:bodyPr wrap="square" lIns="0" tIns="0" rIns="0" bIns="0" rtlCol="0"/>
            <a:lstStyle/>
            <a:p>
              <a:endParaRPr/>
            </a:p>
          </p:txBody>
        </p:sp>
        <p:sp>
          <p:nvSpPr>
            <p:cNvPr id="35" name="object 26"/>
            <p:cNvSpPr/>
            <p:nvPr/>
          </p:nvSpPr>
          <p:spPr>
            <a:xfrm>
              <a:off x="914717" y="7911465"/>
              <a:ext cx="5946140" cy="2540"/>
            </a:xfrm>
            <a:custGeom>
              <a:avLst/>
              <a:gdLst/>
              <a:ahLst/>
              <a:cxnLst/>
              <a:rect l="l" t="t" r="r" b="b"/>
              <a:pathLst>
                <a:path w="5946140" h="2540">
                  <a:moveTo>
                    <a:pt x="5942965" y="0"/>
                  </a:moveTo>
                  <a:lnTo>
                    <a:pt x="2540" y="0"/>
                  </a:lnTo>
                  <a:lnTo>
                    <a:pt x="0" y="0"/>
                  </a:lnTo>
                  <a:lnTo>
                    <a:pt x="0" y="2540"/>
                  </a:lnTo>
                  <a:lnTo>
                    <a:pt x="2540" y="2540"/>
                  </a:lnTo>
                  <a:lnTo>
                    <a:pt x="5942965" y="2540"/>
                  </a:lnTo>
                  <a:lnTo>
                    <a:pt x="5942965" y="0"/>
                  </a:lnTo>
                  <a:close/>
                </a:path>
                <a:path w="5946140" h="2540">
                  <a:moveTo>
                    <a:pt x="5945556" y="0"/>
                  </a:moveTo>
                  <a:lnTo>
                    <a:pt x="5943028" y="0"/>
                  </a:lnTo>
                  <a:lnTo>
                    <a:pt x="5943028" y="2540"/>
                  </a:lnTo>
                  <a:lnTo>
                    <a:pt x="5945556" y="2540"/>
                  </a:lnTo>
                  <a:lnTo>
                    <a:pt x="5945556" y="0"/>
                  </a:lnTo>
                  <a:close/>
                </a:path>
              </a:pathLst>
            </a:custGeom>
            <a:solidFill>
              <a:srgbClr val="E2E2E2"/>
            </a:solidFill>
          </p:spPr>
          <p:txBody>
            <a:bodyPr wrap="square" lIns="0" tIns="0" rIns="0" bIns="0" rtlCol="0"/>
            <a:lstStyle/>
            <a:p>
              <a:endParaRPr/>
            </a:p>
          </p:txBody>
        </p:sp>
      </p:gr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353561" y="432295"/>
            <a:ext cx="2518155" cy="197490"/>
          </a:xfrm>
          <a:prstGeom prst="rect">
            <a:avLst/>
          </a:prstGeom>
        </p:spPr>
        <p:txBody>
          <a:bodyPr vert="horz" wrap="square" lIns="0" tIns="12700" rIns="0" bIns="0" rtlCol="0">
            <a:spAutoFit/>
          </a:bodyPr>
          <a:lstStyle/>
          <a:p>
            <a:pPr marL="12700">
              <a:lnSpc>
                <a:spcPct val="100000"/>
              </a:lnSpc>
              <a:spcBef>
                <a:spcPts val="100"/>
              </a:spcBef>
            </a:pPr>
            <a:r>
              <a:rPr lang="en-US" sz="1200" b="1" dirty="0"/>
              <a:t>Legal Case Management System</a:t>
            </a:r>
            <a:endParaRPr sz="1200" dirty="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89253"/>
            <a:ext cx="5920740" cy="983603"/>
          </a:xfrm>
          <a:prstGeom prst="rect">
            <a:avLst/>
          </a:prstGeom>
        </p:spPr>
        <p:txBody>
          <a:bodyPr vert="horz" wrap="square" lIns="0" tIns="13970" rIns="0" bIns="0" rtlCol="0">
            <a:spAutoFit/>
          </a:bodyPr>
          <a:lstStyle/>
          <a:p>
            <a:r>
              <a:rPr lang="en-US" sz="1350" b="1" dirty="0"/>
              <a:t>Notification System</a:t>
            </a:r>
          </a:p>
          <a:p>
            <a:r>
              <a:rPr lang="en-US" sz="1350" b="1" dirty="0"/>
              <a:t>Notification Triggers:</a:t>
            </a:r>
          </a:p>
          <a:p>
            <a:r>
              <a:rPr lang="en-US" sz="1200" dirty="0"/>
              <a:t>The notification system was tested to ensure that alerts are correctly generated during important events such as </a:t>
            </a:r>
            <a:r>
              <a:rPr lang="en-US" sz="1200" b="1" dirty="0"/>
              <a:t>case creation, hearing scheduling, case updates, and judgement entry</a:t>
            </a:r>
            <a:r>
              <a:rPr lang="en-US" sz="1200" dirty="0"/>
              <a:t>.</a:t>
            </a:r>
          </a:p>
        </p:txBody>
      </p:sp>
      <p:grpSp>
        <p:nvGrpSpPr>
          <p:cNvPr id="5" name="object 5"/>
          <p:cNvGrpSpPr/>
          <p:nvPr/>
        </p:nvGrpSpPr>
        <p:grpSpPr>
          <a:xfrm>
            <a:off x="914400" y="2113279"/>
            <a:ext cx="5946140" cy="20955"/>
            <a:chOff x="914400" y="2113279"/>
            <a:chExt cx="5946140" cy="20955"/>
          </a:xfrm>
        </p:grpSpPr>
        <p:sp>
          <p:nvSpPr>
            <p:cNvPr id="6" name="object 6"/>
            <p:cNvSpPr/>
            <p:nvPr/>
          </p:nvSpPr>
          <p:spPr>
            <a:xfrm>
              <a:off x="914400" y="2113279"/>
              <a:ext cx="5943600" cy="20320"/>
            </a:xfrm>
            <a:custGeom>
              <a:avLst/>
              <a:gdLst/>
              <a:ahLst/>
              <a:cxnLst/>
              <a:rect l="l" t="t" r="r" b="b"/>
              <a:pathLst>
                <a:path w="5943600" h="20319">
                  <a:moveTo>
                    <a:pt x="5943600" y="0"/>
                  </a:moveTo>
                  <a:lnTo>
                    <a:pt x="0" y="0"/>
                  </a:lnTo>
                  <a:lnTo>
                    <a:pt x="0" y="20320"/>
                  </a:lnTo>
                  <a:lnTo>
                    <a:pt x="5943600" y="20320"/>
                  </a:lnTo>
                  <a:lnTo>
                    <a:pt x="5943600" y="0"/>
                  </a:lnTo>
                  <a:close/>
                </a:path>
              </a:pathLst>
            </a:custGeom>
            <a:solidFill>
              <a:srgbClr val="9F9F9F"/>
            </a:solidFill>
          </p:spPr>
          <p:txBody>
            <a:bodyPr wrap="square" lIns="0" tIns="0" rIns="0" bIns="0" rtlCol="0"/>
            <a:lstStyle/>
            <a:p>
              <a:endParaRPr/>
            </a:p>
          </p:txBody>
        </p:sp>
        <p:sp>
          <p:nvSpPr>
            <p:cNvPr id="7" name="object 7"/>
            <p:cNvSpPr/>
            <p:nvPr/>
          </p:nvSpPr>
          <p:spPr>
            <a:xfrm>
              <a:off x="6857746" y="2113914"/>
              <a:ext cx="2540" cy="2540"/>
            </a:xfrm>
            <a:custGeom>
              <a:avLst/>
              <a:gdLst/>
              <a:ahLst/>
              <a:cxnLst/>
              <a:rect l="l" t="t" r="r" b="b"/>
              <a:pathLst>
                <a:path w="2540" h="2539">
                  <a:moveTo>
                    <a:pt x="2539" y="0"/>
                  </a:moveTo>
                  <a:lnTo>
                    <a:pt x="0" y="0"/>
                  </a:lnTo>
                  <a:lnTo>
                    <a:pt x="0" y="2540"/>
                  </a:lnTo>
                  <a:lnTo>
                    <a:pt x="2539" y="2540"/>
                  </a:lnTo>
                  <a:lnTo>
                    <a:pt x="2539" y="0"/>
                  </a:lnTo>
                  <a:close/>
                </a:path>
              </a:pathLst>
            </a:custGeom>
            <a:solidFill>
              <a:srgbClr val="E2E2E2"/>
            </a:solidFill>
          </p:spPr>
          <p:txBody>
            <a:bodyPr wrap="square" lIns="0" tIns="0" rIns="0" bIns="0" rtlCol="0"/>
            <a:lstStyle/>
            <a:p>
              <a:endParaRPr/>
            </a:p>
          </p:txBody>
        </p:sp>
        <p:sp>
          <p:nvSpPr>
            <p:cNvPr id="8" name="object 8"/>
            <p:cNvSpPr/>
            <p:nvPr/>
          </p:nvSpPr>
          <p:spPr>
            <a:xfrm>
              <a:off x="914717" y="2113914"/>
              <a:ext cx="5946140" cy="17780"/>
            </a:xfrm>
            <a:custGeom>
              <a:avLst/>
              <a:gdLst/>
              <a:ahLst/>
              <a:cxnLst/>
              <a:rect l="l" t="t" r="r" b="b"/>
              <a:pathLst>
                <a:path w="5946140" h="17780">
                  <a:moveTo>
                    <a:pt x="2540" y="2540"/>
                  </a:moveTo>
                  <a:lnTo>
                    <a:pt x="0" y="2540"/>
                  </a:lnTo>
                  <a:lnTo>
                    <a:pt x="0" y="17780"/>
                  </a:lnTo>
                  <a:lnTo>
                    <a:pt x="2540" y="17780"/>
                  </a:lnTo>
                  <a:lnTo>
                    <a:pt x="2540" y="2540"/>
                  </a:lnTo>
                  <a:close/>
                </a:path>
                <a:path w="5946140" h="17780">
                  <a:moveTo>
                    <a:pt x="5945556" y="0"/>
                  </a:moveTo>
                  <a:lnTo>
                    <a:pt x="5943028" y="0"/>
                  </a:lnTo>
                  <a:lnTo>
                    <a:pt x="5943028" y="2540"/>
                  </a:lnTo>
                  <a:lnTo>
                    <a:pt x="5945556" y="2540"/>
                  </a:lnTo>
                  <a:lnTo>
                    <a:pt x="5945556" y="0"/>
                  </a:lnTo>
                  <a:close/>
                </a:path>
              </a:pathLst>
            </a:custGeom>
            <a:solidFill>
              <a:srgbClr val="9F9F9F"/>
            </a:solidFill>
          </p:spPr>
          <p:txBody>
            <a:bodyPr wrap="square" lIns="0" tIns="0" rIns="0" bIns="0" rtlCol="0"/>
            <a:lstStyle/>
            <a:p>
              <a:endParaRPr/>
            </a:p>
          </p:txBody>
        </p:sp>
        <p:sp>
          <p:nvSpPr>
            <p:cNvPr id="9" name="object 9"/>
            <p:cNvSpPr/>
            <p:nvPr/>
          </p:nvSpPr>
          <p:spPr>
            <a:xfrm>
              <a:off x="6857746" y="2116454"/>
              <a:ext cx="2540" cy="15240"/>
            </a:xfrm>
            <a:custGeom>
              <a:avLst/>
              <a:gdLst/>
              <a:ahLst/>
              <a:cxnLst/>
              <a:rect l="l" t="t" r="r" b="b"/>
              <a:pathLst>
                <a:path w="2540" h="15239">
                  <a:moveTo>
                    <a:pt x="2539" y="0"/>
                  </a:moveTo>
                  <a:lnTo>
                    <a:pt x="0" y="0"/>
                  </a:lnTo>
                  <a:lnTo>
                    <a:pt x="0" y="15240"/>
                  </a:lnTo>
                  <a:lnTo>
                    <a:pt x="2539" y="15240"/>
                  </a:lnTo>
                  <a:lnTo>
                    <a:pt x="2539" y="0"/>
                  </a:lnTo>
                  <a:close/>
                </a:path>
              </a:pathLst>
            </a:custGeom>
            <a:solidFill>
              <a:srgbClr val="E2E2E2"/>
            </a:solidFill>
          </p:spPr>
          <p:txBody>
            <a:bodyPr wrap="square" lIns="0" tIns="0" rIns="0" bIns="0" rtlCol="0"/>
            <a:lstStyle/>
            <a:p>
              <a:endParaRPr/>
            </a:p>
          </p:txBody>
        </p:sp>
        <p:sp>
          <p:nvSpPr>
            <p:cNvPr id="10" name="object 10"/>
            <p:cNvSpPr/>
            <p:nvPr/>
          </p:nvSpPr>
          <p:spPr>
            <a:xfrm>
              <a:off x="914717" y="2131694"/>
              <a:ext cx="2540" cy="2540"/>
            </a:xfrm>
            <a:custGeom>
              <a:avLst/>
              <a:gdLst/>
              <a:ahLst/>
              <a:cxnLst/>
              <a:rect l="l" t="t" r="r" b="b"/>
              <a:pathLst>
                <a:path w="2540" h="2539">
                  <a:moveTo>
                    <a:pt x="2540" y="0"/>
                  </a:moveTo>
                  <a:lnTo>
                    <a:pt x="0" y="0"/>
                  </a:lnTo>
                  <a:lnTo>
                    <a:pt x="0" y="2540"/>
                  </a:lnTo>
                  <a:lnTo>
                    <a:pt x="2540" y="2540"/>
                  </a:lnTo>
                  <a:lnTo>
                    <a:pt x="2540" y="0"/>
                  </a:lnTo>
                  <a:close/>
                </a:path>
              </a:pathLst>
            </a:custGeom>
            <a:solidFill>
              <a:srgbClr val="9F9F9F"/>
            </a:solidFill>
          </p:spPr>
          <p:txBody>
            <a:bodyPr wrap="square" lIns="0" tIns="0" rIns="0" bIns="0" rtlCol="0"/>
            <a:lstStyle/>
            <a:p>
              <a:endParaRPr/>
            </a:p>
          </p:txBody>
        </p:sp>
        <p:sp>
          <p:nvSpPr>
            <p:cNvPr id="11" name="object 11"/>
            <p:cNvSpPr/>
            <p:nvPr/>
          </p:nvSpPr>
          <p:spPr>
            <a:xfrm>
              <a:off x="914717" y="2131694"/>
              <a:ext cx="5946140" cy="2540"/>
            </a:xfrm>
            <a:custGeom>
              <a:avLst/>
              <a:gdLst/>
              <a:ahLst/>
              <a:cxnLst/>
              <a:rect l="l" t="t" r="r" b="b"/>
              <a:pathLst>
                <a:path w="5946140" h="2539">
                  <a:moveTo>
                    <a:pt x="5942965" y="0"/>
                  </a:moveTo>
                  <a:lnTo>
                    <a:pt x="2540" y="0"/>
                  </a:lnTo>
                  <a:lnTo>
                    <a:pt x="0" y="0"/>
                  </a:lnTo>
                  <a:lnTo>
                    <a:pt x="0" y="2540"/>
                  </a:lnTo>
                  <a:lnTo>
                    <a:pt x="2540" y="2540"/>
                  </a:lnTo>
                  <a:lnTo>
                    <a:pt x="5942965" y="2540"/>
                  </a:lnTo>
                  <a:lnTo>
                    <a:pt x="5942965" y="0"/>
                  </a:lnTo>
                  <a:close/>
                </a:path>
                <a:path w="5946140" h="2539">
                  <a:moveTo>
                    <a:pt x="5945556" y="0"/>
                  </a:moveTo>
                  <a:lnTo>
                    <a:pt x="5943028" y="0"/>
                  </a:lnTo>
                  <a:lnTo>
                    <a:pt x="5943028" y="2540"/>
                  </a:lnTo>
                  <a:lnTo>
                    <a:pt x="5945556" y="2540"/>
                  </a:lnTo>
                  <a:lnTo>
                    <a:pt x="5945556" y="0"/>
                  </a:lnTo>
                  <a:close/>
                </a:path>
              </a:pathLst>
            </a:custGeom>
            <a:solidFill>
              <a:srgbClr val="E2E2E2"/>
            </a:solidFill>
          </p:spPr>
          <p:txBody>
            <a:bodyPr wrap="square" lIns="0" tIns="0" rIns="0" bIns="0" rtlCol="0"/>
            <a:lstStyle/>
            <a:p>
              <a:endParaRPr/>
            </a:p>
          </p:txBody>
        </p:sp>
      </p:grpSp>
      <p:sp>
        <p:nvSpPr>
          <p:cNvPr id="12" name="object 12"/>
          <p:cNvSpPr txBox="1"/>
          <p:nvPr/>
        </p:nvSpPr>
        <p:spPr>
          <a:xfrm>
            <a:off x="902017" y="2329814"/>
            <a:ext cx="5852160" cy="1517082"/>
          </a:xfrm>
          <a:prstGeom prst="rect">
            <a:avLst/>
          </a:prstGeom>
        </p:spPr>
        <p:txBody>
          <a:bodyPr vert="horz" wrap="square" lIns="0" tIns="13970" rIns="0" bIns="0" rtlCol="0">
            <a:spAutoFit/>
          </a:bodyPr>
          <a:lstStyle/>
          <a:p>
            <a:pPr marL="12700">
              <a:lnSpc>
                <a:spcPct val="100000"/>
              </a:lnSpc>
              <a:spcBef>
                <a:spcPts val="110"/>
              </a:spcBef>
            </a:pPr>
            <a:r>
              <a:rPr sz="1350" b="1" dirty="0">
                <a:latin typeface="Times New Roman"/>
                <a:cs typeface="Times New Roman"/>
              </a:rPr>
              <a:t>Validation</a:t>
            </a:r>
            <a:r>
              <a:rPr sz="1350" b="1" spc="-40" dirty="0">
                <a:latin typeface="Times New Roman"/>
                <a:cs typeface="Times New Roman"/>
              </a:rPr>
              <a:t> </a:t>
            </a:r>
            <a:r>
              <a:rPr sz="1350" b="1" dirty="0">
                <a:latin typeface="Times New Roman"/>
                <a:cs typeface="Times New Roman"/>
              </a:rPr>
              <a:t>&amp;</a:t>
            </a:r>
            <a:r>
              <a:rPr sz="1350" b="1" spc="-20" dirty="0">
                <a:latin typeface="Times New Roman"/>
                <a:cs typeface="Times New Roman"/>
              </a:rPr>
              <a:t> </a:t>
            </a:r>
            <a:r>
              <a:rPr sz="1350" b="1" dirty="0">
                <a:latin typeface="Times New Roman"/>
                <a:cs typeface="Times New Roman"/>
              </a:rPr>
              <a:t>Error</a:t>
            </a:r>
            <a:r>
              <a:rPr sz="1350" b="1" spc="-20" dirty="0">
                <a:latin typeface="Times New Roman"/>
                <a:cs typeface="Times New Roman"/>
              </a:rPr>
              <a:t> </a:t>
            </a:r>
            <a:r>
              <a:rPr sz="1350" b="1" spc="-10" dirty="0">
                <a:latin typeface="Times New Roman"/>
                <a:cs typeface="Times New Roman"/>
              </a:rPr>
              <a:t>Handling</a:t>
            </a:r>
            <a:endParaRPr sz="1350" dirty="0">
              <a:latin typeface="Times New Roman"/>
              <a:cs typeface="Times New Roman"/>
            </a:endParaRPr>
          </a:p>
          <a:p>
            <a:pPr marL="103505" indent="-90805">
              <a:lnSpc>
                <a:spcPts val="1410"/>
              </a:lnSpc>
              <a:spcBef>
                <a:spcPts val="1350"/>
              </a:spcBef>
              <a:buChar char="•"/>
              <a:tabLst>
                <a:tab pos="103505" algn="l"/>
              </a:tabLst>
            </a:pPr>
            <a:r>
              <a:rPr sz="1200" b="1" dirty="0">
                <a:latin typeface="Times New Roman"/>
                <a:cs typeface="Times New Roman"/>
              </a:rPr>
              <a:t>Input</a:t>
            </a:r>
            <a:r>
              <a:rPr sz="1200" b="1" spc="-45" dirty="0">
                <a:latin typeface="Times New Roman"/>
                <a:cs typeface="Times New Roman"/>
              </a:rPr>
              <a:t> </a:t>
            </a:r>
            <a:r>
              <a:rPr sz="1200" b="1" spc="-10" dirty="0">
                <a:latin typeface="Times New Roman"/>
                <a:cs typeface="Times New Roman"/>
              </a:rPr>
              <a:t>Validation:</a:t>
            </a:r>
            <a:endParaRPr sz="1200" dirty="0">
              <a:latin typeface="Times New Roman"/>
              <a:cs typeface="Times New Roman"/>
            </a:endParaRPr>
          </a:p>
          <a:p>
            <a:pPr marL="12700" marR="5080">
              <a:lnSpc>
                <a:spcPts val="1380"/>
              </a:lnSpc>
              <a:spcBef>
                <a:spcPts val="65"/>
              </a:spcBef>
            </a:pPr>
            <a:r>
              <a:rPr lang="en-US" sz="1200" dirty="0"/>
              <a:t>All input forms and backend operations in the </a:t>
            </a:r>
            <a:r>
              <a:rPr lang="en-US" sz="1200" b="1" dirty="0"/>
              <a:t>Legal Case Management System</a:t>
            </a:r>
            <a:r>
              <a:rPr lang="en-US" sz="1200" dirty="0"/>
              <a:t> were thoroughly tested to ensure strong validation rules.</a:t>
            </a:r>
          </a:p>
          <a:p>
            <a:pPr marL="12700" marR="5080">
              <a:lnSpc>
                <a:spcPts val="1380"/>
              </a:lnSpc>
              <a:spcBef>
                <a:spcPts val="65"/>
              </a:spcBef>
            </a:pPr>
            <a:r>
              <a:rPr sz="1200" b="1" dirty="0">
                <a:latin typeface="Times New Roman"/>
                <a:cs typeface="Times New Roman"/>
              </a:rPr>
              <a:t>Backend</a:t>
            </a:r>
            <a:r>
              <a:rPr sz="1200" b="1" spc="-40" dirty="0">
                <a:latin typeface="Times New Roman"/>
                <a:cs typeface="Times New Roman"/>
              </a:rPr>
              <a:t> </a:t>
            </a:r>
            <a:r>
              <a:rPr sz="1200" b="1" dirty="0">
                <a:latin typeface="Times New Roman"/>
                <a:cs typeface="Times New Roman"/>
              </a:rPr>
              <a:t>Error</a:t>
            </a:r>
            <a:r>
              <a:rPr sz="1200" b="1" spc="-20" dirty="0">
                <a:latin typeface="Times New Roman"/>
                <a:cs typeface="Times New Roman"/>
              </a:rPr>
              <a:t> </a:t>
            </a:r>
            <a:r>
              <a:rPr sz="1200" b="1" spc="-10" dirty="0">
                <a:latin typeface="Times New Roman"/>
                <a:cs typeface="Times New Roman"/>
              </a:rPr>
              <a:t>Handling:</a:t>
            </a:r>
            <a:endParaRPr sz="1200" dirty="0">
              <a:latin typeface="Times New Roman"/>
              <a:cs typeface="Times New Roman"/>
            </a:endParaRPr>
          </a:p>
          <a:p>
            <a:pPr marL="12700" marR="191135">
              <a:lnSpc>
                <a:spcPts val="1380"/>
              </a:lnSpc>
              <a:spcBef>
                <a:spcPts val="65"/>
              </a:spcBef>
            </a:pPr>
            <a:r>
              <a:rPr lang="en-US" sz="1200" dirty="0"/>
              <a:t>Robust error handling mechanisms were tested to ensure system stability and reliability.</a:t>
            </a:r>
            <a:endParaRPr sz="1200" dirty="0">
              <a:latin typeface="Times New Roman"/>
              <a:cs typeface="Times New Roman"/>
            </a:endParaRPr>
          </a:p>
        </p:txBody>
      </p:sp>
      <p:sp>
        <p:nvSpPr>
          <p:cNvPr id="20" name="object 20"/>
          <p:cNvSpPr txBox="1"/>
          <p:nvPr/>
        </p:nvSpPr>
        <p:spPr>
          <a:xfrm>
            <a:off x="887412" y="4024333"/>
            <a:ext cx="5866765" cy="5733621"/>
          </a:xfrm>
          <a:prstGeom prst="rect">
            <a:avLst/>
          </a:prstGeom>
        </p:spPr>
        <p:txBody>
          <a:bodyPr vert="horz" wrap="square" lIns="0" tIns="13970" rIns="0" bIns="0" rtlCol="0">
            <a:spAutoFit/>
          </a:bodyPr>
          <a:lstStyle/>
          <a:p>
            <a:pPr marL="12700">
              <a:lnSpc>
                <a:spcPct val="100000"/>
              </a:lnSpc>
              <a:spcBef>
                <a:spcPts val="110"/>
              </a:spcBef>
            </a:pPr>
            <a:r>
              <a:rPr sz="1350" b="1" dirty="0">
                <a:latin typeface="Times New Roman"/>
                <a:cs typeface="Times New Roman"/>
              </a:rPr>
              <a:t>Types</a:t>
            </a:r>
            <a:r>
              <a:rPr sz="1350" b="1" spc="-35" dirty="0">
                <a:latin typeface="Times New Roman"/>
                <a:cs typeface="Times New Roman"/>
              </a:rPr>
              <a:t> </a:t>
            </a:r>
            <a:r>
              <a:rPr sz="1350" b="1" dirty="0">
                <a:latin typeface="Times New Roman"/>
                <a:cs typeface="Times New Roman"/>
              </a:rPr>
              <a:t>of</a:t>
            </a:r>
            <a:r>
              <a:rPr sz="1350" b="1" spc="-15" dirty="0">
                <a:latin typeface="Times New Roman"/>
                <a:cs typeface="Times New Roman"/>
              </a:rPr>
              <a:t> </a:t>
            </a:r>
            <a:r>
              <a:rPr sz="1350" b="1" dirty="0">
                <a:latin typeface="Times New Roman"/>
                <a:cs typeface="Times New Roman"/>
              </a:rPr>
              <a:t>Testing</a:t>
            </a:r>
            <a:r>
              <a:rPr sz="1350" b="1" spc="-40" dirty="0">
                <a:latin typeface="Times New Roman"/>
                <a:cs typeface="Times New Roman"/>
              </a:rPr>
              <a:t> </a:t>
            </a:r>
            <a:r>
              <a:rPr sz="1350" b="1" spc="-10" dirty="0">
                <a:latin typeface="Times New Roman"/>
                <a:cs typeface="Times New Roman"/>
              </a:rPr>
              <a:t>Performed</a:t>
            </a:r>
            <a:endParaRPr sz="1350" dirty="0">
              <a:latin typeface="Times New Roman"/>
              <a:cs typeface="Times New Roman"/>
            </a:endParaRPr>
          </a:p>
          <a:p>
            <a:pPr marL="165100" indent="-152400">
              <a:lnSpc>
                <a:spcPts val="1410"/>
              </a:lnSpc>
              <a:spcBef>
                <a:spcPts val="1350"/>
              </a:spcBef>
              <a:buAutoNum type="arabicPeriod"/>
              <a:tabLst>
                <a:tab pos="165100" algn="l"/>
              </a:tabLst>
            </a:pPr>
            <a:r>
              <a:rPr sz="1200" b="1" dirty="0">
                <a:latin typeface="Times New Roman"/>
                <a:cs typeface="Times New Roman"/>
              </a:rPr>
              <a:t>Unit</a:t>
            </a:r>
            <a:r>
              <a:rPr sz="1200" b="1" spc="-35"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pPr marL="12700" marR="142240">
              <a:lnSpc>
                <a:spcPts val="1380"/>
              </a:lnSpc>
              <a:spcBef>
                <a:spcPts val="65"/>
              </a:spcBef>
            </a:pPr>
            <a:r>
              <a:rPr lang="en-US" sz="1200" dirty="0"/>
              <a:t>Each component of the </a:t>
            </a:r>
            <a:r>
              <a:rPr lang="en-US" sz="1200" b="1" dirty="0"/>
              <a:t>Legal Case Management System</a:t>
            </a:r>
            <a:r>
              <a:rPr lang="en-US" sz="1200" dirty="0"/>
              <a:t> was tested independently to ensure correct functionality in isolation.</a:t>
            </a:r>
          </a:p>
          <a:p>
            <a:pPr marL="12700" marR="142240">
              <a:lnSpc>
                <a:spcPts val="1380"/>
              </a:lnSpc>
              <a:spcBef>
                <a:spcPts val="65"/>
              </a:spcBef>
            </a:pPr>
            <a:endParaRPr lang="en-US" sz="1200" b="1" dirty="0">
              <a:latin typeface="Times New Roman"/>
              <a:cs typeface="Times New Roman"/>
            </a:endParaRPr>
          </a:p>
          <a:p>
            <a:pPr marL="12700" marR="142240">
              <a:lnSpc>
                <a:spcPts val="1380"/>
              </a:lnSpc>
              <a:spcBef>
                <a:spcPts val="65"/>
              </a:spcBef>
            </a:pPr>
            <a:r>
              <a:rPr lang="en-US" sz="1200" b="1" dirty="0">
                <a:latin typeface="Times New Roman"/>
                <a:cs typeface="Times New Roman"/>
              </a:rPr>
              <a:t>2.</a:t>
            </a:r>
            <a:r>
              <a:rPr sz="1200" b="1" dirty="0">
                <a:latin typeface="Times New Roman"/>
                <a:cs typeface="Times New Roman"/>
              </a:rPr>
              <a:t>Integration</a:t>
            </a:r>
            <a:r>
              <a:rPr sz="1200" b="1" spc="-50"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pPr marL="12700" marR="155575">
              <a:lnSpc>
                <a:spcPts val="1380"/>
              </a:lnSpc>
              <a:spcBef>
                <a:spcPts val="65"/>
              </a:spcBef>
            </a:pPr>
            <a:r>
              <a:rPr lang="en-US" sz="1200" dirty="0"/>
              <a:t>Integration testing was performed to verify smooth interaction between the </a:t>
            </a:r>
            <a:r>
              <a:rPr lang="en-US" sz="1200" b="1" dirty="0"/>
              <a:t>frontend (UI)</a:t>
            </a:r>
            <a:r>
              <a:rPr lang="en-US" sz="1200" dirty="0"/>
              <a:t> and </a:t>
            </a:r>
            <a:r>
              <a:rPr lang="en-US" sz="1200" b="1" dirty="0"/>
              <a:t>backend (Flask APIs)</a:t>
            </a:r>
            <a:r>
              <a:rPr lang="en-US" sz="1200" dirty="0"/>
              <a:t>. </a:t>
            </a:r>
          </a:p>
          <a:p>
            <a:pPr marL="12700" marR="155575">
              <a:lnSpc>
                <a:spcPts val="1380"/>
              </a:lnSpc>
              <a:spcBef>
                <a:spcPts val="65"/>
              </a:spcBef>
            </a:pPr>
            <a:endParaRPr lang="en-US" sz="1200" b="1" dirty="0">
              <a:latin typeface="Times New Roman"/>
              <a:cs typeface="Times New Roman"/>
            </a:endParaRPr>
          </a:p>
          <a:p>
            <a:pPr marL="12700" marR="155575">
              <a:lnSpc>
                <a:spcPts val="1380"/>
              </a:lnSpc>
              <a:spcBef>
                <a:spcPts val="65"/>
              </a:spcBef>
            </a:pPr>
            <a:r>
              <a:rPr lang="en-US" sz="1200" b="1" dirty="0">
                <a:latin typeface="Times New Roman"/>
                <a:cs typeface="Times New Roman"/>
              </a:rPr>
              <a:t>3.</a:t>
            </a:r>
            <a:r>
              <a:rPr sz="1200" b="1" dirty="0">
                <a:latin typeface="Times New Roman"/>
                <a:cs typeface="Times New Roman"/>
              </a:rPr>
              <a:t>System</a:t>
            </a:r>
            <a:r>
              <a:rPr sz="1200" b="1" spc="-35"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r>
              <a:rPr lang="en-US" sz="1200" dirty="0"/>
              <a:t>Complete end-to-end workflows were tested by simulating real-world scenarios such as Case registration by client ,Assignment of lawyer ,Scheduling hearings ,Uploading documents.</a:t>
            </a:r>
          </a:p>
          <a:p>
            <a:pPr marL="12700" marR="124460">
              <a:lnSpc>
                <a:spcPts val="1380"/>
              </a:lnSpc>
              <a:spcBef>
                <a:spcPts val="65"/>
              </a:spcBef>
            </a:pPr>
            <a:endParaRPr sz="1200" dirty="0">
              <a:latin typeface="Times New Roman"/>
              <a:cs typeface="Times New Roman"/>
            </a:endParaRPr>
          </a:p>
          <a:p>
            <a:pPr marL="165100" indent="-152400">
              <a:lnSpc>
                <a:spcPts val="1410"/>
              </a:lnSpc>
              <a:spcBef>
                <a:spcPts val="1305"/>
              </a:spcBef>
              <a:buAutoNum type="arabicPeriod" startAt="4"/>
              <a:tabLst>
                <a:tab pos="165100" algn="l"/>
              </a:tabLst>
            </a:pPr>
            <a:r>
              <a:rPr sz="1200" b="1" dirty="0">
                <a:latin typeface="Times New Roman"/>
                <a:cs typeface="Times New Roman"/>
              </a:rPr>
              <a:t>Validation</a:t>
            </a:r>
            <a:r>
              <a:rPr sz="1200" b="1" spc="-30" dirty="0">
                <a:latin typeface="Times New Roman"/>
                <a:cs typeface="Times New Roman"/>
              </a:rPr>
              <a:t> </a:t>
            </a:r>
            <a:r>
              <a:rPr sz="1200" b="1" dirty="0">
                <a:latin typeface="Times New Roman"/>
                <a:cs typeface="Times New Roman"/>
              </a:rPr>
              <a:t>and</a:t>
            </a:r>
            <a:r>
              <a:rPr sz="1200" b="1" spc="-30" dirty="0">
                <a:latin typeface="Times New Roman"/>
                <a:cs typeface="Times New Roman"/>
              </a:rPr>
              <a:t> </a:t>
            </a:r>
            <a:r>
              <a:rPr sz="1200" b="1" dirty="0">
                <a:latin typeface="Times New Roman"/>
                <a:cs typeface="Times New Roman"/>
              </a:rPr>
              <a:t>Error</a:t>
            </a:r>
            <a:r>
              <a:rPr sz="1200" b="1" spc="-10" dirty="0">
                <a:latin typeface="Times New Roman"/>
                <a:cs typeface="Times New Roman"/>
              </a:rPr>
              <a:t> Testing:</a:t>
            </a:r>
            <a:endParaRPr sz="1200" dirty="0">
              <a:latin typeface="Times New Roman"/>
              <a:cs typeface="Times New Roman"/>
            </a:endParaRPr>
          </a:p>
          <a:p>
            <a:r>
              <a:rPr lang="en-US" sz="1200" dirty="0"/>
              <a:t>Special attention was given to handling invalid or missing inputs:</a:t>
            </a:r>
          </a:p>
          <a:p>
            <a:r>
              <a:rPr lang="en-US" sz="1200" dirty="0"/>
              <a:t>-Tested incorrect case details, invalid dates, and file uploads </a:t>
            </a:r>
          </a:p>
          <a:p>
            <a:r>
              <a:rPr lang="en-US" sz="1200" dirty="0"/>
              <a:t>-Ensured meaningful error messages are displayed</a:t>
            </a:r>
          </a:p>
          <a:p>
            <a:pPr marL="12700" marR="53340">
              <a:lnSpc>
                <a:spcPts val="1380"/>
              </a:lnSpc>
              <a:spcBef>
                <a:spcPts val="70"/>
              </a:spcBef>
            </a:pPr>
            <a:endParaRPr sz="1200" dirty="0">
              <a:latin typeface="Times New Roman"/>
              <a:cs typeface="Times New Roman"/>
            </a:endParaRPr>
          </a:p>
          <a:p>
            <a:pPr marL="165100" indent="-152400">
              <a:lnSpc>
                <a:spcPts val="1410"/>
              </a:lnSpc>
              <a:spcBef>
                <a:spcPts val="1305"/>
              </a:spcBef>
              <a:buAutoNum type="arabicPeriod" startAt="5"/>
              <a:tabLst>
                <a:tab pos="165100" algn="l"/>
              </a:tabLst>
            </a:pPr>
            <a:r>
              <a:rPr sz="1200" b="1" dirty="0">
                <a:latin typeface="Times New Roman"/>
                <a:cs typeface="Times New Roman"/>
              </a:rPr>
              <a:t>Alpha</a:t>
            </a:r>
            <a:r>
              <a:rPr sz="1200" b="1" spc="-40"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r>
              <a:rPr lang="en-US" sz="1200" dirty="0"/>
              <a:t>Alpha testing was conducted by the development team to identify:</a:t>
            </a:r>
          </a:p>
          <a:p>
            <a:r>
              <a:rPr lang="en-US" sz="1200" dirty="0"/>
              <a:t>-Bugs and logical errors </a:t>
            </a:r>
          </a:p>
          <a:p>
            <a:r>
              <a:rPr lang="en-US" sz="1200" dirty="0"/>
              <a:t>-UI inconsistencies </a:t>
            </a:r>
          </a:p>
          <a:p>
            <a:r>
              <a:rPr lang="en-US" sz="1200" dirty="0"/>
              <a:t>-Performance issues</a:t>
            </a:r>
          </a:p>
          <a:p>
            <a:pPr marL="165100" indent="-152400">
              <a:lnSpc>
                <a:spcPts val="1410"/>
              </a:lnSpc>
              <a:spcBef>
                <a:spcPts val="1305"/>
              </a:spcBef>
              <a:buAutoNum type="arabicPeriod" startAt="6"/>
              <a:tabLst>
                <a:tab pos="165100" algn="l"/>
              </a:tabLst>
            </a:pPr>
            <a:r>
              <a:rPr sz="1200" b="1" dirty="0">
                <a:latin typeface="Times New Roman"/>
                <a:cs typeface="Times New Roman"/>
              </a:rPr>
              <a:t>Beta</a:t>
            </a:r>
            <a:r>
              <a:rPr sz="1200" b="1" spc="-20" dirty="0">
                <a:latin typeface="Times New Roman"/>
                <a:cs typeface="Times New Roman"/>
              </a:rPr>
              <a:t> </a:t>
            </a:r>
            <a:r>
              <a:rPr sz="1200" b="1" spc="-10" dirty="0">
                <a:latin typeface="Times New Roman"/>
                <a:cs typeface="Times New Roman"/>
              </a:rPr>
              <a:t>Testing:</a:t>
            </a:r>
            <a:endParaRPr sz="1200" dirty="0">
              <a:latin typeface="Times New Roman"/>
              <a:cs typeface="Times New Roman"/>
            </a:endParaRPr>
          </a:p>
          <a:p>
            <a:r>
              <a:rPr lang="en-US" sz="1200" dirty="0"/>
              <a:t>Beta testing was carried out with a limited group of users such as </a:t>
            </a:r>
            <a:r>
              <a:rPr lang="en-US" sz="1200" b="1" dirty="0"/>
              <a:t>peers or mentors</a:t>
            </a:r>
            <a:r>
              <a:rPr lang="en-US" sz="1200" dirty="0"/>
              <a:t> to evaluate System usability, Performance under real usage</a:t>
            </a:r>
          </a:p>
        </p:txBody>
      </p:sp>
      <p:sp>
        <p:nvSpPr>
          <p:cNvPr id="22" name="object 22"/>
          <p:cNvSpPr txBox="1">
            <a:spLocks noGrp="1"/>
          </p:cNvSpPr>
          <p:nvPr>
            <p:ph type="sldNum" sz="quarter" idx="7"/>
          </p:nvPr>
        </p:nvSpPr>
        <p:spPr>
          <a:xfrm>
            <a:off x="6199279" y="9757616"/>
            <a:ext cx="721995" cy="180340"/>
          </a:xfrm>
          <a:prstGeom prst="rect">
            <a:avLst/>
          </a:prstGeom>
        </p:spPr>
        <p:txBody>
          <a:bodyPr vert="horz" wrap="square" lIns="0" tIns="0" rIns="0" bIns="0" rtlCol="0">
            <a:spAutoFit/>
          </a:bodyPr>
          <a:lstStyle/>
          <a:p>
            <a:pPr marL="12700">
              <a:lnSpc>
                <a:spcPts val="1300"/>
              </a:lnSpc>
            </a:pPr>
            <a:r>
              <a:rPr dirty="0">
                <a:solidFill>
                  <a:srgbClr val="000000"/>
                </a:solidFill>
              </a:rPr>
              <a:t>127</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495801" y="396240"/>
            <a:ext cx="2375916" cy="197490"/>
          </a:xfrm>
          <a:prstGeom prst="rect">
            <a:avLst/>
          </a:prstGeom>
        </p:spPr>
        <p:txBody>
          <a:bodyPr vert="horz" wrap="square" lIns="0" tIns="12700" rIns="0" bIns="0" rtlCol="0">
            <a:spAutoFit/>
          </a:bodyPr>
          <a:lstStyle/>
          <a:p>
            <a:pPr marL="12700">
              <a:lnSpc>
                <a:spcPct val="100000"/>
              </a:lnSpc>
              <a:spcBef>
                <a:spcPts val="100"/>
              </a:spcBef>
            </a:pPr>
            <a:r>
              <a:rPr lang="en-US" sz="1200" b="1" dirty="0"/>
              <a:t>Legal Case Management System</a:t>
            </a:r>
            <a:endParaRPr sz="1200" dirty="0">
              <a:latin typeface="Times New Roman"/>
              <a:cs typeface="Times New Roman"/>
            </a:endParaRPr>
          </a:p>
        </p:txBody>
      </p:sp>
      <p:sp>
        <p:nvSpPr>
          <p:cNvPr id="3" name="object 3"/>
          <p:cNvSpPr/>
          <p:nvPr/>
        </p:nvSpPr>
        <p:spPr>
          <a:xfrm>
            <a:off x="896937" y="8945562"/>
            <a:ext cx="5981065" cy="5080"/>
          </a:xfrm>
          <a:custGeom>
            <a:avLst/>
            <a:gdLst/>
            <a:ahLst/>
            <a:cxnLst/>
            <a:rect l="l" t="t" r="r" b="b"/>
            <a:pathLst>
              <a:path w="5981065" h="5079">
                <a:moveTo>
                  <a:pt x="5981065" y="0"/>
                </a:moveTo>
                <a:lnTo>
                  <a:pt x="0" y="0"/>
                </a:lnTo>
                <a:lnTo>
                  <a:pt x="0" y="5080"/>
                </a:lnTo>
                <a:lnTo>
                  <a:pt x="5981065" y="5080"/>
                </a:lnTo>
                <a:lnTo>
                  <a:pt x="5981065" y="0"/>
                </a:lnTo>
                <a:close/>
              </a:path>
            </a:pathLst>
          </a:custGeom>
          <a:solidFill>
            <a:srgbClr val="D9D9D9"/>
          </a:solidFill>
        </p:spPr>
        <p:txBody>
          <a:bodyPr wrap="square" lIns="0" tIns="0" rIns="0" bIns="0" rtlCol="0"/>
          <a:lstStyle/>
          <a:p>
            <a:endParaRPr/>
          </a:p>
        </p:txBody>
      </p:sp>
      <p:sp>
        <p:nvSpPr>
          <p:cNvPr id="4" name="object 4"/>
          <p:cNvSpPr txBox="1"/>
          <p:nvPr/>
        </p:nvSpPr>
        <p:spPr>
          <a:xfrm>
            <a:off x="902017" y="889381"/>
            <a:ext cx="2240915" cy="269240"/>
          </a:xfrm>
          <a:prstGeom prst="rect">
            <a:avLst/>
          </a:prstGeom>
        </p:spPr>
        <p:txBody>
          <a:bodyPr vert="horz" wrap="square" lIns="0" tIns="12700" rIns="0" bIns="0" rtlCol="0">
            <a:spAutoFit/>
          </a:bodyPr>
          <a:lstStyle/>
          <a:p>
            <a:pPr marL="12700">
              <a:lnSpc>
                <a:spcPct val="100000"/>
              </a:lnSpc>
              <a:spcBef>
                <a:spcPts val="100"/>
              </a:spcBef>
            </a:pPr>
            <a:r>
              <a:rPr sz="1600" b="1" u="sng" dirty="0">
                <a:uFill>
                  <a:solidFill>
                    <a:srgbClr val="000000"/>
                  </a:solidFill>
                </a:uFill>
                <a:latin typeface="Times New Roman"/>
                <a:cs typeface="Times New Roman"/>
              </a:rPr>
              <a:t>11.</a:t>
            </a:r>
            <a:r>
              <a:rPr sz="1600" b="1" u="sng" spc="-80" dirty="0">
                <a:uFill>
                  <a:solidFill>
                    <a:srgbClr val="000000"/>
                  </a:solidFill>
                </a:uFill>
                <a:latin typeface="Times New Roman"/>
                <a:cs typeface="Times New Roman"/>
              </a:rPr>
              <a:t> </a:t>
            </a:r>
            <a:r>
              <a:rPr sz="1600" b="1" u="sng" dirty="0">
                <a:uFill>
                  <a:solidFill>
                    <a:srgbClr val="000000"/>
                  </a:solidFill>
                </a:uFill>
                <a:latin typeface="Times New Roman"/>
                <a:cs typeface="Times New Roman"/>
              </a:rPr>
              <a:t>Future</a:t>
            </a:r>
            <a:r>
              <a:rPr sz="1600" b="1" u="sng" spc="-70" dirty="0">
                <a:uFill>
                  <a:solidFill>
                    <a:srgbClr val="000000"/>
                  </a:solidFill>
                </a:uFill>
                <a:latin typeface="Times New Roman"/>
                <a:cs typeface="Times New Roman"/>
              </a:rPr>
              <a:t> </a:t>
            </a:r>
            <a:r>
              <a:rPr sz="1600" b="1" u="sng" spc="-10" dirty="0">
                <a:uFill>
                  <a:solidFill>
                    <a:srgbClr val="000000"/>
                  </a:solidFill>
                </a:uFill>
                <a:latin typeface="Times New Roman"/>
                <a:cs typeface="Times New Roman"/>
              </a:rPr>
              <a:t>Enhancements</a:t>
            </a:r>
            <a:endParaRPr sz="1600" dirty="0">
              <a:latin typeface="Times New Roman"/>
              <a:cs typeface="Times New Roman"/>
            </a:endParaRPr>
          </a:p>
        </p:txBody>
      </p:sp>
      <p:sp>
        <p:nvSpPr>
          <p:cNvPr id="5" name="object 5"/>
          <p:cNvSpPr txBox="1"/>
          <p:nvPr/>
        </p:nvSpPr>
        <p:spPr>
          <a:xfrm>
            <a:off x="1016317" y="1600581"/>
            <a:ext cx="5804535" cy="6106800"/>
          </a:xfrm>
          <a:prstGeom prst="rect">
            <a:avLst/>
          </a:prstGeom>
        </p:spPr>
        <p:txBody>
          <a:bodyPr vert="horz" wrap="square" lIns="0" tIns="12700" rIns="0" bIns="0" rtlCol="0">
            <a:spAutoFit/>
          </a:bodyPr>
          <a:lstStyle/>
          <a:p>
            <a:r>
              <a:rPr lang="en-US" sz="1100" b="1" dirty="0"/>
              <a:t>1.Bulk Case Upload via CSV</a:t>
            </a:r>
          </a:p>
          <a:p>
            <a:r>
              <a:rPr lang="en-US" sz="1100" dirty="0"/>
              <a:t>The system can be enhanced to support bulk case creation by allowing users (Admin/Lawyer) to upload </a:t>
            </a:r>
            <a:r>
              <a:rPr lang="en-US" sz="1100" b="1" dirty="0"/>
              <a:t>CSV files containing multiple case records</a:t>
            </a:r>
            <a:r>
              <a:rPr lang="en-US" sz="1100" dirty="0"/>
              <a:t>. This will simplify the process of registering multiple cases at once and improve efficiency.</a:t>
            </a:r>
          </a:p>
          <a:p>
            <a:br>
              <a:rPr lang="en-US" sz="1100" dirty="0"/>
            </a:br>
            <a:endParaRPr lang="en-US" sz="1100" dirty="0"/>
          </a:p>
          <a:p>
            <a:r>
              <a:rPr lang="en-US" sz="1100" b="1" dirty="0"/>
              <a:t>2.Draft Case Functionality</a:t>
            </a:r>
          </a:p>
          <a:p>
            <a:r>
              <a:rPr lang="en-US" sz="1100" dirty="0"/>
              <a:t>Introduce a feature that allows users to </a:t>
            </a:r>
            <a:r>
              <a:rPr lang="en-US" sz="1100" b="1" dirty="0"/>
              <a:t>save incomplete case details as drafts</a:t>
            </a:r>
            <a:r>
              <a:rPr lang="en-US" sz="1100" dirty="0"/>
              <a:t>. These drafts can be edited and submitted later, providing flexibility and preventing loss of partially entered information.</a:t>
            </a:r>
          </a:p>
          <a:p>
            <a:br>
              <a:rPr lang="en-US" sz="1100" dirty="0"/>
            </a:br>
            <a:endParaRPr lang="en-US" sz="1100" dirty="0"/>
          </a:p>
          <a:p>
            <a:r>
              <a:rPr lang="en-US" sz="1100" b="1" dirty="0"/>
              <a:t>3.CSV Field Mapping Interface</a:t>
            </a:r>
          </a:p>
          <a:p>
            <a:r>
              <a:rPr lang="en-US" sz="1100" dirty="0"/>
              <a:t>Implement a </a:t>
            </a:r>
            <a:r>
              <a:rPr lang="en-US" sz="1100" b="1" dirty="0"/>
              <a:t>CSV mapping interface</a:t>
            </a:r>
            <a:r>
              <a:rPr lang="en-US" sz="1100" dirty="0"/>
              <a:t> where users can upload files and map each column to corresponding case fields (e.g., case title, client name, hearing date). This ensures accurate and efficient data import.</a:t>
            </a:r>
          </a:p>
          <a:p>
            <a:br>
              <a:rPr lang="en-US" sz="1100" dirty="0"/>
            </a:br>
            <a:endParaRPr lang="en-US" sz="1100" dirty="0"/>
          </a:p>
          <a:p>
            <a:r>
              <a:rPr lang="en-US" sz="1100" b="1" dirty="0"/>
              <a:t>4.Attachment Support for Cases</a:t>
            </a:r>
          </a:p>
          <a:p>
            <a:r>
              <a:rPr lang="en-US" sz="1100" dirty="0"/>
              <a:t>Allow users to upload and attach files such as:</a:t>
            </a:r>
          </a:p>
          <a:p>
            <a:r>
              <a:rPr lang="en-US" sz="1100" dirty="0"/>
              <a:t>Legal documents </a:t>
            </a:r>
          </a:p>
          <a:p>
            <a:r>
              <a:rPr lang="en-US" sz="1100" dirty="0"/>
              <a:t>Evidence files </a:t>
            </a:r>
          </a:p>
          <a:p>
            <a:r>
              <a:rPr lang="en-US" sz="1100" dirty="0"/>
              <a:t>PDFs and reports </a:t>
            </a:r>
          </a:p>
          <a:p>
            <a:r>
              <a:rPr lang="en-US" sz="1100" dirty="0"/>
              <a:t>This will provide better case documentation and support decision-making.</a:t>
            </a:r>
          </a:p>
          <a:p>
            <a:br>
              <a:rPr lang="en-US" sz="1100" dirty="0"/>
            </a:br>
            <a:endParaRPr lang="en-US" sz="1100" dirty="0"/>
          </a:p>
          <a:p>
            <a:r>
              <a:rPr lang="en-US" sz="1100" b="1" dirty="0"/>
              <a:t>5.Feedback and Rating System</a:t>
            </a:r>
          </a:p>
          <a:p>
            <a:r>
              <a:rPr lang="en-US" sz="1100" dirty="0"/>
              <a:t>Enable clients to </a:t>
            </a:r>
            <a:r>
              <a:rPr lang="en-US" sz="1100" b="1" dirty="0"/>
              <a:t>provide feedback and rate their experience</a:t>
            </a:r>
            <a:r>
              <a:rPr lang="en-US" sz="1100" dirty="0"/>
              <a:t> after case resolution. This will help improve service quality and identify areas needing improvement.</a:t>
            </a:r>
          </a:p>
          <a:p>
            <a:br>
              <a:rPr lang="en-US" sz="1100" dirty="0"/>
            </a:br>
            <a:endParaRPr lang="en-US" sz="1100" dirty="0"/>
          </a:p>
          <a:p>
            <a:r>
              <a:rPr lang="en-US" sz="1100" b="1" dirty="0"/>
              <a:t>6.Performance Analytics Dashboard</a:t>
            </a:r>
          </a:p>
          <a:p>
            <a:r>
              <a:rPr lang="en-US" sz="1100" dirty="0"/>
              <a:t>Introduce an analytics dashboard to display key performance metrics such as:</a:t>
            </a:r>
          </a:p>
          <a:p>
            <a:r>
              <a:rPr lang="en-US" sz="1100" dirty="0"/>
              <a:t>Average case resolution time </a:t>
            </a:r>
          </a:p>
          <a:p>
            <a:r>
              <a:rPr lang="en-US" sz="1100" dirty="0"/>
              <a:t>Number of cases handled </a:t>
            </a:r>
          </a:p>
          <a:p>
            <a:r>
              <a:rPr lang="en-US" sz="1100" dirty="0"/>
              <a:t>Lawyer performance </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ts val="1300"/>
              </a:lnSpc>
            </a:pPr>
            <a:r>
              <a:rPr dirty="0">
                <a:solidFill>
                  <a:srgbClr val="000000"/>
                </a:solidFill>
              </a:rPr>
              <a:t>128</a:t>
            </a:r>
            <a:r>
              <a:rPr spc="-5" dirty="0">
                <a:solidFill>
                  <a:srgbClr val="000000"/>
                </a:solidFill>
              </a:rPr>
              <a:t> </a:t>
            </a:r>
            <a:r>
              <a:rPr dirty="0">
                <a:solidFill>
                  <a:srgbClr val="000000"/>
                </a:solidFill>
              </a:rPr>
              <a:t>| </a:t>
            </a:r>
            <a:r>
              <a:rPr dirty="0"/>
              <a:t>P</a:t>
            </a:r>
            <a:r>
              <a:rPr spc="30" dirty="0"/>
              <a:t> </a:t>
            </a:r>
            <a:r>
              <a:rPr dirty="0"/>
              <a:t>a</a:t>
            </a:r>
            <a:r>
              <a:rPr spc="20" dirty="0"/>
              <a:t> </a:t>
            </a:r>
            <a:r>
              <a:rPr dirty="0"/>
              <a:t>g</a:t>
            </a:r>
            <a:r>
              <a:rPr spc="30" dirty="0"/>
              <a:t> </a:t>
            </a:r>
            <a:r>
              <a:rPr spc="-50" dirty="0"/>
              <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418</TotalTime>
  <Words>15191</Words>
  <Application>Microsoft Office PowerPoint</Application>
  <PresentationFormat>Custom</PresentationFormat>
  <Paragraphs>2271</Paragraphs>
  <Slides>128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128</vt:i4>
      </vt:variant>
    </vt:vector>
  </HeadingPairs>
  <TitlesOfParts>
    <vt:vector size="137" baseType="lpstr">
      <vt:lpstr>Arial</vt:lpstr>
      <vt:lpstr>Arial MT</vt:lpstr>
      <vt:lpstr>Calibri</vt:lpstr>
      <vt:lpstr>Cambria Math</vt:lpstr>
      <vt:lpstr>Courier New</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SAMIR</dc:creator>
  <cp:lastModifiedBy>samirpathan098765@outlook.com</cp:lastModifiedBy>
  <cp:revision>28</cp:revision>
  <dcterms:created xsi:type="dcterms:W3CDTF">2026-04-06T12:14:52Z</dcterms:created>
  <dcterms:modified xsi:type="dcterms:W3CDTF">2026-04-08T08:43:07Z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2026-04-06T00:00:00Z</vt:filetime>
  </property>
  <property fmtid="{D5CDD505-2E9C-101B-9397-08002B2CF9AE}" pid="3" name="Creator">
    <vt:lpwstr>PDFium</vt:lpwstr>
  </property>
  <property fmtid="{D5CDD505-2E9C-101B-9397-08002B2CF9AE}" pid="4" name="Producer">
    <vt:lpwstr>PDFium</vt:lpwstr>
  </property>
  <property fmtid="{D5CDD505-2E9C-101B-9397-08002B2CF9AE}" pid="5" name="LastSaved">
    <vt:filetime>2026-04-06T00:00:00Z</vt:filetime>
  </property>
</Properties>
</file>